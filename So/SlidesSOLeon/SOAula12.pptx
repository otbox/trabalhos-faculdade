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Lato" panose="020B0604020202020204" charset="0"/>
      <p:regular r:id="rId25"/>
      <p:bold r:id="rId26"/>
      <p:italic r:id="rId27"/>
      <p:boldItalic r:id="rId28"/>
    </p:embeddedFont>
    <p:embeddedFont>
      <p:font typeface="Montserrat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38DAA-0118-4191-933F-086BAF648954}" v="460" dt="2021-06-16T22:55:57.125"/>
  </p1510:revLst>
</p1510:revInfo>
</file>

<file path=ppt/tableStyles.xml><?xml version="1.0" encoding="utf-8"?>
<a:tblStyleLst xmlns:a="http://schemas.openxmlformats.org/drawingml/2006/main" def="{E3AE6AEE-CC43-4D2C-9334-C881ADA5B909}">
  <a:tblStyle styleId="{E3AE6AEE-CC43-4D2C-9334-C881ADA5B9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on Gradvohl" userId="06cc6c77ff9aaaf9" providerId="LiveId" clId="{A0F38DAA-0118-4191-933F-086BAF648954}"/>
    <pc:docChg chg="undo custSel modSld">
      <pc:chgData name="Andre Leon Gradvohl" userId="06cc6c77ff9aaaf9" providerId="LiveId" clId="{A0F38DAA-0118-4191-933F-086BAF648954}" dt="2021-06-16T22:55:57.125" v="511" actId="20577"/>
      <pc:docMkLst>
        <pc:docMk/>
      </pc:docMkLst>
      <pc:sldChg chg="modSp modAnim">
        <pc:chgData name="Andre Leon Gradvohl" userId="06cc6c77ff9aaaf9" providerId="LiveId" clId="{A0F38DAA-0118-4191-933F-086BAF648954}" dt="2021-06-16T22:15:08.243" v="2" actId="20577"/>
        <pc:sldMkLst>
          <pc:docMk/>
          <pc:sldMk cId="0" sldId="258"/>
        </pc:sldMkLst>
        <pc:spChg chg="mod">
          <ac:chgData name="Andre Leon Gradvohl" userId="06cc6c77ff9aaaf9" providerId="LiveId" clId="{A0F38DAA-0118-4191-933F-086BAF648954}" dt="2021-06-16T22:15:08.243" v="2" actId="20577"/>
          <ac:spMkLst>
            <pc:docMk/>
            <pc:sldMk cId="0" sldId="258"/>
            <ac:spMk id="146" creationId="{00000000-0000-0000-0000-000000000000}"/>
          </ac:spMkLst>
        </pc:spChg>
      </pc:sldChg>
      <pc:sldChg chg="modSp">
        <pc:chgData name="Andre Leon Gradvohl" userId="06cc6c77ff9aaaf9" providerId="LiveId" clId="{A0F38DAA-0118-4191-933F-086BAF648954}" dt="2021-06-16T22:15:23.484" v="5" actId="20577"/>
        <pc:sldMkLst>
          <pc:docMk/>
          <pc:sldMk cId="0" sldId="260"/>
        </pc:sldMkLst>
        <pc:spChg chg="mod">
          <ac:chgData name="Andre Leon Gradvohl" userId="06cc6c77ff9aaaf9" providerId="LiveId" clId="{A0F38DAA-0118-4191-933F-086BAF648954}" dt="2021-06-16T22:15:23.484" v="5" actId="20577"/>
          <ac:spMkLst>
            <pc:docMk/>
            <pc:sldMk cId="0" sldId="260"/>
            <ac:spMk id="159" creationId="{00000000-0000-0000-0000-000000000000}"/>
          </ac:spMkLst>
        </pc:spChg>
      </pc:sldChg>
      <pc:sldChg chg="modAnim">
        <pc:chgData name="Andre Leon Gradvohl" userId="06cc6c77ff9aaaf9" providerId="LiveId" clId="{A0F38DAA-0118-4191-933F-086BAF648954}" dt="2021-06-16T22:16:05.648" v="9"/>
        <pc:sldMkLst>
          <pc:docMk/>
          <pc:sldMk cId="0" sldId="261"/>
        </pc:sldMkLst>
      </pc:sldChg>
      <pc:sldChg chg="modSp mod modAnim">
        <pc:chgData name="Andre Leon Gradvohl" userId="06cc6c77ff9aaaf9" providerId="LiveId" clId="{A0F38DAA-0118-4191-933F-086BAF648954}" dt="2021-06-16T22:38:23.825" v="229"/>
        <pc:sldMkLst>
          <pc:docMk/>
          <pc:sldMk cId="0" sldId="262"/>
        </pc:sldMkLst>
        <pc:spChg chg="mod">
          <ac:chgData name="Andre Leon Gradvohl" userId="06cc6c77ff9aaaf9" providerId="LiveId" clId="{A0F38DAA-0118-4191-933F-086BAF648954}" dt="2021-06-16T22:16:45.305" v="16" actId="20577"/>
          <ac:spMkLst>
            <pc:docMk/>
            <pc:sldMk cId="0" sldId="262"/>
            <ac:spMk id="199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37:59.410" v="228"/>
          <ac:spMkLst>
            <pc:docMk/>
            <pc:sldMk cId="0" sldId="262"/>
            <ac:spMk id="200" creationId="{00000000-0000-0000-0000-000000000000}"/>
          </ac:spMkLst>
        </pc:spChg>
      </pc:sldChg>
      <pc:sldChg chg="modSp mod modAnim">
        <pc:chgData name="Andre Leon Gradvohl" userId="06cc6c77ff9aaaf9" providerId="LiveId" clId="{A0F38DAA-0118-4191-933F-086BAF648954}" dt="2021-06-16T22:17:33.340" v="22" actId="14100"/>
        <pc:sldMkLst>
          <pc:docMk/>
          <pc:sldMk cId="0" sldId="263"/>
        </pc:sldMkLst>
        <pc:spChg chg="mod">
          <ac:chgData name="Andre Leon Gradvohl" userId="06cc6c77ff9aaaf9" providerId="LiveId" clId="{A0F38DAA-0118-4191-933F-086BAF648954}" dt="2021-06-16T22:17:33.340" v="22" actId="14100"/>
          <ac:spMkLst>
            <pc:docMk/>
            <pc:sldMk cId="0" sldId="263"/>
            <ac:spMk id="206" creationId="{00000000-0000-0000-0000-000000000000}"/>
          </ac:spMkLst>
        </pc:spChg>
      </pc:sldChg>
      <pc:sldChg chg="modAnim">
        <pc:chgData name="Andre Leon Gradvohl" userId="06cc6c77ff9aaaf9" providerId="LiveId" clId="{A0F38DAA-0118-4191-933F-086BAF648954}" dt="2021-06-16T22:17:56.704" v="24"/>
        <pc:sldMkLst>
          <pc:docMk/>
          <pc:sldMk cId="0" sldId="264"/>
        </pc:sldMkLst>
      </pc:sldChg>
      <pc:sldChg chg="modSp mod modAnim">
        <pc:chgData name="Andre Leon Gradvohl" userId="06cc6c77ff9aaaf9" providerId="LiveId" clId="{A0F38DAA-0118-4191-933F-086BAF648954}" dt="2021-06-16T22:19:00.548" v="44" actId="1036"/>
        <pc:sldMkLst>
          <pc:docMk/>
          <pc:sldMk cId="0" sldId="265"/>
        </pc:sldMkLst>
        <pc:spChg chg="mod">
          <ac:chgData name="Andre Leon Gradvohl" userId="06cc6c77ff9aaaf9" providerId="LiveId" clId="{A0F38DAA-0118-4191-933F-086BAF648954}" dt="2021-06-16T22:18:53.805" v="27" actId="114"/>
          <ac:spMkLst>
            <pc:docMk/>
            <pc:sldMk cId="0" sldId="265"/>
            <ac:spMk id="246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19:00.548" v="44" actId="1036"/>
          <ac:spMkLst>
            <pc:docMk/>
            <pc:sldMk cId="0" sldId="265"/>
            <ac:spMk id="247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19:00.548" v="44" actId="1036"/>
          <ac:spMkLst>
            <pc:docMk/>
            <pc:sldMk cId="0" sldId="265"/>
            <ac:spMk id="248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19:00.548" v="44" actId="1036"/>
          <ac:spMkLst>
            <pc:docMk/>
            <pc:sldMk cId="0" sldId="265"/>
            <ac:spMk id="249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19:00.548" v="44" actId="1036"/>
          <ac:spMkLst>
            <pc:docMk/>
            <pc:sldMk cId="0" sldId="265"/>
            <ac:spMk id="250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19:00.548" v="44" actId="1036"/>
          <ac:spMkLst>
            <pc:docMk/>
            <pc:sldMk cId="0" sldId="265"/>
            <ac:spMk id="251" creationId="{00000000-0000-0000-0000-000000000000}"/>
          </ac:spMkLst>
        </pc:spChg>
        <pc:cxnChg chg="mod">
          <ac:chgData name="Andre Leon Gradvohl" userId="06cc6c77ff9aaaf9" providerId="LiveId" clId="{A0F38DAA-0118-4191-933F-086BAF648954}" dt="2021-06-16T22:19:00.548" v="44" actId="1036"/>
          <ac:cxnSpMkLst>
            <pc:docMk/>
            <pc:sldMk cId="0" sldId="265"/>
            <ac:cxnSpMk id="252" creationId="{00000000-0000-0000-0000-000000000000}"/>
          </ac:cxnSpMkLst>
        </pc:cxnChg>
        <pc:cxnChg chg="mod">
          <ac:chgData name="Andre Leon Gradvohl" userId="06cc6c77ff9aaaf9" providerId="LiveId" clId="{A0F38DAA-0118-4191-933F-086BAF648954}" dt="2021-06-16T22:19:00.548" v="44" actId="1036"/>
          <ac:cxnSpMkLst>
            <pc:docMk/>
            <pc:sldMk cId="0" sldId="265"/>
            <ac:cxnSpMk id="253" creationId="{00000000-0000-0000-0000-000000000000}"/>
          </ac:cxnSpMkLst>
        </pc:cxnChg>
        <pc:cxnChg chg="mod">
          <ac:chgData name="Andre Leon Gradvohl" userId="06cc6c77ff9aaaf9" providerId="LiveId" clId="{A0F38DAA-0118-4191-933F-086BAF648954}" dt="2021-06-16T22:19:00.548" v="44" actId="1036"/>
          <ac:cxnSpMkLst>
            <pc:docMk/>
            <pc:sldMk cId="0" sldId="265"/>
            <ac:cxnSpMk id="254" creationId="{00000000-0000-0000-0000-000000000000}"/>
          </ac:cxnSpMkLst>
        </pc:cxnChg>
      </pc:sldChg>
      <pc:sldChg chg="modSp mod modAnim">
        <pc:chgData name="Andre Leon Gradvohl" userId="06cc6c77ff9aaaf9" providerId="LiveId" clId="{A0F38DAA-0118-4191-933F-086BAF648954}" dt="2021-06-16T22:20:54.122" v="80" actId="14100"/>
        <pc:sldMkLst>
          <pc:docMk/>
          <pc:sldMk cId="0" sldId="266"/>
        </pc:sldMkLst>
        <pc:spChg chg="mod">
          <ac:chgData name="Andre Leon Gradvohl" userId="06cc6c77ff9aaaf9" providerId="LiveId" clId="{A0F38DAA-0118-4191-933F-086BAF648954}" dt="2021-06-16T22:20:54.122" v="80" actId="14100"/>
          <ac:spMkLst>
            <pc:docMk/>
            <pc:sldMk cId="0" sldId="266"/>
            <ac:spMk id="260" creationId="{00000000-0000-0000-0000-000000000000}"/>
          </ac:spMkLst>
        </pc:spChg>
      </pc:sldChg>
      <pc:sldChg chg="modSp modAnim">
        <pc:chgData name="Andre Leon Gradvohl" userId="06cc6c77ff9aaaf9" providerId="LiveId" clId="{A0F38DAA-0118-4191-933F-086BAF648954}" dt="2021-06-16T22:44:11.055" v="245" actId="20577"/>
        <pc:sldMkLst>
          <pc:docMk/>
          <pc:sldMk cId="0" sldId="267"/>
        </pc:sldMkLst>
        <pc:spChg chg="mod">
          <ac:chgData name="Andre Leon Gradvohl" userId="06cc6c77ff9aaaf9" providerId="LiveId" clId="{A0F38DAA-0118-4191-933F-086BAF648954}" dt="2021-06-16T22:44:11.055" v="245" actId="20577"/>
          <ac:spMkLst>
            <pc:docMk/>
            <pc:sldMk cId="0" sldId="267"/>
            <ac:spMk id="267" creationId="{00000000-0000-0000-0000-000000000000}"/>
          </ac:spMkLst>
        </pc:spChg>
      </pc:sldChg>
      <pc:sldChg chg="addSp delSp modSp mod delAnim modAnim">
        <pc:chgData name="Andre Leon Gradvohl" userId="06cc6c77ff9aaaf9" providerId="LiveId" clId="{A0F38DAA-0118-4191-933F-086BAF648954}" dt="2021-06-16T22:44:07.257" v="243" actId="20577"/>
        <pc:sldMkLst>
          <pc:docMk/>
          <pc:sldMk cId="0" sldId="268"/>
        </pc:sldMkLst>
        <pc:spChg chg="add del mod">
          <ac:chgData name="Andre Leon Gradvohl" userId="06cc6c77ff9aaaf9" providerId="LiveId" clId="{A0F38DAA-0118-4191-933F-086BAF648954}" dt="2021-06-16T22:42:26.658" v="231" actId="478"/>
          <ac:spMkLst>
            <pc:docMk/>
            <pc:sldMk cId="0" sldId="268"/>
            <ac:spMk id="4" creationId="{063E555F-FA32-4F7F-9173-B3CC8F9202B6}"/>
          </ac:spMkLst>
        </pc:spChg>
        <pc:spChg chg="mod">
          <ac:chgData name="Andre Leon Gradvohl" userId="06cc6c77ff9aaaf9" providerId="LiveId" clId="{A0F38DAA-0118-4191-933F-086BAF648954}" dt="2021-06-16T22:42:30.197" v="232" actId="20577"/>
          <ac:spMkLst>
            <pc:docMk/>
            <pc:sldMk cId="0" sldId="268"/>
            <ac:spMk id="276" creationId="{00000000-0000-0000-0000-000000000000}"/>
          </ac:spMkLst>
        </pc:spChg>
        <pc:spChg chg="del">
          <ac:chgData name="Andre Leon Gradvohl" userId="06cc6c77ff9aaaf9" providerId="LiveId" clId="{A0F38DAA-0118-4191-933F-086BAF648954}" dt="2021-06-16T22:42:21.853" v="230" actId="478"/>
          <ac:spMkLst>
            <pc:docMk/>
            <pc:sldMk cId="0" sldId="268"/>
            <ac:spMk id="277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44:07.257" v="243" actId="20577"/>
          <ac:spMkLst>
            <pc:docMk/>
            <pc:sldMk cId="0" sldId="268"/>
            <ac:spMk id="283" creationId="{00000000-0000-0000-0000-000000000000}"/>
          </ac:spMkLst>
        </pc:spChg>
      </pc:sldChg>
      <pc:sldChg chg="addSp delSp modSp mod delAnim modAnim">
        <pc:chgData name="Andre Leon Gradvohl" userId="06cc6c77ff9aaaf9" providerId="LiveId" clId="{A0F38DAA-0118-4191-933F-086BAF648954}" dt="2021-06-16T22:44:04.068" v="241" actId="20577"/>
        <pc:sldMkLst>
          <pc:docMk/>
          <pc:sldMk cId="0" sldId="269"/>
        </pc:sldMkLst>
        <pc:spChg chg="add del mod">
          <ac:chgData name="Andre Leon Gradvohl" userId="06cc6c77ff9aaaf9" providerId="LiveId" clId="{A0F38DAA-0118-4191-933F-086BAF648954}" dt="2021-06-16T22:43:07.840" v="235" actId="478"/>
          <ac:spMkLst>
            <pc:docMk/>
            <pc:sldMk cId="0" sldId="269"/>
            <ac:spMk id="4" creationId="{2344808F-F454-433C-B0B8-4B815A5E4CB6}"/>
          </ac:spMkLst>
        </pc:spChg>
        <pc:spChg chg="mod">
          <ac:chgData name="Andre Leon Gradvohl" userId="06cc6c77ff9aaaf9" providerId="LiveId" clId="{A0F38DAA-0118-4191-933F-086BAF648954}" dt="2021-06-16T22:43:00.741" v="233" actId="20577"/>
          <ac:spMkLst>
            <pc:docMk/>
            <pc:sldMk cId="0" sldId="269"/>
            <ac:spMk id="289" creationId="{00000000-0000-0000-0000-000000000000}"/>
          </ac:spMkLst>
        </pc:spChg>
        <pc:spChg chg="del">
          <ac:chgData name="Andre Leon Gradvohl" userId="06cc6c77ff9aaaf9" providerId="LiveId" clId="{A0F38DAA-0118-4191-933F-086BAF648954}" dt="2021-06-16T22:43:04.682" v="234" actId="478"/>
          <ac:spMkLst>
            <pc:docMk/>
            <pc:sldMk cId="0" sldId="269"/>
            <ac:spMk id="290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44:04.068" v="241" actId="20577"/>
          <ac:spMkLst>
            <pc:docMk/>
            <pc:sldMk cId="0" sldId="269"/>
            <ac:spMk id="293" creationId="{00000000-0000-0000-0000-000000000000}"/>
          </ac:spMkLst>
        </pc:spChg>
      </pc:sldChg>
      <pc:sldChg chg="addSp delSp modSp mod delAnim modAnim">
        <pc:chgData name="Andre Leon Gradvohl" userId="06cc6c77ff9aaaf9" providerId="LiveId" clId="{A0F38DAA-0118-4191-933F-086BAF648954}" dt="2021-06-16T22:44:00.936" v="239" actId="20577"/>
        <pc:sldMkLst>
          <pc:docMk/>
          <pc:sldMk cId="0" sldId="270"/>
        </pc:sldMkLst>
        <pc:spChg chg="add del mod">
          <ac:chgData name="Andre Leon Gradvohl" userId="06cc6c77ff9aaaf9" providerId="LiveId" clId="{A0F38DAA-0118-4191-933F-086BAF648954}" dt="2021-06-16T22:43:45.778" v="237" actId="478"/>
          <ac:spMkLst>
            <pc:docMk/>
            <pc:sldMk cId="0" sldId="270"/>
            <ac:spMk id="4" creationId="{BE6F0D39-CAE5-4E18-BDC3-B790D8A2431D}"/>
          </ac:spMkLst>
        </pc:spChg>
        <pc:spChg chg="del">
          <ac:chgData name="Andre Leon Gradvohl" userId="06cc6c77ff9aaaf9" providerId="LiveId" clId="{A0F38DAA-0118-4191-933F-086BAF648954}" dt="2021-06-16T22:43:41.659" v="236" actId="478"/>
          <ac:spMkLst>
            <pc:docMk/>
            <pc:sldMk cId="0" sldId="270"/>
            <ac:spMk id="302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44:00.936" v="239" actId="20577"/>
          <ac:spMkLst>
            <pc:docMk/>
            <pc:sldMk cId="0" sldId="270"/>
            <ac:spMk id="305" creationId="{00000000-0000-0000-0000-000000000000}"/>
          </ac:spMkLst>
        </pc:spChg>
      </pc:sldChg>
      <pc:sldChg chg="addSp delSp modSp mod delAnim modAnim">
        <pc:chgData name="Andre Leon Gradvohl" userId="06cc6c77ff9aaaf9" providerId="LiveId" clId="{A0F38DAA-0118-4191-933F-086BAF648954}" dt="2021-06-16T22:45:06.702" v="263" actId="20577"/>
        <pc:sldMkLst>
          <pc:docMk/>
          <pc:sldMk cId="0" sldId="271"/>
        </pc:sldMkLst>
        <pc:spChg chg="add del mod">
          <ac:chgData name="Andre Leon Gradvohl" userId="06cc6c77ff9aaaf9" providerId="LiveId" clId="{A0F38DAA-0118-4191-933F-086BAF648954}" dt="2021-06-16T22:44:28.625" v="247" actId="478"/>
          <ac:spMkLst>
            <pc:docMk/>
            <pc:sldMk cId="0" sldId="271"/>
            <ac:spMk id="4" creationId="{36E5FBC3-F692-44FD-92E0-2053AF95B3AB}"/>
          </ac:spMkLst>
        </pc:spChg>
        <pc:spChg chg="mod">
          <ac:chgData name="Andre Leon Gradvohl" userId="06cc6c77ff9aaaf9" providerId="LiveId" clId="{A0F38DAA-0118-4191-933F-086BAF648954}" dt="2021-06-16T22:45:06.702" v="263" actId="20577"/>
          <ac:spMkLst>
            <pc:docMk/>
            <pc:sldMk cId="0" sldId="271"/>
            <ac:spMk id="313" creationId="{00000000-0000-0000-0000-000000000000}"/>
          </ac:spMkLst>
        </pc:spChg>
        <pc:spChg chg="del">
          <ac:chgData name="Andre Leon Gradvohl" userId="06cc6c77ff9aaaf9" providerId="LiveId" clId="{A0F38DAA-0118-4191-933F-086BAF648954}" dt="2021-06-16T22:44:23.583" v="246" actId="478"/>
          <ac:spMkLst>
            <pc:docMk/>
            <pc:sldMk cId="0" sldId="271"/>
            <ac:spMk id="314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44:41.263" v="251" actId="14100"/>
          <ac:spMkLst>
            <pc:docMk/>
            <pc:sldMk cId="0" sldId="271"/>
            <ac:spMk id="317" creationId="{00000000-0000-0000-0000-000000000000}"/>
          </ac:spMkLst>
        </pc:spChg>
      </pc:sldChg>
      <pc:sldChg chg="addSp delSp modSp mod delAnim modAnim">
        <pc:chgData name="Andre Leon Gradvohl" userId="06cc6c77ff9aaaf9" providerId="LiveId" clId="{A0F38DAA-0118-4191-933F-086BAF648954}" dt="2021-06-16T22:45:51.194" v="268" actId="20577"/>
        <pc:sldMkLst>
          <pc:docMk/>
          <pc:sldMk cId="0" sldId="272"/>
        </pc:sldMkLst>
        <pc:spChg chg="add del mod">
          <ac:chgData name="Andre Leon Gradvohl" userId="06cc6c77ff9aaaf9" providerId="LiveId" clId="{A0F38DAA-0118-4191-933F-086BAF648954}" dt="2021-06-16T22:45:26.708" v="265" actId="478"/>
          <ac:spMkLst>
            <pc:docMk/>
            <pc:sldMk cId="0" sldId="272"/>
            <ac:spMk id="4" creationId="{18908A84-BCF4-4F00-AF2D-1906744E2D42}"/>
          </ac:spMkLst>
        </pc:spChg>
        <pc:spChg chg="mod">
          <ac:chgData name="Andre Leon Gradvohl" userId="06cc6c77ff9aaaf9" providerId="LiveId" clId="{A0F38DAA-0118-4191-933F-086BAF648954}" dt="2021-06-16T22:45:51.194" v="268" actId="20577"/>
          <ac:spMkLst>
            <pc:docMk/>
            <pc:sldMk cId="0" sldId="272"/>
            <ac:spMk id="325" creationId="{00000000-0000-0000-0000-000000000000}"/>
          </ac:spMkLst>
        </pc:spChg>
        <pc:spChg chg="del">
          <ac:chgData name="Andre Leon Gradvohl" userId="06cc6c77ff9aaaf9" providerId="LiveId" clId="{A0F38DAA-0118-4191-933F-086BAF648954}" dt="2021-06-16T22:45:25.392" v="264" actId="478"/>
          <ac:spMkLst>
            <pc:docMk/>
            <pc:sldMk cId="0" sldId="272"/>
            <ac:spMk id="326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45:46.795" v="267" actId="20577"/>
          <ac:spMkLst>
            <pc:docMk/>
            <pc:sldMk cId="0" sldId="272"/>
            <ac:spMk id="327" creationId="{00000000-0000-0000-0000-000000000000}"/>
          </ac:spMkLst>
        </pc:spChg>
      </pc:sldChg>
      <pc:sldChg chg="modSp modAnim">
        <pc:chgData name="Andre Leon Gradvohl" userId="06cc6c77ff9aaaf9" providerId="LiveId" clId="{A0F38DAA-0118-4191-933F-086BAF648954}" dt="2021-06-16T22:47:16.743" v="289" actId="114"/>
        <pc:sldMkLst>
          <pc:docMk/>
          <pc:sldMk cId="0" sldId="273"/>
        </pc:sldMkLst>
        <pc:spChg chg="mod">
          <ac:chgData name="Andre Leon Gradvohl" userId="06cc6c77ff9aaaf9" providerId="LiveId" clId="{A0F38DAA-0118-4191-933F-086BAF648954}" dt="2021-06-16T22:47:16.743" v="289" actId="114"/>
          <ac:spMkLst>
            <pc:docMk/>
            <pc:sldMk cId="0" sldId="273"/>
            <ac:spMk id="337" creationId="{00000000-0000-0000-0000-000000000000}"/>
          </ac:spMkLst>
        </pc:spChg>
      </pc:sldChg>
      <pc:sldChg chg="modSp mod modAnim">
        <pc:chgData name="Andre Leon Gradvohl" userId="06cc6c77ff9aaaf9" providerId="LiveId" clId="{A0F38DAA-0118-4191-933F-086BAF648954}" dt="2021-06-16T22:51:13.478" v="474" actId="20577"/>
        <pc:sldMkLst>
          <pc:docMk/>
          <pc:sldMk cId="0" sldId="274"/>
        </pc:sldMkLst>
        <pc:spChg chg="mod">
          <ac:chgData name="Andre Leon Gradvohl" userId="06cc6c77ff9aaaf9" providerId="LiveId" clId="{A0F38DAA-0118-4191-933F-086BAF648954}" dt="2021-06-16T22:50:54.765" v="472" actId="20577"/>
          <ac:spMkLst>
            <pc:docMk/>
            <pc:sldMk cId="0" sldId="274"/>
            <ac:spMk id="343" creationId="{00000000-0000-0000-0000-000000000000}"/>
          </ac:spMkLst>
        </pc:spChg>
        <pc:spChg chg="mod">
          <ac:chgData name="Andre Leon Gradvohl" userId="06cc6c77ff9aaaf9" providerId="LiveId" clId="{A0F38DAA-0118-4191-933F-086BAF648954}" dt="2021-06-16T22:51:13.478" v="474" actId="20577"/>
          <ac:spMkLst>
            <pc:docMk/>
            <pc:sldMk cId="0" sldId="274"/>
            <ac:spMk id="344" creationId="{00000000-0000-0000-0000-000000000000}"/>
          </ac:spMkLst>
        </pc:spChg>
      </pc:sldChg>
      <pc:sldChg chg="modAnim">
        <pc:chgData name="Andre Leon Gradvohl" userId="06cc6c77ff9aaaf9" providerId="LiveId" clId="{A0F38DAA-0118-4191-933F-086BAF648954}" dt="2021-06-16T22:27:34.891" v="110"/>
        <pc:sldMkLst>
          <pc:docMk/>
          <pc:sldMk cId="0" sldId="275"/>
        </pc:sldMkLst>
      </pc:sldChg>
      <pc:sldChg chg="modSp mod modAnim">
        <pc:chgData name="Andre Leon Gradvohl" userId="06cc6c77ff9aaaf9" providerId="LiveId" clId="{A0F38DAA-0118-4191-933F-086BAF648954}" dt="2021-06-16T22:52:25.871" v="501" actId="1076"/>
        <pc:sldMkLst>
          <pc:docMk/>
          <pc:sldMk cId="0" sldId="276"/>
        </pc:sldMkLst>
        <pc:spChg chg="mod">
          <ac:chgData name="Andre Leon Gradvohl" userId="06cc6c77ff9aaaf9" providerId="LiveId" clId="{A0F38DAA-0118-4191-933F-086BAF648954}" dt="2021-06-16T22:51:59.774" v="482" actId="20577"/>
          <ac:spMkLst>
            <pc:docMk/>
            <pc:sldMk cId="0" sldId="276"/>
            <ac:spMk id="394" creationId="{00000000-0000-0000-0000-000000000000}"/>
          </ac:spMkLst>
        </pc:spChg>
        <pc:grpChg chg="mod">
          <ac:chgData name="Andre Leon Gradvohl" userId="06cc6c77ff9aaaf9" providerId="LiveId" clId="{A0F38DAA-0118-4191-933F-086BAF648954}" dt="2021-06-16T22:52:25.871" v="501" actId="1076"/>
          <ac:grpSpMkLst>
            <pc:docMk/>
            <pc:sldMk cId="0" sldId="276"/>
            <ac:grpSpMk id="396" creationId="{00000000-0000-0000-0000-000000000000}"/>
          </ac:grpSpMkLst>
        </pc:grpChg>
      </pc:sldChg>
      <pc:sldChg chg="modSp modAnim">
        <pc:chgData name="Andre Leon Gradvohl" userId="06cc6c77ff9aaaf9" providerId="LiveId" clId="{A0F38DAA-0118-4191-933F-086BAF648954}" dt="2021-06-16T22:55:57.125" v="511" actId="20577"/>
        <pc:sldMkLst>
          <pc:docMk/>
          <pc:sldMk cId="0" sldId="277"/>
        </pc:sldMkLst>
        <pc:spChg chg="mod">
          <ac:chgData name="Andre Leon Gradvohl" userId="06cc6c77ff9aaaf9" providerId="LiveId" clId="{A0F38DAA-0118-4191-933F-086BAF648954}" dt="2021-06-16T22:55:57.125" v="511" actId="20577"/>
          <ac:spMkLst>
            <pc:docMk/>
            <pc:sldMk cId="0" sldId="277"/>
            <ac:spMk id="40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76964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19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919fe620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919fe620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812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919fe6204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919fe6204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70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919fe620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919fe620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955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9231310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9231310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748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9231310b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9231310b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426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571da1347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571da1347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566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71da1347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71da1347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29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71da1347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71da1347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08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79484ba9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79484ba9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2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9a599bd7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59a599bd7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404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9a599bd7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9a599bd7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870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919fe620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919fe6204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573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570aa202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570aa202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135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570aa2028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570aa2028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803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70aa2028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70aa2028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84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570aa202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570aa202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9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5734470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5734470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0418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57344701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57344701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715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572a0e27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572a0e27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003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9d1bc1845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9d1bc1845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8126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59d1bc1845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59d1bc1845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80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Virtualização e Containers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B9BA92F-79AF-4414-9F8D-8BCA7380D929}"/>
              </a:ext>
            </a:extLst>
          </p:cNvPr>
          <p:cNvSpPr txBox="1"/>
          <p:nvPr/>
        </p:nvSpPr>
        <p:spPr>
          <a:xfrm>
            <a:off x="3537150" y="2991556"/>
            <a:ext cx="3890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lt1"/>
                </a:solidFill>
                <a:latin typeface="Montserrat"/>
                <a:sym typeface="Montserrat"/>
              </a:rPr>
              <a:t>Prof. André Leon S. Gradvohl</a:t>
            </a:r>
          </a:p>
          <a:p>
            <a:r>
              <a:rPr lang="pt-BR" sz="1600" dirty="0">
                <a:solidFill>
                  <a:schemeClr val="lt1"/>
                </a:solidFill>
                <a:latin typeface="Montserrat"/>
                <a:sym typeface="Montserrat"/>
              </a:rPr>
              <a:t>gradvohl@ft.unicamp.br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Plano de Aula</a:t>
            </a:r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Conceitos de virtualização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Máquina virtual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Hypervisor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Suporte para virtualização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Tipos de virtualização</a:t>
            </a:r>
            <a:endParaRPr sz="1400"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 sz="1400"/>
              <a:t>Servidores</a:t>
            </a:r>
            <a:endParaRPr sz="1400"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 sz="1400"/>
              <a:t>Sistemas operacionais</a:t>
            </a:r>
            <a:endParaRPr sz="1400"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 sz="1400"/>
              <a:t>Desktop</a:t>
            </a:r>
            <a:endParaRPr sz="1400"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 sz="1400"/>
              <a:t>Funções de rede</a:t>
            </a:r>
            <a:endParaRPr sz="1400"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 sz="1400"/>
              <a:t>Dados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Conceitos de containers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Docker</a:t>
            </a:r>
            <a:endParaRPr sz="140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A7D960E-10AD-4A3E-B8D4-48A5353E9F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Virtualização</a:t>
            </a:r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1297500" y="1393200"/>
            <a:ext cx="7305600" cy="3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O que é a virtualização?</a:t>
            </a:r>
            <a:endParaRPr sz="18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Criação de uma versão virtual de:</a:t>
            </a:r>
            <a:endParaRPr sz="1800" dirty="0"/>
          </a:p>
          <a:p>
            <a:pPr marL="137160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 dirty="0"/>
              <a:t>Servidores</a:t>
            </a:r>
            <a:endParaRPr sz="1800" dirty="0"/>
          </a:p>
          <a:p>
            <a:pPr marL="137160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 dirty="0"/>
              <a:t>Sistemas operacionais</a:t>
            </a:r>
            <a:endParaRPr sz="1800" dirty="0"/>
          </a:p>
          <a:p>
            <a:pPr marL="137160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 dirty="0"/>
              <a:t>Dispositivos de armazenamento</a:t>
            </a:r>
            <a:endParaRPr sz="1800" dirty="0"/>
          </a:p>
          <a:p>
            <a:pPr marL="137160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 dirty="0"/>
              <a:t>Redes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Como a virtualização funciona?</a:t>
            </a:r>
            <a:endParaRPr sz="18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Divisão de recursos vinculados a um determinado hardware.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31397B6-E696-4C0E-AD0F-17AA34FC6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Virtualização</a:t>
            </a: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1297500" y="1093525"/>
            <a:ext cx="7038900" cy="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Sobre serviço real e serviço virtual:</a:t>
            </a:r>
            <a:endParaRPr sz="1800"/>
          </a:p>
          <a:p>
            <a:pPr marL="0" marR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graphicFrame>
        <p:nvGraphicFramePr>
          <p:cNvPr id="153" name="Google Shape;153;p16"/>
          <p:cNvGraphicFramePr/>
          <p:nvPr/>
        </p:nvGraphicFramePr>
        <p:xfrm>
          <a:off x="779050" y="1716150"/>
          <a:ext cx="7557350" cy="2022258"/>
        </p:xfrm>
        <a:graphic>
          <a:graphicData uri="http://schemas.openxmlformats.org/drawingml/2006/table">
            <a:tbl>
              <a:tblPr>
                <a:noFill/>
                <a:tableStyleId>{E3AE6AEE-CC43-4D2C-9334-C881ADA5B909}</a:tableStyleId>
              </a:tblPr>
              <a:tblGrid>
                <a:gridCol w="292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Consideração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Virtual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 o tipo de estrutura do dispositivo?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Física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Virtual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Como implantar o serviço?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Requer instalação e configuração do dispositivo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Criação simulada do dispositivo real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8E384-65F4-4432-9A53-D4F94E9E5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Máquina Virtual (VM)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746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Emula componentes de hardware como CPU, Discos, RAM, Redes e assim é possível instalar sistemas operacionais.</a:t>
            </a:r>
            <a:endParaRPr sz="1800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Permite criar múltiplos sistemas operacionais na mesma máquina física e executá-los simultaneamente.</a:t>
            </a:r>
            <a:endParaRPr sz="1800" dirty="0"/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Em um mesmo servidor é possível executar uma máquina virtual Linux e Windows Server.</a:t>
            </a:r>
            <a:endParaRPr sz="18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72E1782-0AA6-4716-8496-F9B9D0342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14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Máquina Virtual (VM)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353925" y="3391450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353925" y="3805150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353925" y="2705000"/>
            <a:ext cx="3018600" cy="6816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Aplicação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297500" y="1114875"/>
            <a:ext cx="35169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Definição visual de virtualização: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385875" y="4344925"/>
            <a:ext cx="29547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Arquitetura Tradicional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120950" y="4344925"/>
            <a:ext cx="29547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Arquitetura Virtual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088975" y="3391450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088975" y="3805150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089000" y="2977750"/>
            <a:ext cx="30186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Hypervisor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4" name="Google Shape;174;p18"/>
          <p:cNvGrpSpPr/>
          <p:nvPr/>
        </p:nvGrpSpPr>
        <p:grpSpPr>
          <a:xfrm>
            <a:off x="5088988" y="1338875"/>
            <a:ext cx="1006200" cy="1638875"/>
            <a:chOff x="3366338" y="1514188"/>
            <a:chExt cx="1006200" cy="1638875"/>
          </a:xfrm>
        </p:grpSpPr>
        <p:grpSp>
          <p:nvGrpSpPr>
            <p:cNvPr id="175" name="Google Shape;175;p18"/>
            <p:cNvGrpSpPr/>
            <p:nvPr/>
          </p:nvGrpSpPr>
          <p:grpSpPr>
            <a:xfrm>
              <a:off x="3366338" y="1514188"/>
              <a:ext cx="1006200" cy="1638875"/>
              <a:chOff x="5585475" y="748275"/>
              <a:chExt cx="1006200" cy="1638875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5638288" y="1160163"/>
                <a:ext cx="900600" cy="357300"/>
              </a:xfrm>
              <a:prstGeom prst="rect">
                <a:avLst/>
              </a:prstGeom>
              <a:solidFill>
                <a:srgbClr val="FF99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Aplicação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5638275" y="1930213"/>
                <a:ext cx="900600" cy="413700"/>
              </a:xfrm>
              <a:prstGeom prst="rect">
                <a:avLst/>
              </a:prstGeom>
              <a:solidFill>
                <a:srgbClr val="4A86E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 b="1">
                    <a:latin typeface="Lato"/>
                    <a:ea typeface="Lato"/>
                    <a:cs typeface="Lato"/>
                    <a:sym typeface="Lato"/>
                  </a:rPr>
                  <a:t>Sistema Operacional</a:t>
                </a:r>
                <a:endParaRPr sz="10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9" name="Google Shape;179;p18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latin typeface="Lato"/>
                    <a:ea typeface="Lato"/>
                    <a:cs typeface="Lato"/>
                    <a:sym typeface="Lato"/>
                  </a:rPr>
                  <a:t>VM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80" name="Google Shape;180;p18"/>
            <p:cNvSpPr/>
            <p:nvPr/>
          </p:nvSpPr>
          <p:spPr>
            <a:xfrm>
              <a:off x="3419150" y="23173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6095188" y="1338863"/>
            <a:ext cx="1006200" cy="1638875"/>
            <a:chOff x="3366338" y="1514188"/>
            <a:chExt cx="1006200" cy="1638875"/>
          </a:xfrm>
        </p:grpSpPr>
        <p:grpSp>
          <p:nvGrpSpPr>
            <p:cNvPr id="182" name="Google Shape;182;p18"/>
            <p:cNvGrpSpPr/>
            <p:nvPr/>
          </p:nvGrpSpPr>
          <p:grpSpPr>
            <a:xfrm>
              <a:off x="3366338" y="1514188"/>
              <a:ext cx="1006200" cy="1638875"/>
              <a:chOff x="5585475" y="748275"/>
              <a:chExt cx="1006200" cy="1638875"/>
            </a:xfrm>
          </p:grpSpPr>
          <p:sp>
            <p:nvSpPr>
              <p:cNvPr id="183" name="Google Shape;183;p18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>
                <a:off x="5638288" y="1160163"/>
                <a:ext cx="900600" cy="357300"/>
              </a:xfrm>
              <a:prstGeom prst="rect">
                <a:avLst/>
              </a:prstGeom>
              <a:solidFill>
                <a:srgbClr val="FF99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Aplicação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5638275" y="1930213"/>
                <a:ext cx="900600" cy="413700"/>
              </a:xfrm>
              <a:prstGeom prst="rect">
                <a:avLst/>
              </a:prstGeom>
              <a:solidFill>
                <a:srgbClr val="4A86E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 b="1">
                    <a:latin typeface="Lato"/>
                    <a:ea typeface="Lato"/>
                    <a:cs typeface="Lato"/>
                    <a:sym typeface="Lato"/>
                  </a:rPr>
                  <a:t>Sistema Operacional</a:t>
                </a:r>
                <a:endParaRPr sz="10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6" name="Google Shape;186;p18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latin typeface="Lato"/>
                    <a:ea typeface="Lato"/>
                    <a:cs typeface="Lato"/>
                    <a:sym typeface="Lato"/>
                  </a:rPr>
                  <a:t>VM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87" name="Google Shape;187;p18"/>
            <p:cNvSpPr/>
            <p:nvPr/>
          </p:nvSpPr>
          <p:spPr>
            <a:xfrm>
              <a:off x="3419150" y="23173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8" name="Google Shape;188;p18"/>
          <p:cNvGrpSpPr/>
          <p:nvPr/>
        </p:nvGrpSpPr>
        <p:grpSpPr>
          <a:xfrm>
            <a:off x="7101388" y="1338863"/>
            <a:ext cx="1006200" cy="1638875"/>
            <a:chOff x="3366338" y="1514188"/>
            <a:chExt cx="1006200" cy="1638875"/>
          </a:xfrm>
        </p:grpSpPr>
        <p:grpSp>
          <p:nvGrpSpPr>
            <p:cNvPr id="189" name="Google Shape;189;p18"/>
            <p:cNvGrpSpPr/>
            <p:nvPr/>
          </p:nvGrpSpPr>
          <p:grpSpPr>
            <a:xfrm>
              <a:off x="3366338" y="1514188"/>
              <a:ext cx="1006200" cy="1638875"/>
              <a:chOff x="5585475" y="748275"/>
              <a:chExt cx="1006200" cy="1638875"/>
            </a:xfrm>
          </p:grpSpPr>
          <p:sp>
            <p:nvSpPr>
              <p:cNvPr id="190" name="Google Shape;190;p18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5638288" y="1160163"/>
                <a:ext cx="900600" cy="357300"/>
              </a:xfrm>
              <a:prstGeom prst="rect">
                <a:avLst/>
              </a:prstGeom>
              <a:solidFill>
                <a:srgbClr val="FF99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Aplicação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>
                <a:off x="5638275" y="1930213"/>
                <a:ext cx="900600" cy="413700"/>
              </a:xfrm>
              <a:prstGeom prst="rect">
                <a:avLst/>
              </a:prstGeom>
              <a:solidFill>
                <a:srgbClr val="4A86E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 b="1">
                    <a:latin typeface="Lato"/>
                    <a:ea typeface="Lato"/>
                    <a:cs typeface="Lato"/>
                    <a:sym typeface="Lato"/>
                  </a:rPr>
                  <a:t>Sistema Operacional</a:t>
                </a:r>
                <a:endParaRPr sz="10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3" name="Google Shape;193;p18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latin typeface="Lato"/>
                    <a:ea typeface="Lato"/>
                    <a:cs typeface="Lato"/>
                    <a:sym typeface="Lato"/>
                  </a:rPr>
                  <a:t>VM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94" name="Google Shape;194;p18"/>
            <p:cNvSpPr/>
            <p:nvPr/>
          </p:nvSpPr>
          <p:spPr>
            <a:xfrm>
              <a:off x="3419150" y="23173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9B7860A-14FA-44C5-BFE1-BE77D3BF4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Hypervisores</a:t>
            </a:r>
            <a:endParaRPr dirty="0"/>
          </a:p>
        </p:txBody>
      </p:sp>
      <p:sp>
        <p:nvSpPr>
          <p:cNvPr id="200" name="Google Shape;200;p19"/>
          <p:cNvSpPr txBox="1">
            <a:spLocks noGrp="1"/>
          </p:cNvSpPr>
          <p:nvPr>
            <p:ph type="body" idx="1"/>
          </p:nvPr>
        </p:nvSpPr>
        <p:spPr>
          <a:xfrm>
            <a:off x="1297500" y="140537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Software utilizado para gerenciamento das máquinas virtuais</a:t>
            </a:r>
            <a:endParaRPr sz="1800" dirty="0"/>
          </a:p>
          <a:p>
            <a:pPr lvl="1" indent="-342900" algn="just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pt-BR" sz="1800" dirty="0"/>
              <a:t>É um emulador (software) que provê uma “imitação” de uma máquina real fornecendo uma máquina virtual.</a:t>
            </a: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Também conhecido como VMM - </a:t>
            </a:r>
            <a:r>
              <a:rPr lang="pt-BR" sz="1800" i="1" dirty="0"/>
              <a:t>Virtual </a:t>
            </a:r>
            <a:r>
              <a:rPr lang="pt-BR" sz="1800" i="1" dirty="0" err="1"/>
              <a:t>Machine</a:t>
            </a:r>
            <a:r>
              <a:rPr lang="pt-BR" sz="1800" i="1" dirty="0"/>
              <a:t> Manager</a:t>
            </a:r>
            <a:r>
              <a:rPr lang="pt-BR" sz="1800" dirty="0"/>
              <a:t>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Há dois tipos de </a:t>
            </a:r>
            <a:r>
              <a:rPr lang="pt-BR" sz="1800" dirty="0" err="1"/>
              <a:t>hypervisores</a:t>
            </a:r>
            <a:r>
              <a:rPr lang="pt-BR" sz="1800" dirty="0"/>
              <a:t> principais:</a:t>
            </a:r>
            <a:endParaRPr sz="1800" dirty="0"/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 err="1"/>
              <a:t>Hypervisor</a:t>
            </a:r>
            <a:r>
              <a:rPr lang="pt-BR" sz="1800" dirty="0"/>
              <a:t> tipo I - Nativo</a:t>
            </a:r>
            <a:endParaRPr sz="1800" dirty="0"/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 err="1"/>
              <a:t>Hypervisor</a:t>
            </a:r>
            <a:r>
              <a:rPr lang="pt-BR" sz="1800" dirty="0"/>
              <a:t> tipo II - Hospedado</a:t>
            </a:r>
            <a:endParaRPr sz="18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FB4A696-C897-4BE4-BC12-09E19BEC7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Hypervisor Tipo I - Nativo</a:t>
            </a:r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body" idx="1"/>
          </p:nvPr>
        </p:nvSpPr>
        <p:spPr>
          <a:xfrm>
            <a:off x="1297600" y="935224"/>
            <a:ext cx="7038900" cy="1421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Software que roda diretamente sobre a plataforma de hardware. Não há necessidade de instalar um sistema operacional na máquina.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sp>
        <p:nvSpPr>
          <p:cNvPr id="207" name="Google Shape;207;p20"/>
          <p:cNvSpPr/>
          <p:nvPr/>
        </p:nvSpPr>
        <p:spPr>
          <a:xfrm>
            <a:off x="3307750" y="4161400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307750" y="3747700"/>
            <a:ext cx="30186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Hypervisor Tipo I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>
            <a:off x="5657048" y="3254331"/>
            <a:ext cx="669324" cy="493380"/>
            <a:chOff x="5585475" y="797150"/>
            <a:chExt cx="1006200" cy="1590009"/>
          </a:xfrm>
        </p:grpSpPr>
        <p:sp>
          <p:nvSpPr>
            <p:cNvPr id="210" name="Google Shape;210;p20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8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4987723" y="3254331"/>
            <a:ext cx="669324" cy="493380"/>
            <a:chOff x="5585475" y="797150"/>
            <a:chExt cx="1006200" cy="1590009"/>
          </a:xfrm>
        </p:grpSpPr>
        <p:sp>
          <p:nvSpPr>
            <p:cNvPr id="213" name="Google Shape;213;p20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8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4318398" y="3254331"/>
            <a:ext cx="669324" cy="493380"/>
            <a:chOff x="5585475" y="797150"/>
            <a:chExt cx="1006200" cy="1590009"/>
          </a:xfrm>
        </p:grpSpPr>
        <p:sp>
          <p:nvSpPr>
            <p:cNvPr id="216" name="Google Shape;216;p20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8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3307527" y="3254318"/>
            <a:ext cx="1008313" cy="493392"/>
            <a:chOff x="5585475" y="797150"/>
            <a:chExt cx="1006200" cy="1590049"/>
          </a:xfrm>
        </p:grpSpPr>
        <p:sp>
          <p:nvSpPr>
            <p:cNvPr id="219" name="Google Shape;219;p20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rgbClr val="E0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5638275" y="79719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>
                  <a:latin typeface="Lato"/>
                  <a:ea typeface="Lato"/>
                  <a:cs typeface="Lato"/>
                  <a:sym typeface="Lato"/>
                </a:rPr>
                <a:t>Sistema de controle</a:t>
              </a:r>
              <a:endParaRPr sz="11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B02DD88-D104-431D-A57C-AAC4B9EED4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Hypervisor Tipo II - Hospedado</a:t>
            </a:r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1297600" y="944650"/>
            <a:ext cx="7038900" cy="12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Software que é executado dentro de um sistema operacional (hospedeiro) como um software de controle para sistemas virtualizados</a:t>
            </a:r>
            <a:endParaRPr sz="1800"/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Para o SO hospedeiro, o hypervisor é um processo</a:t>
            </a:r>
            <a:endParaRPr sz="1800"/>
          </a:p>
        </p:txBody>
      </p:sp>
      <p:sp>
        <p:nvSpPr>
          <p:cNvPr id="227" name="Google Shape;227;p21"/>
          <p:cNvSpPr/>
          <p:nvPr/>
        </p:nvSpPr>
        <p:spPr>
          <a:xfrm>
            <a:off x="3306913" y="4175550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792288" y="3348150"/>
            <a:ext cx="15333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latin typeface="Lato"/>
                <a:ea typeface="Lato"/>
                <a:cs typeface="Lato"/>
                <a:sym typeface="Lato"/>
              </a:rPr>
              <a:t>Hypervisor Tipo II</a:t>
            </a:r>
            <a:endParaRPr sz="1200"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4792313" y="2978614"/>
            <a:ext cx="519300" cy="369518"/>
            <a:chOff x="5585475" y="797150"/>
            <a:chExt cx="1006200" cy="1590009"/>
          </a:xfrm>
        </p:grpSpPr>
        <p:sp>
          <p:nvSpPr>
            <p:cNvPr id="230" name="Google Shape;230;p21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32" name="Google Shape;232;p21"/>
          <p:cNvSpPr/>
          <p:nvPr/>
        </p:nvSpPr>
        <p:spPr>
          <a:xfrm>
            <a:off x="3306813" y="3761838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049488" y="3348150"/>
            <a:ext cx="742800" cy="4137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latin typeface="Lato"/>
                <a:ea typeface="Lato"/>
                <a:cs typeface="Lato"/>
                <a:sym typeface="Lato"/>
              </a:rPr>
              <a:t>Aplicação</a:t>
            </a:r>
            <a:endParaRPr sz="10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306688" y="3348150"/>
            <a:ext cx="742800" cy="4137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latin typeface="Lato"/>
                <a:ea typeface="Lato"/>
                <a:cs typeface="Lato"/>
                <a:sym typeface="Lato"/>
              </a:rPr>
              <a:t>Aplicação</a:t>
            </a:r>
            <a:endParaRPr sz="1000"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5299288" y="2978614"/>
            <a:ext cx="519300" cy="369518"/>
            <a:chOff x="5585475" y="797150"/>
            <a:chExt cx="1006200" cy="1590009"/>
          </a:xfrm>
        </p:grpSpPr>
        <p:sp>
          <p:nvSpPr>
            <p:cNvPr id="236" name="Google Shape;236;p21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5818371" y="2978601"/>
            <a:ext cx="508835" cy="369518"/>
            <a:chOff x="5585475" y="797150"/>
            <a:chExt cx="1006200" cy="1590009"/>
          </a:xfrm>
        </p:grpSpPr>
        <p:sp>
          <p:nvSpPr>
            <p:cNvPr id="239" name="Google Shape;239;p21"/>
            <p:cNvSpPr/>
            <p:nvPr/>
          </p:nvSpPr>
          <p:spPr>
            <a:xfrm>
              <a:off x="5585475" y="797150"/>
              <a:ext cx="1006200" cy="1590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5638263" y="797159"/>
              <a:ext cx="9006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VM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E9A2963-0894-4021-A96B-CD42076B5E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Hypervisor Tipo II - Hospedado</a:t>
            </a:r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body" idx="1"/>
          </p:nvPr>
        </p:nvSpPr>
        <p:spPr>
          <a:xfrm>
            <a:off x="1297600" y="944650"/>
            <a:ext cx="7038900" cy="12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O </a:t>
            </a:r>
            <a:r>
              <a:rPr lang="pt-BR" sz="1800" dirty="0" err="1"/>
              <a:t>Hypervisor</a:t>
            </a:r>
            <a:r>
              <a:rPr lang="pt-BR" sz="1800" dirty="0"/>
              <a:t> tem prioridades especiais ou algum privilégio na relação com o </a:t>
            </a:r>
            <a:r>
              <a:rPr lang="pt-BR" sz="1800" i="1" dirty="0"/>
              <a:t>kernel</a:t>
            </a:r>
            <a:r>
              <a:rPr lang="pt-BR" sz="1800" dirty="0"/>
              <a:t> do SO hospedeiro?</a:t>
            </a:r>
            <a:endParaRPr sz="1800" dirty="0"/>
          </a:p>
        </p:txBody>
      </p:sp>
      <p:sp>
        <p:nvSpPr>
          <p:cNvPr id="247" name="Google Shape;247;p22"/>
          <p:cNvSpPr/>
          <p:nvPr/>
        </p:nvSpPr>
        <p:spPr>
          <a:xfrm>
            <a:off x="2814813" y="3830821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961088" y="2614746"/>
            <a:ext cx="15333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latin typeface="Lato"/>
                <a:ea typeface="Lato"/>
                <a:cs typeface="Lato"/>
                <a:sym typeface="Lato"/>
              </a:rPr>
              <a:t>Hypervisor Tipo II</a:t>
            </a:r>
            <a:endParaRPr sz="12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814813" y="3417109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640488" y="2614746"/>
            <a:ext cx="742800" cy="4137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latin typeface="Lato"/>
                <a:ea typeface="Lato"/>
                <a:cs typeface="Lato"/>
                <a:sym typeface="Lato"/>
              </a:rPr>
              <a:t>Aplicação</a:t>
            </a:r>
            <a:endParaRPr sz="10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319888" y="2614746"/>
            <a:ext cx="742800" cy="4137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latin typeface="Lato"/>
                <a:ea typeface="Lato"/>
                <a:cs typeface="Lato"/>
                <a:sym typeface="Lato"/>
              </a:rPr>
              <a:t>Aplicação</a:t>
            </a:r>
            <a:endParaRPr sz="10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2" name="Google Shape;252;p22"/>
          <p:cNvCxnSpPr>
            <a:stCxn id="251" idx="2"/>
            <a:endCxn id="249" idx="0"/>
          </p:cNvCxnSpPr>
          <p:nvPr/>
        </p:nvCxnSpPr>
        <p:spPr>
          <a:xfrm>
            <a:off x="2691288" y="3028446"/>
            <a:ext cx="1632900" cy="3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Google Shape;253;p22"/>
          <p:cNvCxnSpPr>
            <a:stCxn id="250" idx="2"/>
            <a:endCxn id="249" idx="0"/>
          </p:cNvCxnSpPr>
          <p:nvPr/>
        </p:nvCxnSpPr>
        <p:spPr>
          <a:xfrm>
            <a:off x="4011888" y="3028446"/>
            <a:ext cx="312300" cy="3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Google Shape;254;p22"/>
          <p:cNvCxnSpPr>
            <a:stCxn id="248" idx="2"/>
            <a:endCxn id="249" idx="0"/>
          </p:cNvCxnSpPr>
          <p:nvPr/>
        </p:nvCxnSpPr>
        <p:spPr>
          <a:xfrm flipH="1">
            <a:off x="4324038" y="3028446"/>
            <a:ext cx="1403700" cy="3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0362FDC-067F-4D75-8C72-C8478F501A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Suporte para Virtualização</a:t>
            </a:r>
            <a:endParaRPr/>
          </a:p>
        </p:txBody>
      </p:sp>
      <p:sp>
        <p:nvSpPr>
          <p:cNvPr id="260" name="Google Shape;260;p23"/>
          <p:cNvSpPr txBox="1">
            <a:spLocks noGrp="1"/>
          </p:cNvSpPr>
          <p:nvPr>
            <p:ph type="body" idx="1"/>
          </p:nvPr>
        </p:nvSpPr>
        <p:spPr>
          <a:xfrm>
            <a:off x="807600" y="1142525"/>
            <a:ext cx="8031600" cy="37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 dirty="0"/>
              <a:t>Os processadores (hardware) ou o sistema operacional proveem algum suporte nativo para implementar a virtualização?</a:t>
            </a:r>
            <a:endParaRPr sz="1700" dirty="0"/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 dirty="0"/>
              <a:t>Alguns processadores possuem implementações que estendem o conjunto de instruções para permitir suporte à virtualização.</a:t>
            </a:r>
            <a:endParaRPr sz="1700" dirty="0"/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 dirty="0"/>
              <a:t>Como funciona?</a:t>
            </a:r>
            <a:endParaRPr sz="1700" dirty="0"/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 dirty="0"/>
              <a:t>Através de extensões do conjunto de instruções:</a:t>
            </a:r>
            <a:endParaRPr sz="1700" dirty="0"/>
          </a:p>
          <a:p>
            <a:pPr marL="1371600" lvl="2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pt-BR" sz="1700" dirty="0"/>
              <a:t>Conjuntos completos de novos circuitos adicionados aos processadores.</a:t>
            </a:r>
            <a:endParaRPr sz="1700" dirty="0"/>
          </a:p>
          <a:p>
            <a:pPr marL="1371600" lvl="2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pt-BR" sz="1700" dirty="0"/>
              <a:t>Circuitos que processam novas instruções específicas diretamente.</a:t>
            </a:r>
            <a:endParaRPr sz="17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09BF647-6A18-474A-87ED-A1AC7E730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Suporte para Virtualização</a:t>
            </a:r>
            <a:endParaRPr/>
          </a:p>
        </p:txBody>
      </p:sp>
      <p:sp>
        <p:nvSpPr>
          <p:cNvPr id="266" name="Google Shape;266;p24"/>
          <p:cNvSpPr txBox="1">
            <a:spLocks noGrp="1"/>
          </p:cNvSpPr>
          <p:nvPr>
            <p:ph type="body" idx="1"/>
          </p:nvPr>
        </p:nvSpPr>
        <p:spPr>
          <a:xfrm>
            <a:off x="1297500" y="1198550"/>
            <a:ext cx="7038900" cy="37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Como seria a virtualização sem essas extensões?</a:t>
            </a:r>
            <a:endParaRPr sz="1800"/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Recursos e tarefas necessárias para dar suporte à virtualização precisam de uma </a:t>
            </a:r>
            <a:r>
              <a:rPr lang="pt-BR" sz="1800" u="sng"/>
              <a:t>emulação de software</a:t>
            </a:r>
            <a:r>
              <a:rPr lang="pt-BR" sz="1800"/>
              <a:t>, que geralmente é ineficiente demais para lidar com as principais tarefas da virtualização.</a:t>
            </a:r>
            <a:endParaRPr sz="1800"/>
          </a:p>
          <a:p>
            <a:pPr marL="457200" marR="0" lvl="0" indent="0" algn="just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sp>
        <p:nvSpPr>
          <p:cNvPr id="267" name="Google Shape;267;p24"/>
          <p:cNvSpPr txBox="1"/>
          <p:nvPr/>
        </p:nvSpPr>
        <p:spPr>
          <a:xfrm>
            <a:off x="633950" y="3328350"/>
            <a:ext cx="8073300" cy="16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 do suporte já no hardware: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Permite que o </a:t>
            </a:r>
            <a:r>
              <a:rPr lang="pt-BR" sz="1600" dirty="0" err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hypervisor</a:t>
            </a: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 selecionado manipule traduções complexas.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Permite gerenciar recursos de memória virtualizados em velocidades de </a:t>
            </a:r>
            <a:r>
              <a:rPr lang="pt-BR" sz="1600" dirty="0" err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clock</a:t>
            </a: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 de hardware.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F84B011-EC99-4CE6-A061-33709120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Virtualização: Servidores</a:t>
            </a:r>
            <a:endParaRPr/>
          </a:p>
        </p:txBody>
      </p:sp>
      <p:grpSp>
        <p:nvGrpSpPr>
          <p:cNvPr id="273" name="Google Shape;273;p25"/>
          <p:cNvGrpSpPr/>
          <p:nvPr/>
        </p:nvGrpSpPr>
        <p:grpSpPr>
          <a:xfrm>
            <a:off x="4628739" y="1932287"/>
            <a:ext cx="3564183" cy="966273"/>
            <a:chOff x="2829675" y="1842625"/>
            <a:chExt cx="4004700" cy="1085700"/>
          </a:xfrm>
        </p:grpSpPr>
        <p:sp>
          <p:nvSpPr>
            <p:cNvPr id="274" name="Google Shape;274;p25"/>
            <p:cNvSpPr/>
            <p:nvPr/>
          </p:nvSpPr>
          <p:spPr>
            <a:xfrm>
              <a:off x="2829675" y="1842625"/>
              <a:ext cx="4004700" cy="10857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5" name="Google Shape;27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29675" y="1842625"/>
              <a:ext cx="4004650" cy="1049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25"/>
          <p:cNvSpPr txBox="1">
            <a:spLocks noGrp="1"/>
          </p:cNvSpPr>
          <p:nvPr>
            <p:ph type="body" idx="1"/>
          </p:nvPr>
        </p:nvSpPr>
        <p:spPr>
          <a:xfrm>
            <a:off x="1403625" y="983850"/>
            <a:ext cx="70389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Técnica de executar vários servidores virtuais em uma mesma máquina física.</a:t>
            </a:r>
            <a:endParaRPr sz="1800" dirty="0"/>
          </a:p>
        </p:txBody>
      </p:sp>
      <p:grpSp>
        <p:nvGrpSpPr>
          <p:cNvPr id="278" name="Google Shape;278;p25"/>
          <p:cNvGrpSpPr/>
          <p:nvPr/>
        </p:nvGrpSpPr>
        <p:grpSpPr>
          <a:xfrm>
            <a:off x="4628739" y="3495737"/>
            <a:ext cx="3564183" cy="966273"/>
            <a:chOff x="4772214" y="3670087"/>
            <a:chExt cx="3564183" cy="966273"/>
          </a:xfrm>
        </p:grpSpPr>
        <p:sp>
          <p:nvSpPr>
            <p:cNvPr id="279" name="Google Shape;279;p25"/>
            <p:cNvSpPr/>
            <p:nvPr/>
          </p:nvSpPr>
          <p:spPr>
            <a:xfrm>
              <a:off x="4772214" y="3670087"/>
              <a:ext cx="3564183" cy="96627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0" name="Google Shape;280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09850" y="3696163"/>
              <a:ext cx="3488931" cy="914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1" name="Google Shape;281;p25"/>
          <p:cNvCxnSpPr/>
          <p:nvPr/>
        </p:nvCxnSpPr>
        <p:spPr>
          <a:xfrm flipH="1">
            <a:off x="5362475" y="2420150"/>
            <a:ext cx="2207700" cy="1471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2" name="Google Shape;282;p25"/>
          <p:cNvSpPr txBox="1"/>
          <p:nvPr/>
        </p:nvSpPr>
        <p:spPr>
          <a:xfrm>
            <a:off x="6661425" y="4067875"/>
            <a:ext cx="17811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28E306"/>
                </a:solidFill>
                <a:latin typeface="Lato"/>
                <a:ea typeface="Lato"/>
                <a:cs typeface="Lato"/>
                <a:sym typeface="Lato"/>
              </a:rPr>
              <a:t>DESOCUPADO</a:t>
            </a:r>
            <a:endParaRPr sz="1600" b="1">
              <a:solidFill>
                <a:srgbClr val="28E3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916050" y="2388050"/>
            <a:ext cx="3519300" cy="23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Reutilização de servidores para outras tarefas.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Uso descontinuado para redução de custos (manutenção e refrigeração).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0EAEEC4-A19C-4F24-9B91-049DAEA4EE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1451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Virtualização: Sistemas Operacionais</a:t>
            </a:r>
            <a:endParaRPr/>
          </a:p>
        </p:txBody>
      </p:sp>
      <p:sp>
        <p:nvSpPr>
          <p:cNvPr id="289" name="Google Shape;289;p26"/>
          <p:cNvSpPr txBox="1">
            <a:spLocks noGrp="1"/>
          </p:cNvSpPr>
          <p:nvPr>
            <p:ph type="body" idx="1"/>
          </p:nvPr>
        </p:nvSpPr>
        <p:spPr>
          <a:xfrm>
            <a:off x="1403625" y="983850"/>
            <a:ext cx="70389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Técnica de executar vários sistemas operacionais em uma mesma máquina física: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sp>
        <p:nvSpPr>
          <p:cNvPr id="291" name="Google Shape;291;p26"/>
          <p:cNvSpPr/>
          <p:nvPr/>
        </p:nvSpPr>
        <p:spPr>
          <a:xfrm>
            <a:off x="4715050" y="2039450"/>
            <a:ext cx="3112200" cy="26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2" name="Google Shape;292;p26"/>
          <p:cNvPicPr preferRelativeResize="0"/>
          <p:nvPr/>
        </p:nvPicPr>
        <p:blipFill rotWithShape="1">
          <a:blip r:embed="rId3">
            <a:alphaModFix/>
          </a:blip>
          <a:srcRect t="62699"/>
          <a:stretch/>
        </p:blipFill>
        <p:spPr>
          <a:xfrm>
            <a:off x="4744275" y="3681925"/>
            <a:ext cx="3053750" cy="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916050" y="2388050"/>
            <a:ext cx="3519300" cy="23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Redução dos custos de hardware.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Aumento da segurança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Limitação do tempo de atualizações de softwares.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4" name="Google Shape;294;p26"/>
          <p:cNvPicPr preferRelativeResize="0"/>
          <p:nvPr/>
        </p:nvPicPr>
        <p:blipFill rotWithShape="1">
          <a:blip r:embed="rId3">
            <a:alphaModFix/>
          </a:blip>
          <a:srcRect t="39531" b="41630"/>
          <a:stretch/>
        </p:blipFill>
        <p:spPr>
          <a:xfrm>
            <a:off x="4744275" y="3114150"/>
            <a:ext cx="3053750" cy="4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/>
          <p:cNvPicPr preferRelativeResize="0"/>
          <p:nvPr/>
        </p:nvPicPr>
        <p:blipFill rotWithShape="1">
          <a:blip r:embed="rId3">
            <a:alphaModFix/>
          </a:blip>
          <a:srcRect b="62191"/>
          <a:stretch/>
        </p:blipFill>
        <p:spPr>
          <a:xfrm>
            <a:off x="4744275" y="2187625"/>
            <a:ext cx="3053750" cy="9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C0BD581-02C2-4F4C-A487-AB300824CC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1451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Virtualização: Desktop</a:t>
            </a:r>
            <a:endParaRPr/>
          </a:p>
        </p:txBody>
      </p:sp>
      <p:sp>
        <p:nvSpPr>
          <p:cNvPr id="301" name="Google Shape;301;p27"/>
          <p:cNvSpPr txBox="1">
            <a:spLocks noGrp="1"/>
          </p:cNvSpPr>
          <p:nvPr>
            <p:ph type="body" idx="1"/>
          </p:nvPr>
        </p:nvSpPr>
        <p:spPr>
          <a:xfrm>
            <a:off x="1403625" y="983850"/>
            <a:ext cx="70389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Técnica de implantação de ambientes de desktop simulados em centenas de máquinas físicas de uma única vez</a:t>
            </a:r>
            <a:endParaRPr sz="1800" dirty="0"/>
          </a:p>
          <a:p>
            <a:pPr marL="0" marR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sp>
        <p:nvSpPr>
          <p:cNvPr id="303" name="Google Shape;303;p27"/>
          <p:cNvSpPr/>
          <p:nvPr/>
        </p:nvSpPr>
        <p:spPr>
          <a:xfrm>
            <a:off x="4721525" y="2035750"/>
            <a:ext cx="3112200" cy="26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4" name="Google Shape;304;p27"/>
          <p:cNvPicPr preferRelativeResize="0"/>
          <p:nvPr/>
        </p:nvPicPr>
        <p:blipFill rotWithShape="1">
          <a:blip r:embed="rId3">
            <a:alphaModFix/>
          </a:blip>
          <a:srcRect l="40156" t="67637" r="40850"/>
          <a:stretch/>
        </p:blipFill>
        <p:spPr>
          <a:xfrm>
            <a:off x="5946700" y="3577450"/>
            <a:ext cx="661850" cy="73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916050" y="2388050"/>
            <a:ext cx="35193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Implantação de ambientes em centenas de máquinas físicas de uma única vez.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Realização de atualizações, verificações de segurança em todos os desktops virtuais.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6" name="Google Shape;306;p27"/>
          <p:cNvPicPr preferRelativeResize="0"/>
          <p:nvPr/>
        </p:nvPicPr>
        <p:blipFill rotWithShape="1">
          <a:blip r:embed="rId3">
            <a:alphaModFix/>
          </a:blip>
          <a:srcRect l="10570" t="43067" r="12500" b="39116"/>
          <a:stretch/>
        </p:blipFill>
        <p:spPr>
          <a:xfrm>
            <a:off x="4915650" y="3137325"/>
            <a:ext cx="2680700" cy="40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3">
            <a:alphaModFix/>
          </a:blip>
          <a:srcRect l="8400" t="7973" r="9084" b="61525"/>
          <a:stretch/>
        </p:blipFill>
        <p:spPr>
          <a:xfrm>
            <a:off x="4839950" y="2348450"/>
            <a:ext cx="2875349" cy="69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557E926-71B7-4B9A-B273-205E824550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1451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Virtualização: Funções de rede</a:t>
            </a:r>
            <a:endParaRPr/>
          </a:p>
        </p:txBody>
      </p:sp>
      <p:sp>
        <p:nvSpPr>
          <p:cNvPr id="313" name="Google Shape;313;p28"/>
          <p:cNvSpPr txBox="1">
            <a:spLocks noGrp="1"/>
          </p:cNvSpPr>
          <p:nvPr>
            <p:ph type="body" idx="1"/>
          </p:nvPr>
        </p:nvSpPr>
        <p:spPr>
          <a:xfrm>
            <a:off x="1403625" y="983850"/>
            <a:ext cx="70389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Técnica para prover as principais funções de uma rede para distribuí-las entre os ambientes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sp>
        <p:nvSpPr>
          <p:cNvPr id="315" name="Google Shape;315;p28"/>
          <p:cNvSpPr/>
          <p:nvPr/>
        </p:nvSpPr>
        <p:spPr>
          <a:xfrm>
            <a:off x="4708425" y="2039450"/>
            <a:ext cx="3112200" cy="26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28"/>
          <p:cNvPicPr preferRelativeResize="0"/>
          <p:nvPr/>
        </p:nvPicPr>
        <p:blipFill rotWithShape="1">
          <a:blip r:embed="rId3">
            <a:alphaModFix/>
          </a:blip>
          <a:srcRect t="59724"/>
          <a:stretch/>
        </p:blipFill>
        <p:spPr>
          <a:xfrm>
            <a:off x="4684425" y="3629600"/>
            <a:ext cx="3160225" cy="10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/>
        </p:nvSpPr>
        <p:spPr>
          <a:xfrm>
            <a:off x="703385" y="2388050"/>
            <a:ext cx="3731965" cy="23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Redução do número de componentes físicos (roteadores, cabos, servidores, </a:t>
            </a:r>
            <a:r>
              <a:rPr lang="pt-BR" sz="1600" dirty="0" err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etc</a:t>
            </a: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) do ambiente.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t="43731" b="40276"/>
          <a:stretch/>
        </p:blipFill>
        <p:spPr>
          <a:xfrm>
            <a:off x="4684400" y="3203800"/>
            <a:ext cx="3160225" cy="4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/>
          <p:cNvPicPr preferRelativeResize="0"/>
          <p:nvPr/>
        </p:nvPicPr>
        <p:blipFill rotWithShape="1">
          <a:blip r:embed="rId3">
            <a:alphaModFix/>
          </a:blip>
          <a:srcRect b="57363"/>
          <a:stretch/>
        </p:blipFill>
        <p:spPr>
          <a:xfrm>
            <a:off x="4684425" y="2068600"/>
            <a:ext cx="3160225" cy="11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F341190-8CF4-4C4F-905E-C34FA0AB4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1451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Virtualização: Dados</a:t>
            </a:r>
            <a:endParaRPr/>
          </a:p>
        </p:txBody>
      </p:sp>
      <p:sp>
        <p:nvSpPr>
          <p:cNvPr id="325" name="Google Shape;325;p29"/>
          <p:cNvSpPr txBox="1">
            <a:spLocks noGrp="1"/>
          </p:cNvSpPr>
          <p:nvPr>
            <p:ph type="body" idx="1"/>
          </p:nvPr>
        </p:nvSpPr>
        <p:spPr>
          <a:xfrm>
            <a:off x="1403625" y="983850"/>
            <a:ext cx="70389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Técnica de processar dinamicamente os dados oriundos de diversas fontes. Chamado de “Suprimento dinâmico”.</a:t>
            </a:r>
            <a:endParaRPr sz="1800" dirty="0"/>
          </a:p>
        </p:txBody>
      </p:sp>
      <p:sp>
        <p:nvSpPr>
          <p:cNvPr id="327" name="Google Shape;327;p29"/>
          <p:cNvSpPr txBox="1"/>
          <p:nvPr/>
        </p:nvSpPr>
        <p:spPr>
          <a:xfrm>
            <a:off x="972475" y="2388050"/>
            <a:ext cx="3519300" cy="23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Transformação dos dados de acordo com a necessidade do usuário.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Obtenção de qualquer dado no formato e momento certo.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4708450" y="2039450"/>
            <a:ext cx="3112200" cy="26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3">
            <a:alphaModFix/>
          </a:blip>
          <a:srcRect l="11299" t="62696" r="10391" b="5471"/>
          <a:stretch/>
        </p:blipFill>
        <p:spPr>
          <a:xfrm>
            <a:off x="4910250" y="3672375"/>
            <a:ext cx="2756400" cy="8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/>
          <p:cNvPicPr preferRelativeResize="0"/>
          <p:nvPr/>
        </p:nvPicPr>
        <p:blipFill rotWithShape="1">
          <a:blip r:embed="rId3">
            <a:alphaModFix/>
          </a:blip>
          <a:srcRect l="8834" t="46345" r="9285" b="39663"/>
          <a:stretch/>
        </p:blipFill>
        <p:spPr>
          <a:xfrm>
            <a:off x="4823525" y="3243525"/>
            <a:ext cx="2882051" cy="3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 rotWithShape="1">
          <a:blip r:embed="rId3">
            <a:alphaModFix/>
          </a:blip>
          <a:srcRect l="36675" t="6676" r="36611" b="56897"/>
          <a:stretch/>
        </p:blipFill>
        <p:spPr>
          <a:xfrm>
            <a:off x="5803550" y="2226325"/>
            <a:ext cx="940300" cy="9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92236EC-22EE-4773-9052-F6FE0B928F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Containers</a:t>
            </a:r>
            <a:endParaRPr/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1"/>
          </p:nvPr>
        </p:nvSpPr>
        <p:spPr>
          <a:xfrm>
            <a:off x="1297500" y="1393200"/>
            <a:ext cx="7038900" cy="3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O que é o container?</a:t>
            </a:r>
            <a:endParaRPr sz="18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Um “tipo” de virtualização a nível de sistema operacional.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O que os containers permitem?</a:t>
            </a:r>
            <a:endParaRPr sz="18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/>
              <a:t>Execução de aplicações isoladas em um único sistema operacional real.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Como eles funcionam?</a:t>
            </a:r>
            <a:endParaRPr sz="18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 dirty="0">
                <a:solidFill>
                  <a:schemeClr val="lt2"/>
                </a:solidFill>
              </a:rPr>
              <a:t>Compartilham</a:t>
            </a:r>
            <a:r>
              <a:rPr lang="pt-BR" sz="1800" dirty="0"/>
              <a:t> funções do </a:t>
            </a:r>
            <a:r>
              <a:rPr lang="pt-BR" sz="1800" i="1" dirty="0"/>
              <a:t>kernel</a:t>
            </a:r>
            <a:r>
              <a:rPr lang="pt-BR" sz="1800" dirty="0"/>
              <a:t> do Sistema Operacional.</a:t>
            </a:r>
            <a:endParaRPr sz="18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108CD31-70FB-42EC-A520-984F5FA6CF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Containers</a:t>
            </a:r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body" idx="1"/>
          </p:nvPr>
        </p:nvSpPr>
        <p:spPr>
          <a:xfrm>
            <a:off x="1297500" y="1110200"/>
            <a:ext cx="7038900" cy="21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600" dirty="0"/>
              <a:t>Containers não funcionam exatamente como a virtualização tradicional (máquina virtual).</a:t>
            </a:r>
            <a:endParaRPr sz="1600" dirty="0"/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600" dirty="0"/>
              <a:t>Numa mesma máquina virtual estão um sistema operacional e vários processos isolados (MySQL, </a:t>
            </a:r>
            <a:r>
              <a:rPr lang="pt-BR" sz="1600" dirty="0" err="1"/>
              <a:t>phpMyAdmin</a:t>
            </a:r>
            <a:r>
              <a:rPr lang="pt-BR" sz="1600" dirty="0"/>
              <a:t>). </a:t>
            </a: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600" dirty="0"/>
              <a:t>Num container está um grupo de processos isolados dos demais processos que compartilham um sistema operacional.</a:t>
            </a:r>
            <a:endParaRPr sz="1600" dirty="0">
              <a:solidFill>
                <a:srgbClr val="E06666"/>
              </a:solidFill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1297500" y="3349163"/>
            <a:ext cx="72837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Benefícios: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Divisão de responsabilidades (isolar as ferramentas para cada container)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○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Nenhuma ferramenta interfere no funcionamento da outra.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pt-BR" sz="1600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Eficiência e flexibilidade.</a:t>
            </a:r>
            <a:endParaRPr sz="16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9B33554-0C2F-4C6B-98F5-1CE7F4A79D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65061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visual de Containers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1385875" y="4563025"/>
            <a:ext cx="29547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Arquitetura Virtual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5056925" y="4563025"/>
            <a:ext cx="30186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Arquitetura com Containers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1353913" y="3566763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1353913" y="3980463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1353938" y="3153063"/>
            <a:ext cx="30186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Hypervisor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5056925" y="3566763"/>
            <a:ext cx="3018600" cy="4137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Sistema Operacional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5056925" y="3980463"/>
            <a:ext cx="3018600" cy="413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Hardware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5056950" y="3153063"/>
            <a:ext cx="3018600" cy="413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Lato"/>
                <a:ea typeface="Lato"/>
                <a:cs typeface="Lato"/>
                <a:sym typeface="Lato"/>
              </a:rPr>
              <a:t>Container Engine (Docker)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8" name="Google Shape;358;p32"/>
          <p:cNvGrpSpPr/>
          <p:nvPr/>
        </p:nvGrpSpPr>
        <p:grpSpPr>
          <a:xfrm>
            <a:off x="5056913" y="1930959"/>
            <a:ext cx="1006200" cy="1222109"/>
            <a:chOff x="5056913" y="1930959"/>
            <a:chExt cx="1006200" cy="1222109"/>
          </a:xfrm>
        </p:grpSpPr>
        <p:grpSp>
          <p:nvGrpSpPr>
            <p:cNvPr id="359" name="Google Shape;359;p32"/>
            <p:cNvGrpSpPr/>
            <p:nvPr/>
          </p:nvGrpSpPr>
          <p:grpSpPr>
            <a:xfrm>
              <a:off x="5056913" y="1930959"/>
              <a:ext cx="1006200" cy="1222109"/>
              <a:chOff x="5585475" y="748275"/>
              <a:chExt cx="1006200" cy="1638875"/>
            </a:xfrm>
          </p:grpSpPr>
          <p:sp>
            <p:nvSpPr>
              <p:cNvPr id="360" name="Google Shape;360;p32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1" name="Google Shape;361;p32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62" name="Google Shape;362;p32"/>
            <p:cNvSpPr/>
            <p:nvPr/>
          </p:nvSpPr>
          <p:spPr>
            <a:xfrm>
              <a:off x="5109725" y="26935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5109725" y="2274150"/>
              <a:ext cx="900600" cy="3573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Aplicação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64" name="Google Shape;364;p32"/>
          <p:cNvGrpSpPr/>
          <p:nvPr/>
        </p:nvGrpSpPr>
        <p:grpSpPr>
          <a:xfrm>
            <a:off x="6063138" y="1930959"/>
            <a:ext cx="1006200" cy="1222109"/>
            <a:chOff x="5056913" y="1930959"/>
            <a:chExt cx="1006200" cy="1222109"/>
          </a:xfrm>
        </p:grpSpPr>
        <p:grpSp>
          <p:nvGrpSpPr>
            <p:cNvPr id="365" name="Google Shape;365;p32"/>
            <p:cNvGrpSpPr/>
            <p:nvPr/>
          </p:nvGrpSpPr>
          <p:grpSpPr>
            <a:xfrm>
              <a:off x="5056913" y="1930959"/>
              <a:ext cx="1006200" cy="1222109"/>
              <a:chOff x="5585475" y="748275"/>
              <a:chExt cx="1006200" cy="1638875"/>
            </a:xfrm>
          </p:grpSpPr>
          <p:sp>
            <p:nvSpPr>
              <p:cNvPr id="366" name="Google Shape;366;p32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" name="Google Shape;367;p32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68" name="Google Shape;368;p32"/>
            <p:cNvSpPr/>
            <p:nvPr/>
          </p:nvSpPr>
          <p:spPr>
            <a:xfrm>
              <a:off x="5109725" y="26935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5109725" y="2274150"/>
              <a:ext cx="900600" cy="3573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Aplicação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0" name="Google Shape;370;p32"/>
          <p:cNvGrpSpPr/>
          <p:nvPr/>
        </p:nvGrpSpPr>
        <p:grpSpPr>
          <a:xfrm>
            <a:off x="7069363" y="1930959"/>
            <a:ext cx="1006200" cy="1222109"/>
            <a:chOff x="5056913" y="1930959"/>
            <a:chExt cx="1006200" cy="1222109"/>
          </a:xfrm>
        </p:grpSpPr>
        <p:grpSp>
          <p:nvGrpSpPr>
            <p:cNvPr id="371" name="Google Shape;371;p32"/>
            <p:cNvGrpSpPr/>
            <p:nvPr/>
          </p:nvGrpSpPr>
          <p:grpSpPr>
            <a:xfrm>
              <a:off x="5056913" y="1930959"/>
              <a:ext cx="1006200" cy="1222109"/>
              <a:chOff x="5585475" y="748275"/>
              <a:chExt cx="1006200" cy="1638875"/>
            </a:xfrm>
          </p:grpSpPr>
          <p:sp>
            <p:nvSpPr>
              <p:cNvPr id="372" name="Google Shape;372;p32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3" name="Google Shape;373;p32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74" name="Google Shape;374;p32"/>
            <p:cNvSpPr/>
            <p:nvPr/>
          </p:nvSpPr>
          <p:spPr>
            <a:xfrm>
              <a:off x="5109725" y="26935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5109725" y="2274150"/>
              <a:ext cx="900600" cy="3573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Aplicação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6" name="Google Shape;376;p32"/>
          <p:cNvGrpSpPr/>
          <p:nvPr/>
        </p:nvGrpSpPr>
        <p:grpSpPr>
          <a:xfrm>
            <a:off x="1353938" y="1514188"/>
            <a:ext cx="3018625" cy="1638888"/>
            <a:chOff x="1353938" y="1514188"/>
            <a:chExt cx="3018625" cy="1638888"/>
          </a:xfrm>
        </p:grpSpPr>
        <p:grpSp>
          <p:nvGrpSpPr>
            <p:cNvPr id="377" name="Google Shape;377;p32"/>
            <p:cNvGrpSpPr/>
            <p:nvPr/>
          </p:nvGrpSpPr>
          <p:grpSpPr>
            <a:xfrm>
              <a:off x="2360162" y="1514200"/>
              <a:ext cx="2012400" cy="1638875"/>
              <a:chOff x="5585475" y="748275"/>
              <a:chExt cx="1006200" cy="1638875"/>
            </a:xfrm>
          </p:grpSpPr>
          <p:sp>
            <p:nvSpPr>
              <p:cNvPr id="378" name="Google Shape;378;p32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9" name="Google Shape;379;p32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latin typeface="Lato"/>
                    <a:ea typeface="Lato"/>
                    <a:cs typeface="Lato"/>
                    <a:sym typeface="Lato"/>
                  </a:rPr>
                  <a:t>VM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0" name="Google Shape;380;p32"/>
            <p:cNvGrpSpPr/>
            <p:nvPr/>
          </p:nvGrpSpPr>
          <p:grpSpPr>
            <a:xfrm>
              <a:off x="1353938" y="1514188"/>
              <a:ext cx="1006200" cy="1638875"/>
              <a:chOff x="5585475" y="748275"/>
              <a:chExt cx="1006200" cy="1638875"/>
            </a:xfrm>
          </p:grpSpPr>
          <p:sp>
            <p:nvSpPr>
              <p:cNvPr id="381" name="Google Shape;381;p32"/>
              <p:cNvSpPr/>
              <p:nvPr/>
            </p:nvSpPr>
            <p:spPr>
              <a:xfrm>
                <a:off x="5585475" y="797150"/>
                <a:ext cx="1006200" cy="1590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2" name="Google Shape;382;p32"/>
              <p:cNvSpPr/>
              <p:nvPr/>
            </p:nvSpPr>
            <p:spPr>
              <a:xfrm>
                <a:off x="5638288" y="1160163"/>
                <a:ext cx="900600" cy="357300"/>
              </a:xfrm>
              <a:prstGeom prst="rect">
                <a:avLst/>
              </a:prstGeom>
              <a:solidFill>
                <a:srgbClr val="FF99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latin typeface="Lato"/>
                    <a:ea typeface="Lato"/>
                    <a:cs typeface="Lato"/>
                    <a:sym typeface="Lato"/>
                  </a:rPr>
                  <a:t>Aplicação</a:t>
                </a:r>
                <a:endParaRPr sz="12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3" name="Google Shape;383;p32"/>
              <p:cNvSpPr/>
              <p:nvPr/>
            </p:nvSpPr>
            <p:spPr>
              <a:xfrm>
                <a:off x="5638275" y="1930213"/>
                <a:ext cx="900600" cy="413700"/>
              </a:xfrm>
              <a:prstGeom prst="rect">
                <a:avLst/>
              </a:prstGeom>
              <a:solidFill>
                <a:srgbClr val="4A86E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 b="1">
                    <a:latin typeface="Lato"/>
                    <a:ea typeface="Lato"/>
                    <a:cs typeface="Lato"/>
                    <a:sym typeface="Lato"/>
                  </a:rPr>
                  <a:t>Sistema Operacional</a:t>
                </a:r>
                <a:endParaRPr sz="10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4" name="Google Shape;384;p32"/>
              <p:cNvSpPr txBox="1"/>
              <p:nvPr/>
            </p:nvSpPr>
            <p:spPr>
              <a:xfrm>
                <a:off x="5638275" y="748275"/>
                <a:ext cx="900600" cy="3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latin typeface="Lato"/>
                    <a:ea typeface="Lato"/>
                    <a:cs typeface="Lato"/>
                    <a:sym typeface="Lato"/>
                  </a:rPr>
                  <a:t>VM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85" name="Google Shape;385;p32"/>
            <p:cNvSpPr/>
            <p:nvPr/>
          </p:nvSpPr>
          <p:spPr>
            <a:xfrm>
              <a:off x="1406750" y="2317375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2916050" y="2319850"/>
              <a:ext cx="900600" cy="357300"/>
            </a:xfrm>
            <a:prstGeom prst="rect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Bins / Libs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2916038" y="2708275"/>
              <a:ext cx="900600" cy="413700"/>
            </a:xfrm>
            <a:prstGeom prst="rect">
              <a:avLst/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1">
                  <a:latin typeface="Lato"/>
                  <a:ea typeface="Lato"/>
                  <a:cs typeface="Lato"/>
                  <a:sym typeface="Lato"/>
                </a:rPr>
                <a:t>Sistema Operacional</a:t>
              </a:r>
              <a:endParaRPr sz="10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8" name="Google Shape;388;p32"/>
            <p:cNvSpPr/>
            <p:nvPr/>
          </p:nvSpPr>
          <p:spPr>
            <a:xfrm>
              <a:off x="3387950" y="1931425"/>
              <a:ext cx="900600" cy="3573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Aplicação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2423750" y="1931425"/>
              <a:ext cx="900600" cy="3573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latin typeface="Lato"/>
                  <a:ea typeface="Lato"/>
                  <a:cs typeface="Lato"/>
                  <a:sym typeface="Lato"/>
                </a:rPr>
                <a:t>Aplicação</a:t>
              </a:r>
              <a:endParaRPr sz="1200"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F120FE8-0D51-4B3B-BD7B-4C3F304AB3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>
            <a:spLocks noGrp="1"/>
          </p:cNvSpPr>
          <p:nvPr>
            <p:ph type="body" idx="1"/>
          </p:nvPr>
        </p:nvSpPr>
        <p:spPr>
          <a:xfrm>
            <a:off x="1289900" y="13837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pt-BR" sz="1800" dirty="0"/>
              <a:t>Plataforma para criação e administração de ambientes isolados.</a:t>
            </a:r>
            <a:endParaRPr sz="1800" dirty="0"/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pt-BR" sz="1800" dirty="0"/>
              <a:t>Open </a:t>
            </a:r>
            <a:r>
              <a:rPr lang="pt-BR" sz="1800" dirty="0" err="1"/>
              <a:t>Source</a:t>
            </a:r>
            <a:r>
              <a:rPr lang="pt-BR" sz="1800" dirty="0"/>
              <a:t> escrito em Go (linguagem de programação de alto desempenho desenvolvida dentro do Google)</a:t>
            </a:r>
            <a:endParaRPr sz="1800" dirty="0"/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Possui recursos isolados que utilizam bibliotecas de kernel em comum (entre SO e container). </a:t>
            </a: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Isso é possível pois o Docker utiliza como </a:t>
            </a:r>
            <a:r>
              <a:rPr lang="pt-BR" sz="1800" dirty="0" err="1"/>
              <a:t>backend</a:t>
            </a:r>
            <a:r>
              <a:rPr lang="pt-BR" sz="1800" dirty="0"/>
              <a:t> o LXC</a:t>
            </a:r>
            <a:endParaRPr sz="1800" dirty="0"/>
          </a:p>
        </p:txBody>
      </p:sp>
      <p:pic>
        <p:nvPicPr>
          <p:cNvPr id="395" name="Google Shape;3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000" y="134800"/>
            <a:ext cx="1373325" cy="1173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p33"/>
          <p:cNvGrpSpPr/>
          <p:nvPr/>
        </p:nvGrpSpPr>
        <p:grpSpPr>
          <a:xfrm>
            <a:off x="6694808" y="3833127"/>
            <a:ext cx="2052000" cy="1332000"/>
            <a:chOff x="4976600" y="3383500"/>
            <a:chExt cx="2336650" cy="1575850"/>
          </a:xfrm>
        </p:grpSpPr>
        <p:pic>
          <p:nvPicPr>
            <p:cNvPr id="397" name="Google Shape;397;p33"/>
            <p:cNvPicPr preferRelativeResize="0"/>
            <p:nvPr/>
          </p:nvPicPr>
          <p:blipFill rotWithShape="1">
            <a:blip r:embed="rId4">
              <a:alphaModFix/>
            </a:blip>
            <a:srcRect l="7185" r="41747"/>
            <a:stretch/>
          </p:blipFill>
          <p:spPr>
            <a:xfrm>
              <a:off x="4976600" y="3383500"/>
              <a:ext cx="1494500" cy="1575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3"/>
            <p:cNvSpPr txBox="1"/>
            <p:nvPr/>
          </p:nvSpPr>
          <p:spPr>
            <a:xfrm>
              <a:off x="6342150" y="3878650"/>
              <a:ext cx="9711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LXC</a:t>
              </a:r>
              <a:endParaRPr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86F6BAD-401F-4740-BE18-0D2C34CBF0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>
            <a:spLocks noGrp="1"/>
          </p:cNvSpPr>
          <p:nvPr>
            <p:ph type="body" idx="1"/>
          </p:nvPr>
        </p:nvSpPr>
        <p:spPr>
          <a:xfrm>
            <a:off x="1289900" y="13837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dirty="0"/>
              <a:t>Possibilita o empacotamento de uma aplicação ou ambiente inteiro dentro de um container e, a partir desse momento, o ambiente inteiro torna-se portável para qualquer outro sistema operacional que contenha o Docker instalado.</a:t>
            </a:r>
            <a:endParaRPr sz="1800" dirty="0">
              <a:solidFill>
                <a:schemeClr val="lt2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○"/>
            </a:pPr>
            <a:r>
              <a:rPr lang="pt-BR" sz="1800" dirty="0">
                <a:solidFill>
                  <a:schemeClr val="lt2"/>
                </a:solidFill>
              </a:rPr>
              <a:t>Redução drástica do tempo de </a:t>
            </a:r>
            <a:r>
              <a:rPr lang="pt-BR" sz="1800" i="1" dirty="0" err="1">
                <a:solidFill>
                  <a:schemeClr val="lt2"/>
                </a:solidFill>
              </a:rPr>
              <a:t>deploy</a:t>
            </a:r>
            <a:r>
              <a:rPr lang="pt-BR" sz="1800" dirty="0">
                <a:solidFill>
                  <a:schemeClr val="lt2"/>
                </a:solidFill>
              </a:rPr>
              <a:t> de alguma infraestrutura ou </a:t>
            </a:r>
            <a:r>
              <a:rPr lang="pt-BR" sz="1800">
                <a:solidFill>
                  <a:schemeClr val="lt2"/>
                </a:solidFill>
              </a:rPr>
              <a:t>até mesmo uma aplicação.</a:t>
            </a:r>
            <a:endParaRPr sz="1800" dirty="0">
              <a:solidFill>
                <a:schemeClr val="lt2"/>
              </a:solidFill>
            </a:endParaRPr>
          </a:p>
        </p:txBody>
      </p:sp>
      <p:pic>
        <p:nvPicPr>
          <p:cNvPr id="404" name="Google Shape;4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000" y="134800"/>
            <a:ext cx="1373325" cy="11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C2E076-DF41-47EC-82A1-B5B5AE0067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1030</Words>
  <Application>Microsoft Office PowerPoint</Application>
  <PresentationFormat>Apresentação na tela (16:9)</PresentationFormat>
  <Paragraphs>204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Montserrat</vt:lpstr>
      <vt:lpstr>Arial</vt:lpstr>
      <vt:lpstr>Lato</vt:lpstr>
      <vt:lpstr>Focus</vt:lpstr>
      <vt:lpstr>Virtualização e Containers</vt:lpstr>
      <vt:lpstr>Plano de Aula</vt:lpstr>
      <vt:lpstr>Conceitos de Virtualização</vt:lpstr>
      <vt:lpstr>Conceitos de Virtualização</vt:lpstr>
      <vt:lpstr>Máquina Virtual (VM)</vt:lpstr>
      <vt:lpstr>Máquina Virtual (VM)</vt:lpstr>
      <vt:lpstr>Hypervisores</vt:lpstr>
      <vt:lpstr>Hypervisor Tipo I - Nativo</vt:lpstr>
      <vt:lpstr>Hypervisor Tipo II - Hospedado</vt:lpstr>
      <vt:lpstr>Hypervisor Tipo II - Hospedado</vt:lpstr>
      <vt:lpstr>Suporte para Virtualização</vt:lpstr>
      <vt:lpstr>Suporte para Virtualização</vt:lpstr>
      <vt:lpstr>Tipos de Virtualização: Servidores</vt:lpstr>
      <vt:lpstr>Tipos de Virtualização: Sistemas Operacionais</vt:lpstr>
      <vt:lpstr>Tipos de Virtualização: Desktop</vt:lpstr>
      <vt:lpstr>Tipos de Virtualização: Funções de rede</vt:lpstr>
      <vt:lpstr>Tipos de Virtualização: Dados</vt:lpstr>
      <vt:lpstr>Conceitos de Containers</vt:lpstr>
      <vt:lpstr>Conceitos de Containers</vt:lpstr>
      <vt:lpstr>Definição visual de Containers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Virtualização e Containers</dc:title>
  <dc:creator>André Leon Gradvohl</dc:creator>
  <cp:lastModifiedBy>Andre Leon Gradvohl</cp:lastModifiedBy>
  <cp:revision>11</cp:revision>
  <dcterms:modified xsi:type="dcterms:W3CDTF">2021-06-16T22:55:59Z</dcterms:modified>
</cp:coreProperties>
</file>