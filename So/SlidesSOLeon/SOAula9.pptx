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9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270" r:id="rId4"/>
    <p:sldId id="258" r:id="rId5"/>
    <p:sldId id="259" r:id="rId6"/>
    <p:sldId id="281" r:id="rId7"/>
    <p:sldId id="282" r:id="rId8"/>
    <p:sldId id="277" r:id="rId9"/>
    <p:sldId id="278" r:id="rId10"/>
    <p:sldId id="279" r:id="rId11"/>
    <p:sldId id="280" r:id="rId12"/>
    <p:sldId id="260" r:id="rId13"/>
    <p:sldId id="261" r:id="rId14"/>
    <p:sldId id="276" r:id="rId15"/>
    <p:sldId id="273" r:id="rId16"/>
    <p:sldId id="274" r:id="rId17"/>
    <p:sldId id="275" r:id="rId18"/>
    <p:sldId id="263" r:id="rId19"/>
    <p:sldId id="269" r:id="rId20"/>
    <p:sldId id="264" r:id="rId21"/>
    <p:sldId id="265" r:id="rId22"/>
    <p:sldId id="266" r:id="rId23"/>
    <p:sldId id="267" r:id="rId24"/>
  </p:sldIdLst>
  <p:sldSz cx="9144000" cy="6858000" type="screen4x3"/>
  <p:notesSz cx="9144000" cy="6858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EEA"/>
    <a:srgbClr val="ECDBD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660"/>
  </p:normalViewPr>
  <p:slideViewPr>
    <p:cSldViewPr>
      <p:cViewPr varScale="1">
        <p:scale>
          <a:sx n="78" d="100"/>
          <a:sy n="78" d="100"/>
        </p:scale>
        <p:origin x="1042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38F6A5-E188-419E-97E2-07B5D1E7B86D}" type="doc">
      <dgm:prSet loTypeId="urn:microsoft.com/office/officeart/2005/8/layout/pyramid1" loCatId="pyramid" qsTypeId="urn:microsoft.com/office/officeart/2005/8/quickstyle/3d2" qsCatId="3D" csTypeId="urn:microsoft.com/office/officeart/2005/8/colors/colorful4" csCatId="colorful" phldr="1"/>
      <dgm:spPr/>
    </dgm:pt>
    <dgm:pt modelId="{5B60169C-7A0D-4694-8774-7FD96279CC9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>
              <a:ln/>
              <a:effectLst/>
              <a:latin typeface="Arial" charset="0"/>
              <a:cs typeface="Arial" charset="0"/>
            </a:rPr>
            <a:t>Regs</a:t>
          </a:r>
        </a:p>
      </dgm:t>
    </dgm:pt>
    <dgm:pt modelId="{356ECFB7-7B6F-4421-8ACF-837537370DB0}" type="parTrans" cxnId="{52056284-66BA-46B5-997A-3CD2DCF7428B}">
      <dgm:prSet/>
      <dgm:spPr/>
      <dgm:t>
        <a:bodyPr/>
        <a:lstStyle/>
        <a:p>
          <a:endParaRPr lang="pt-BR"/>
        </a:p>
      </dgm:t>
    </dgm:pt>
    <dgm:pt modelId="{17BABC9C-7A03-4E1E-8749-51C42EECB6AA}" type="sibTrans" cxnId="{52056284-66BA-46B5-997A-3CD2DCF7428B}">
      <dgm:prSet/>
      <dgm:spPr/>
      <dgm:t>
        <a:bodyPr/>
        <a:lstStyle/>
        <a:p>
          <a:endParaRPr lang="pt-BR"/>
        </a:p>
      </dgm:t>
    </dgm:pt>
    <dgm:pt modelId="{B77EB2DB-AB75-4327-A38C-6153DE607B6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 dirty="0">
              <a:ln/>
              <a:effectLst/>
              <a:latin typeface="Arial" charset="0"/>
              <a:cs typeface="Arial" charset="0"/>
            </a:rPr>
            <a:t>Cache</a:t>
          </a:r>
        </a:p>
      </dgm:t>
    </dgm:pt>
    <dgm:pt modelId="{111AD673-83E0-4A60-A62A-6090C502E25A}" type="parTrans" cxnId="{C21CC9E3-1B13-424E-9B62-8A59D39F2D01}">
      <dgm:prSet/>
      <dgm:spPr/>
      <dgm:t>
        <a:bodyPr/>
        <a:lstStyle/>
        <a:p>
          <a:endParaRPr lang="pt-BR"/>
        </a:p>
      </dgm:t>
    </dgm:pt>
    <dgm:pt modelId="{6DC731E1-BB1B-49AA-B1C6-76D804F063A2}" type="sibTrans" cxnId="{C21CC9E3-1B13-424E-9B62-8A59D39F2D01}">
      <dgm:prSet/>
      <dgm:spPr/>
      <dgm:t>
        <a:bodyPr/>
        <a:lstStyle/>
        <a:p>
          <a:endParaRPr lang="pt-BR"/>
        </a:p>
      </dgm:t>
    </dgm:pt>
    <dgm:pt modelId="{5F9D0E62-6EC8-471E-A581-96B740D3BDD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 dirty="0">
              <a:ln/>
              <a:effectLst/>
              <a:latin typeface="Arial" charset="0"/>
              <a:cs typeface="Arial" charset="0"/>
            </a:rPr>
            <a:t>Memória RAM</a:t>
          </a:r>
        </a:p>
      </dgm:t>
    </dgm:pt>
    <dgm:pt modelId="{B1B6D089-C143-424B-8971-FA0FC306A7AA}" type="parTrans" cxnId="{4FB3CAD1-7747-43AF-BDA3-AEB6412423BC}">
      <dgm:prSet/>
      <dgm:spPr/>
      <dgm:t>
        <a:bodyPr/>
        <a:lstStyle/>
        <a:p>
          <a:endParaRPr lang="pt-BR"/>
        </a:p>
      </dgm:t>
    </dgm:pt>
    <dgm:pt modelId="{4CA24C63-6898-45DD-8B6F-0EF93C1E747F}" type="sibTrans" cxnId="{4FB3CAD1-7747-43AF-BDA3-AEB6412423BC}">
      <dgm:prSet/>
      <dgm:spPr/>
      <dgm:t>
        <a:bodyPr/>
        <a:lstStyle/>
        <a:p>
          <a:endParaRPr lang="pt-BR"/>
        </a:p>
      </dgm:t>
    </dgm:pt>
    <dgm:pt modelId="{95265BE7-8A4E-416C-A26B-EE76CFDD5F0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 dirty="0">
              <a:ln/>
              <a:effectLst/>
              <a:latin typeface="Arial" charset="0"/>
              <a:cs typeface="Arial" charset="0"/>
            </a:rPr>
            <a:t>Cache de Disco</a:t>
          </a:r>
        </a:p>
      </dgm:t>
    </dgm:pt>
    <dgm:pt modelId="{8D8D7240-3CA9-4D44-A6FF-C92EB02B9EEF}" type="parTrans" cxnId="{ABE3DBA1-21A2-4D89-BB52-4C8E8E6AF722}">
      <dgm:prSet/>
      <dgm:spPr/>
      <dgm:t>
        <a:bodyPr/>
        <a:lstStyle/>
        <a:p>
          <a:endParaRPr lang="pt-BR"/>
        </a:p>
      </dgm:t>
    </dgm:pt>
    <dgm:pt modelId="{878CB8D8-3091-45DF-9AD8-ABCC3D3977B4}" type="sibTrans" cxnId="{ABE3DBA1-21A2-4D89-BB52-4C8E8E6AF722}">
      <dgm:prSet/>
      <dgm:spPr/>
      <dgm:t>
        <a:bodyPr/>
        <a:lstStyle/>
        <a:p>
          <a:endParaRPr lang="pt-BR"/>
        </a:p>
      </dgm:t>
    </dgm:pt>
    <dgm:pt modelId="{FACA0AF8-BA7C-489A-8517-667E548CF6C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 dirty="0">
              <a:ln/>
              <a:effectLst/>
              <a:latin typeface="Arial" charset="0"/>
              <a:cs typeface="Arial" charset="0"/>
            </a:rPr>
            <a:t>Disco Magnético</a:t>
          </a:r>
        </a:p>
      </dgm:t>
    </dgm:pt>
    <dgm:pt modelId="{5FE642E5-81D3-49E5-ADD5-73C9FE198919}" type="parTrans" cxnId="{73D9B8AD-CAE2-402B-8FB3-545F9A3CC4BC}">
      <dgm:prSet/>
      <dgm:spPr/>
      <dgm:t>
        <a:bodyPr/>
        <a:lstStyle/>
        <a:p>
          <a:endParaRPr lang="pt-BR"/>
        </a:p>
      </dgm:t>
    </dgm:pt>
    <dgm:pt modelId="{91FAB253-A131-442B-928F-DCA8A380222E}" type="sibTrans" cxnId="{73D9B8AD-CAE2-402B-8FB3-545F9A3CC4BC}">
      <dgm:prSet/>
      <dgm:spPr/>
      <dgm:t>
        <a:bodyPr/>
        <a:lstStyle/>
        <a:p>
          <a:endParaRPr lang="pt-BR"/>
        </a:p>
      </dgm:t>
    </dgm:pt>
    <dgm:pt modelId="{774A2DF9-E0E3-469B-8082-DA989ED73BA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>
              <a:ln/>
              <a:effectLst/>
              <a:latin typeface="Arial" charset="0"/>
              <a:cs typeface="Arial" charset="0"/>
            </a:rPr>
            <a:t>Disco Óptico</a:t>
          </a:r>
        </a:p>
      </dgm:t>
    </dgm:pt>
    <dgm:pt modelId="{CD674274-4F7F-41A6-82D1-F1841676F2F9}" type="parTrans" cxnId="{33BCED89-62FE-415C-B3C3-7867CAFF188A}">
      <dgm:prSet/>
      <dgm:spPr/>
      <dgm:t>
        <a:bodyPr/>
        <a:lstStyle/>
        <a:p>
          <a:endParaRPr lang="pt-BR"/>
        </a:p>
      </dgm:t>
    </dgm:pt>
    <dgm:pt modelId="{5F3483D2-D2FD-415D-8FF5-765906C0F312}" type="sibTrans" cxnId="{33BCED89-62FE-415C-B3C3-7867CAFF188A}">
      <dgm:prSet/>
      <dgm:spPr/>
      <dgm:t>
        <a:bodyPr/>
        <a:lstStyle/>
        <a:p>
          <a:endParaRPr lang="pt-BR"/>
        </a:p>
      </dgm:t>
    </dgm:pt>
    <dgm:pt modelId="{D5D91984-E574-42C3-AF17-B0461455A11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b="1" i="0" u="none" strike="noStrike" cap="none" normalizeH="0" baseline="0" dirty="0">
              <a:ln/>
              <a:effectLst/>
              <a:latin typeface="Arial" charset="0"/>
              <a:cs typeface="Arial" charset="0"/>
            </a:rPr>
            <a:t>Disco de Estado Sólido</a:t>
          </a:r>
        </a:p>
      </dgm:t>
    </dgm:pt>
    <dgm:pt modelId="{FAA08003-DA64-4FEB-AB68-81C05F016896}" type="parTrans" cxnId="{1FA00E6E-D1F2-4F3B-89D0-3279D301CB45}">
      <dgm:prSet/>
      <dgm:spPr/>
      <dgm:t>
        <a:bodyPr/>
        <a:lstStyle/>
        <a:p>
          <a:endParaRPr lang="pt-BR"/>
        </a:p>
      </dgm:t>
    </dgm:pt>
    <dgm:pt modelId="{6F0B3435-17AA-419C-ABC5-8A8D06998DCB}" type="sibTrans" cxnId="{1FA00E6E-D1F2-4F3B-89D0-3279D301CB45}">
      <dgm:prSet/>
      <dgm:spPr/>
      <dgm:t>
        <a:bodyPr/>
        <a:lstStyle/>
        <a:p>
          <a:endParaRPr lang="pt-BR"/>
        </a:p>
      </dgm:t>
    </dgm:pt>
    <dgm:pt modelId="{F2E0BFA1-CCD0-46EC-89A9-20EC9522C472}" type="pres">
      <dgm:prSet presAssocID="{B638F6A5-E188-419E-97E2-07B5D1E7B86D}" presName="Name0" presStyleCnt="0">
        <dgm:presLayoutVars>
          <dgm:dir/>
          <dgm:animLvl val="lvl"/>
          <dgm:resizeHandles val="exact"/>
        </dgm:presLayoutVars>
      </dgm:prSet>
      <dgm:spPr/>
    </dgm:pt>
    <dgm:pt modelId="{3474AC82-E156-4F38-B828-2595381893A0}" type="pres">
      <dgm:prSet presAssocID="{5B60169C-7A0D-4694-8774-7FD96279CC94}" presName="Name8" presStyleCnt="0"/>
      <dgm:spPr/>
    </dgm:pt>
    <dgm:pt modelId="{2944A71B-A06A-49B3-AD32-54A246FC2DB5}" type="pres">
      <dgm:prSet presAssocID="{5B60169C-7A0D-4694-8774-7FD96279CC94}" presName="level" presStyleLbl="node1" presStyleIdx="0" presStyleCnt="7">
        <dgm:presLayoutVars>
          <dgm:chMax val="1"/>
          <dgm:bulletEnabled val="1"/>
        </dgm:presLayoutVars>
      </dgm:prSet>
      <dgm:spPr/>
    </dgm:pt>
    <dgm:pt modelId="{9B61673E-B44A-4B1C-B593-1C90825BA356}" type="pres">
      <dgm:prSet presAssocID="{5B60169C-7A0D-4694-8774-7FD96279CC9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00C3AB1-1838-4087-ADFD-E0CE19409C99}" type="pres">
      <dgm:prSet presAssocID="{B77EB2DB-AB75-4327-A38C-6153DE607B6D}" presName="Name8" presStyleCnt="0"/>
      <dgm:spPr/>
    </dgm:pt>
    <dgm:pt modelId="{04FED4ED-58C6-42D9-ADDC-11B2E723923F}" type="pres">
      <dgm:prSet presAssocID="{B77EB2DB-AB75-4327-A38C-6153DE607B6D}" presName="level" presStyleLbl="node1" presStyleIdx="1" presStyleCnt="7">
        <dgm:presLayoutVars>
          <dgm:chMax val="1"/>
          <dgm:bulletEnabled val="1"/>
        </dgm:presLayoutVars>
      </dgm:prSet>
      <dgm:spPr/>
    </dgm:pt>
    <dgm:pt modelId="{B361D899-C018-4B98-B489-4C873D938B77}" type="pres">
      <dgm:prSet presAssocID="{B77EB2DB-AB75-4327-A38C-6153DE607B6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BAB6361-B031-44AF-8D81-39C4A8368E07}" type="pres">
      <dgm:prSet presAssocID="{5F9D0E62-6EC8-471E-A581-96B740D3BDDD}" presName="Name8" presStyleCnt="0"/>
      <dgm:spPr/>
    </dgm:pt>
    <dgm:pt modelId="{6E9374BC-26D7-4E06-8C7C-397527A5CBE5}" type="pres">
      <dgm:prSet presAssocID="{5F9D0E62-6EC8-471E-A581-96B740D3BDDD}" presName="level" presStyleLbl="node1" presStyleIdx="2" presStyleCnt="7">
        <dgm:presLayoutVars>
          <dgm:chMax val="1"/>
          <dgm:bulletEnabled val="1"/>
        </dgm:presLayoutVars>
      </dgm:prSet>
      <dgm:spPr/>
    </dgm:pt>
    <dgm:pt modelId="{73C04117-A9D6-4D55-81D7-9A57D23FD68A}" type="pres">
      <dgm:prSet presAssocID="{5F9D0E62-6EC8-471E-A581-96B740D3BDD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4CF9041-5740-4A94-B9CE-BED815523B9A}" type="pres">
      <dgm:prSet presAssocID="{95265BE7-8A4E-416C-A26B-EE76CFDD5F0A}" presName="Name8" presStyleCnt="0"/>
      <dgm:spPr/>
    </dgm:pt>
    <dgm:pt modelId="{2B0C9507-8D73-4C58-AD99-F81FFF44CD82}" type="pres">
      <dgm:prSet presAssocID="{95265BE7-8A4E-416C-A26B-EE76CFDD5F0A}" presName="level" presStyleLbl="node1" presStyleIdx="3" presStyleCnt="7">
        <dgm:presLayoutVars>
          <dgm:chMax val="1"/>
          <dgm:bulletEnabled val="1"/>
        </dgm:presLayoutVars>
      </dgm:prSet>
      <dgm:spPr/>
    </dgm:pt>
    <dgm:pt modelId="{C8F3BB2F-182C-443A-BEF2-502C2B8E2098}" type="pres">
      <dgm:prSet presAssocID="{95265BE7-8A4E-416C-A26B-EE76CFDD5F0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10E19C9-4CE9-47F4-8640-3B4FA5086E86}" type="pres">
      <dgm:prSet presAssocID="{D5D91984-E574-42C3-AF17-B0461455A113}" presName="Name8" presStyleCnt="0"/>
      <dgm:spPr/>
    </dgm:pt>
    <dgm:pt modelId="{EC205F6F-DE5B-4029-8D12-062A0D858ACF}" type="pres">
      <dgm:prSet presAssocID="{D5D91984-E574-42C3-AF17-B0461455A113}" presName="level" presStyleLbl="node1" presStyleIdx="4" presStyleCnt="7">
        <dgm:presLayoutVars>
          <dgm:chMax val="1"/>
          <dgm:bulletEnabled val="1"/>
        </dgm:presLayoutVars>
      </dgm:prSet>
      <dgm:spPr/>
    </dgm:pt>
    <dgm:pt modelId="{DDAF71A9-82C6-4719-B5A5-77E0CA9CA757}" type="pres">
      <dgm:prSet presAssocID="{D5D91984-E574-42C3-AF17-B0461455A11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E78F128-E124-4CB9-B448-FCDC3B43EC5E}" type="pres">
      <dgm:prSet presAssocID="{FACA0AF8-BA7C-489A-8517-667E548CF6C5}" presName="Name8" presStyleCnt="0"/>
      <dgm:spPr/>
    </dgm:pt>
    <dgm:pt modelId="{086116CB-2513-489C-9C89-CB1FC056CAAB}" type="pres">
      <dgm:prSet presAssocID="{FACA0AF8-BA7C-489A-8517-667E548CF6C5}" presName="level" presStyleLbl="node1" presStyleIdx="5" presStyleCnt="7">
        <dgm:presLayoutVars>
          <dgm:chMax val="1"/>
          <dgm:bulletEnabled val="1"/>
        </dgm:presLayoutVars>
      </dgm:prSet>
      <dgm:spPr/>
    </dgm:pt>
    <dgm:pt modelId="{D41A630B-6182-432E-A692-9F87860C432D}" type="pres">
      <dgm:prSet presAssocID="{FACA0AF8-BA7C-489A-8517-667E548CF6C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E0B3952-E94C-4BAF-B620-AEEF04A28FB2}" type="pres">
      <dgm:prSet presAssocID="{774A2DF9-E0E3-469B-8082-DA989ED73BA1}" presName="Name8" presStyleCnt="0"/>
      <dgm:spPr/>
    </dgm:pt>
    <dgm:pt modelId="{CA7AECF2-732C-4D7E-8EDF-978CA1ADC64B}" type="pres">
      <dgm:prSet presAssocID="{774A2DF9-E0E3-469B-8082-DA989ED73BA1}" presName="level" presStyleLbl="node1" presStyleIdx="6" presStyleCnt="7">
        <dgm:presLayoutVars>
          <dgm:chMax val="1"/>
          <dgm:bulletEnabled val="1"/>
        </dgm:presLayoutVars>
      </dgm:prSet>
      <dgm:spPr/>
    </dgm:pt>
    <dgm:pt modelId="{7141B6F9-91BD-420B-A5DD-0B7C3B37F79C}" type="pres">
      <dgm:prSet presAssocID="{774A2DF9-E0E3-469B-8082-DA989ED73BA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46FA606-0453-4AF8-B4A2-BFEA95FE926B}" type="presOf" srcId="{B77EB2DB-AB75-4327-A38C-6153DE607B6D}" destId="{B361D899-C018-4B98-B489-4C873D938B77}" srcOrd="1" destOrd="0" presId="urn:microsoft.com/office/officeart/2005/8/layout/pyramid1"/>
    <dgm:cxn modelId="{92FD5208-E4E9-4E83-B77A-F440F812B4E9}" type="presOf" srcId="{774A2DF9-E0E3-469B-8082-DA989ED73BA1}" destId="{CA7AECF2-732C-4D7E-8EDF-978CA1ADC64B}" srcOrd="0" destOrd="0" presId="urn:microsoft.com/office/officeart/2005/8/layout/pyramid1"/>
    <dgm:cxn modelId="{F37E2510-7434-4049-9DB6-A8A1F3246C8C}" type="presOf" srcId="{B77EB2DB-AB75-4327-A38C-6153DE607B6D}" destId="{04FED4ED-58C6-42D9-ADDC-11B2E723923F}" srcOrd="0" destOrd="0" presId="urn:microsoft.com/office/officeart/2005/8/layout/pyramid1"/>
    <dgm:cxn modelId="{5827D663-A45D-4E08-A093-C6F6A8BD2DA5}" type="presOf" srcId="{D5D91984-E574-42C3-AF17-B0461455A113}" destId="{DDAF71A9-82C6-4719-B5A5-77E0CA9CA757}" srcOrd="1" destOrd="0" presId="urn:microsoft.com/office/officeart/2005/8/layout/pyramid1"/>
    <dgm:cxn modelId="{22CE474A-DE2B-466B-AF0D-B3C99DE26A53}" type="presOf" srcId="{5F9D0E62-6EC8-471E-A581-96B740D3BDDD}" destId="{73C04117-A9D6-4D55-81D7-9A57D23FD68A}" srcOrd="1" destOrd="0" presId="urn:microsoft.com/office/officeart/2005/8/layout/pyramid1"/>
    <dgm:cxn modelId="{8BD63A4D-E1D0-41FF-8292-585EF0E2A5E9}" type="presOf" srcId="{B638F6A5-E188-419E-97E2-07B5D1E7B86D}" destId="{F2E0BFA1-CCD0-46EC-89A9-20EC9522C472}" srcOrd="0" destOrd="0" presId="urn:microsoft.com/office/officeart/2005/8/layout/pyramid1"/>
    <dgm:cxn modelId="{1FA00E6E-D1F2-4F3B-89D0-3279D301CB45}" srcId="{B638F6A5-E188-419E-97E2-07B5D1E7B86D}" destId="{D5D91984-E574-42C3-AF17-B0461455A113}" srcOrd="4" destOrd="0" parTransId="{FAA08003-DA64-4FEB-AB68-81C05F016896}" sibTransId="{6F0B3435-17AA-419C-ABC5-8A8D06998DCB}"/>
    <dgm:cxn modelId="{5CCC7877-7A94-44FE-9E9F-ADC404763ABB}" type="presOf" srcId="{FACA0AF8-BA7C-489A-8517-667E548CF6C5}" destId="{086116CB-2513-489C-9C89-CB1FC056CAAB}" srcOrd="0" destOrd="0" presId="urn:microsoft.com/office/officeart/2005/8/layout/pyramid1"/>
    <dgm:cxn modelId="{52056284-66BA-46B5-997A-3CD2DCF7428B}" srcId="{B638F6A5-E188-419E-97E2-07B5D1E7B86D}" destId="{5B60169C-7A0D-4694-8774-7FD96279CC94}" srcOrd="0" destOrd="0" parTransId="{356ECFB7-7B6F-4421-8ACF-837537370DB0}" sibTransId="{17BABC9C-7A03-4E1E-8749-51C42EECB6AA}"/>
    <dgm:cxn modelId="{C4B2F185-DAF0-4CCA-BC6C-A8BDF94266AC}" type="presOf" srcId="{FACA0AF8-BA7C-489A-8517-667E548CF6C5}" destId="{D41A630B-6182-432E-A692-9F87860C432D}" srcOrd="1" destOrd="0" presId="urn:microsoft.com/office/officeart/2005/8/layout/pyramid1"/>
    <dgm:cxn modelId="{33BCED89-62FE-415C-B3C3-7867CAFF188A}" srcId="{B638F6A5-E188-419E-97E2-07B5D1E7B86D}" destId="{774A2DF9-E0E3-469B-8082-DA989ED73BA1}" srcOrd="6" destOrd="0" parTransId="{CD674274-4F7F-41A6-82D1-F1841676F2F9}" sibTransId="{5F3483D2-D2FD-415D-8FF5-765906C0F312}"/>
    <dgm:cxn modelId="{CB2BA491-1949-4D6D-8A26-4B56A9BFCF49}" type="presOf" srcId="{D5D91984-E574-42C3-AF17-B0461455A113}" destId="{EC205F6F-DE5B-4029-8D12-062A0D858ACF}" srcOrd="0" destOrd="0" presId="urn:microsoft.com/office/officeart/2005/8/layout/pyramid1"/>
    <dgm:cxn modelId="{F04E1CA1-AEFE-4CEE-BE9F-69519B790D4D}" type="presOf" srcId="{95265BE7-8A4E-416C-A26B-EE76CFDD5F0A}" destId="{2B0C9507-8D73-4C58-AD99-F81FFF44CD82}" srcOrd="0" destOrd="0" presId="urn:microsoft.com/office/officeart/2005/8/layout/pyramid1"/>
    <dgm:cxn modelId="{ABE3DBA1-21A2-4D89-BB52-4C8E8E6AF722}" srcId="{B638F6A5-E188-419E-97E2-07B5D1E7B86D}" destId="{95265BE7-8A4E-416C-A26B-EE76CFDD5F0A}" srcOrd="3" destOrd="0" parTransId="{8D8D7240-3CA9-4D44-A6FF-C92EB02B9EEF}" sibTransId="{878CB8D8-3091-45DF-9AD8-ABCC3D3977B4}"/>
    <dgm:cxn modelId="{73D9B8AD-CAE2-402B-8FB3-545F9A3CC4BC}" srcId="{B638F6A5-E188-419E-97E2-07B5D1E7B86D}" destId="{FACA0AF8-BA7C-489A-8517-667E548CF6C5}" srcOrd="5" destOrd="0" parTransId="{5FE642E5-81D3-49E5-ADD5-73C9FE198919}" sibTransId="{91FAB253-A131-442B-928F-DCA8A380222E}"/>
    <dgm:cxn modelId="{0EC5B5B2-35AD-42A1-8AE4-B675A84C2E75}" type="presOf" srcId="{774A2DF9-E0E3-469B-8082-DA989ED73BA1}" destId="{7141B6F9-91BD-420B-A5DD-0B7C3B37F79C}" srcOrd="1" destOrd="0" presId="urn:microsoft.com/office/officeart/2005/8/layout/pyramid1"/>
    <dgm:cxn modelId="{062057B6-48BF-4DF4-9BD4-54EF3397238C}" type="presOf" srcId="{5B60169C-7A0D-4694-8774-7FD96279CC94}" destId="{9B61673E-B44A-4B1C-B593-1C90825BA356}" srcOrd="1" destOrd="0" presId="urn:microsoft.com/office/officeart/2005/8/layout/pyramid1"/>
    <dgm:cxn modelId="{4FB3CAD1-7747-43AF-BDA3-AEB6412423BC}" srcId="{B638F6A5-E188-419E-97E2-07B5D1E7B86D}" destId="{5F9D0E62-6EC8-471E-A581-96B740D3BDDD}" srcOrd="2" destOrd="0" parTransId="{B1B6D089-C143-424B-8971-FA0FC306A7AA}" sibTransId="{4CA24C63-6898-45DD-8B6F-0EF93C1E747F}"/>
    <dgm:cxn modelId="{BB3ABEE0-127A-4BCB-9330-57A93ED4C8FE}" type="presOf" srcId="{5B60169C-7A0D-4694-8774-7FD96279CC94}" destId="{2944A71B-A06A-49B3-AD32-54A246FC2DB5}" srcOrd="0" destOrd="0" presId="urn:microsoft.com/office/officeart/2005/8/layout/pyramid1"/>
    <dgm:cxn modelId="{799E30E3-416A-4D5D-B56E-2A41699D105A}" type="presOf" srcId="{5F9D0E62-6EC8-471E-A581-96B740D3BDDD}" destId="{6E9374BC-26D7-4E06-8C7C-397527A5CBE5}" srcOrd="0" destOrd="0" presId="urn:microsoft.com/office/officeart/2005/8/layout/pyramid1"/>
    <dgm:cxn modelId="{C21CC9E3-1B13-424E-9B62-8A59D39F2D01}" srcId="{B638F6A5-E188-419E-97E2-07B5D1E7B86D}" destId="{B77EB2DB-AB75-4327-A38C-6153DE607B6D}" srcOrd="1" destOrd="0" parTransId="{111AD673-83E0-4A60-A62A-6090C502E25A}" sibTransId="{6DC731E1-BB1B-49AA-B1C6-76D804F063A2}"/>
    <dgm:cxn modelId="{07B914F3-9147-4B6A-8B13-E12F6D079FB2}" type="presOf" srcId="{95265BE7-8A4E-416C-A26B-EE76CFDD5F0A}" destId="{C8F3BB2F-182C-443A-BEF2-502C2B8E2098}" srcOrd="1" destOrd="0" presId="urn:microsoft.com/office/officeart/2005/8/layout/pyramid1"/>
    <dgm:cxn modelId="{7AEFE83C-870A-4072-8EA4-3D9B7FBBE04F}" type="presParOf" srcId="{F2E0BFA1-CCD0-46EC-89A9-20EC9522C472}" destId="{3474AC82-E156-4F38-B828-2595381893A0}" srcOrd="0" destOrd="0" presId="urn:microsoft.com/office/officeart/2005/8/layout/pyramid1"/>
    <dgm:cxn modelId="{0880F10E-4831-43DF-AE1E-011096B568E3}" type="presParOf" srcId="{3474AC82-E156-4F38-B828-2595381893A0}" destId="{2944A71B-A06A-49B3-AD32-54A246FC2DB5}" srcOrd="0" destOrd="0" presId="urn:microsoft.com/office/officeart/2005/8/layout/pyramid1"/>
    <dgm:cxn modelId="{09E0FC34-F07D-475C-9072-D1A376DF7AF0}" type="presParOf" srcId="{3474AC82-E156-4F38-B828-2595381893A0}" destId="{9B61673E-B44A-4B1C-B593-1C90825BA356}" srcOrd="1" destOrd="0" presId="urn:microsoft.com/office/officeart/2005/8/layout/pyramid1"/>
    <dgm:cxn modelId="{C211CFED-AC59-4CF9-9A3A-B8524C873A14}" type="presParOf" srcId="{F2E0BFA1-CCD0-46EC-89A9-20EC9522C472}" destId="{D00C3AB1-1838-4087-ADFD-E0CE19409C99}" srcOrd="1" destOrd="0" presId="urn:microsoft.com/office/officeart/2005/8/layout/pyramid1"/>
    <dgm:cxn modelId="{E981B059-A6B3-46AA-A0C5-373376051CE2}" type="presParOf" srcId="{D00C3AB1-1838-4087-ADFD-E0CE19409C99}" destId="{04FED4ED-58C6-42D9-ADDC-11B2E723923F}" srcOrd="0" destOrd="0" presId="urn:microsoft.com/office/officeart/2005/8/layout/pyramid1"/>
    <dgm:cxn modelId="{0C6F3384-77FB-459F-9847-CB8FC9ABCED4}" type="presParOf" srcId="{D00C3AB1-1838-4087-ADFD-E0CE19409C99}" destId="{B361D899-C018-4B98-B489-4C873D938B77}" srcOrd="1" destOrd="0" presId="urn:microsoft.com/office/officeart/2005/8/layout/pyramid1"/>
    <dgm:cxn modelId="{4F0BA3E0-99EF-48D3-80EF-51795F4052DD}" type="presParOf" srcId="{F2E0BFA1-CCD0-46EC-89A9-20EC9522C472}" destId="{ABAB6361-B031-44AF-8D81-39C4A8368E07}" srcOrd="2" destOrd="0" presId="urn:microsoft.com/office/officeart/2005/8/layout/pyramid1"/>
    <dgm:cxn modelId="{12A860D9-11A2-4302-9E4A-8A280AA39163}" type="presParOf" srcId="{ABAB6361-B031-44AF-8D81-39C4A8368E07}" destId="{6E9374BC-26D7-4E06-8C7C-397527A5CBE5}" srcOrd="0" destOrd="0" presId="urn:microsoft.com/office/officeart/2005/8/layout/pyramid1"/>
    <dgm:cxn modelId="{9DB46375-4187-46CB-A32A-9A9B0AB5BF91}" type="presParOf" srcId="{ABAB6361-B031-44AF-8D81-39C4A8368E07}" destId="{73C04117-A9D6-4D55-81D7-9A57D23FD68A}" srcOrd="1" destOrd="0" presId="urn:microsoft.com/office/officeart/2005/8/layout/pyramid1"/>
    <dgm:cxn modelId="{40F5A53A-5243-4ECF-86E8-4412FFC8C743}" type="presParOf" srcId="{F2E0BFA1-CCD0-46EC-89A9-20EC9522C472}" destId="{74CF9041-5740-4A94-B9CE-BED815523B9A}" srcOrd="3" destOrd="0" presId="urn:microsoft.com/office/officeart/2005/8/layout/pyramid1"/>
    <dgm:cxn modelId="{A95DD811-46ED-4E0D-B2D5-2697ED92D7F2}" type="presParOf" srcId="{74CF9041-5740-4A94-B9CE-BED815523B9A}" destId="{2B0C9507-8D73-4C58-AD99-F81FFF44CD82}" srcOrd="0" destOrd="0" presId="urn:microsoft.com/office/officeart/2005/8/layout/pyramid1"/>
    <dgm:cxn modelId="{E8019D71-4738-408E-BAD4-68E59545EF0F}" type="presParOf" srcId="{74CF9041-5740-4A94-B9CE-BED815523B9A}" destId="{C8F3BB2F-182C-443A-BEF2-502C2B8E2098}" srcOrd="1" destOrd="0" presId="urn:microsoft.com/office/officeart/2005/8/layout/pyramid1"/>
    <dgm:cxn modelId="{0A6BFA44-DA52-46A6-A2FF-B572F31669A4}" type="presParOf" srcId="{F2E0BFA1-CCD0-46EC-89A9-20EC9522C472}" destId="{A10E19C9-4CE9-47F4-8640-3B4FA5086E86}" srcOrd="4" destOrd="0" presId="urn:microsoft.com/office/officeart/2005/8/layout/pyramid1"/>
    <dgm:cxn modelId="{DAFAEBF3-92D0-4795-B8C1-BBF12D0A4824}" type="presParOf" srcId="{A10E19C9-4CE9-47F4-8640-3B4FA5086E86}" destId="{EC205F6F-DE5B-4029-8D12-062A0D858ACF}" srcOrd="0" destOrd="0" presId="urn:microsoft.com/office/officeart/2005/8/layout/pyramid1"/>
    <dgm:cxn modelId="{862F5970-835B-46AA-AF0F-DC17B41B7EAC}" type="presParOf" srcId="{A10E19C9-4CE9-47F4-8640-3B4FA5086E86}" destId="{DDAF71A9-82C6-4719-B5A5-77E0CA9CA757}" srcOrd="1" destOrd="0" presId="urn:microsoft.com/office/officeart/2005/8/layout/pyramid1"/>
    <dgm:cxn modelId="{2BC00CB5-B76E-43C0-BA27-9C8CF6A3BE91}" type="presParOf" srcId="{F2E0BFA1-CCD0-46EC-89A9-20EC9522C472}" destId="{BE78F128-E124-4CB9-B448-FCDC3B43EC5E}" srcOrd="5" destOrd="0" presId="urn:microsoft.com/office/officeart/2005/8/layout/pyramid1"/>
    <dgm:cxn modelId="{B162372A-AEB8-4787-A4C8-4AA219A0B4A7}" type="presParOf" srcId="{BE78F128-E124-4CB9-B448-FCDC3B43EC5E}" destId="{086116CB-2513-489C-9C89-CB1FC056CAAB}" srcOrd="0" destOrd="0" presId="urn:microsoft.com/office/officeart/2005/8/layout/pyramid1"/>
    <dgm:cxn modelId="{FF91D7A8-8E3F-4F9F-A35D-0C65CD2EBCD2}" type="presParOf" srcId="{BE78F128-E124-4CB9-B448-FCDC3B43EC5E}" destId="{D41A630B-6182-432E-A692-9F87860C432D}" srcOrd="1" destOrd="0" presId="urn:microsoft.com/office/officeart/2005/8/layout/pyramid1"/>
    <dgm:cxn modelId="{7DB3F53F-9BFB-4744-858A-FC6AB4FFD659}" type="presParOf" srcId="{F2E0BFA1-CCD0-46EC-89A9-20EC9522C472}" destId="{FE0B3952-E94C-4BAF-B620-AEEF04A28FB2}" srcOrd="6" destOrd="0" presId="urn:microsoft.com/office/officeart/2005/8/layout/pyramid1"/>
    <dgm:cxn modelId="{D93046CB-17F9-4D8D-98E2-429495EB5428}" type="presParOf" srcId="{FE0B3952-E94C-4BAF-B620-AEEF04A28FB2}" destId="{CA7AECF2-732C-4D7E-8EDF-978CA1ADC64B}" srcOrd="0" destOrd="0" presId="urn:microsoft.com/office/officeart/2005/8/layout/pyramid1"/>
    <dgm:cxn modelId="{539801A4-6998-4945-A69C-40A6896FDBE5}" type="presParOf" srcId="{FE0B3952-E94C-4BAF-B620-AEEF04A28FB2}" destId="{7141B6F9-91BD-420B-A5DD-0B7C3B37F79C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4A71B-A06A-49B3-AD32-54A246FC2DB5}">
      <dsp:nvSpPr>
        <dsp:cNvPr id="0" name=""/>
        <dsp:cNvSpPr/>
      </dsp:nvSpPr>
      <dsp:spPr>
        <a:xfrm>
          <a:off x="2036308" y="0"/>
          <a:ext cx="678769" cy="683305"/>
        </a:xfrm>
        <a:prstGeom prst="trapezoid">
          <a:avLst>
            <a:gd name="adj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>
              <a:ln/>
              <a:effectLst/>
              <a:latin typeface="Arial" charset="0"/>
              <a:cs typeface="Arial" charset="0"/>
            </a:rPr>
            <a:t>Regs</a:t>
          </a:r>
        </a:p>
      </dsp:txBody>
      <dsp:txXfrm>
        <a:off x="2036308" y="0"/>
        <a:ext cx="678769" cy="683305"/>
      </dsp:txXfrm>
    </dsp:sp>
    <dsp:sp modelId="{04FED4ED-58C6-42D9-ADDC-11B2E723923F}">
      <dsp:nvSpPr>
        <dsp:cNvPr id="0" name=""/>
        <dsp:cNvSpPr/>
      </dsp:nvSpPr>
      <dsp:spPr>
        <a:xfrm>
          <a:off x="1696923" y="683305"/>
          <a:ext cx="1357539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1568885"/>
                <a:satOff val="-3879"/>
                <a:lumOff val="-2059"/>
                <a:alphaOff val="0"/>
                <a:shade val="85000"/>
              </a:schemeClr>
            </a:gs>
            <a:gs pos="100000">
              <a:schemeClr val="accent4">
                <a:hueOff val="1568885"/>
                <a:satOff val="-3879"/>
                <a:lumOff val="-2059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 dirty="0">
              <a:ln/>
              <a:effectLst/>
              <a:latin typeface="Arial" charset="0"/>
              <a:cs typeface="Arial" charset="0"/>
            </a:rPr>
            <a:t>Cache</a:t>
          </a:r>
        </a:p>
      </dsp:txBody>
      <dsp:txXfrm>
        <a:off x="1934493" y="683305"/>
        <a:ext cx="882400" cy="683305"/>
      </dsp:txXfrm>
    </dsp:sp>
    <dsp:sp modelId="{6E9374BC-26D7-4E06-8C7C-397527A5CBE5}">
      <dsp:nvSpPr>
        <dsp:cNvPr id="0" name=""/>
        <dsp:cNvSpPr/>
      </dsp:nvSpPr>
      <dsp:spPr>
        <a:xfrm>
          <a:off x="1357539" y="1366610"/>
          <a:ext cx="2036308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3137771"/>
                <a:satOff val="-7759"/>
                <a:lumOff val="-4118"/>
                <a:alphaOff val="0"/>
                <a:shade val="85000"/>
              </a:schemeClr>
            </a:gs>
            <a:gs pos="100000">
              <a:schemeClr val="accent4">
                <a:hueOff val="3137771"/>
                <a:satOff val="-7759"/>
                <a:lumOff val="-4118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 dirty="0">
              <a:ln/>
              <a:effectLst/>
              <a:latin typeface="Arial" charset="0"/>
              <a:cs typeface="Arial" charset="0"/>
            </a:rPr>
            <a:t>Memória RAM</a:t>
          </a:r>
        </a:p>
      </dsp:txBody>
      <dsp:txXfrm>
        <a:off x="1713893" y="1366610"/>
        <a:ext cx="1323600" cy="683305"/>
      </dsp:txXfrm>
    </dsp:sp>
    <dsp:sp modelId="{2B0C9507-8D73-4C58-AD99-F81FFF44CD82}">
      <dsp:nvSpPr>
        <dsp:cNvPr id="0" name=""/>
        <dsp:cNvSpPr/>
      </dsp:nvSpPr>
      <dsp:spPr>
        <a:xfrm>
          <a:off x="1018154" y="2049916"/>
          <a:ext cx="2715078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4706656"/>
                <a:satOff val="-11638"/>
                <a:lumOff val="-6177"/>
                <a:alphaOff val="0"/>
                <a:shade val="85000"/>
              </a:schemeClr>
            </a:gs>
            <a:gs pos="100000">
              <a:schemeClr val="accent4">
                <a:hueOff val="4706656"/>
                <a:satOff val="-11638"/>
                <a:lumOff val="-6177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 dirty="0">
              <a:ln/>
              <a:effectLst/>
              <a:latin typeface="Arial" charset="0"/>
              <a:cs typeface="Arial" charset="0"/>
            </a:rPr>
            <a:t>Cache de Disco</a:t>
          </a:r>
        </a:p>
      </dsp:txBody>
      <dsp:txXfrm>
        <a:off x="1493293" y="2049916"/>
        <a:ext cx="1764800" cy="683305"/>
      </dsp:txXfrm>
    </dsp:sp>
    <dsp:sp modelId="{EC205F6F-DE5B-4029-8D12-062A0D858ACF}">
      <dsp:nvSpPr>
        <dsp:cNvPr id="0" name=""/>
        <dsp:cNvSpPr/>
      </dsp:nvSpPr>
      <dsp:spPr>
        <a:xfrm>
          <a:off x="678769" y="2733221"/>
          <a:ext cx="3393847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6275542"/>
                <a:satOff val="-15517"/>
                <a:lumOff val="-8235"/>
                <a:alphaOff val="0"/>
                <a:shade val="85000"/>
              </a:schemeClr>
            </a:gs>
            <a:gs pos="100000">
              <a:schemeClr val="accent4">
                <a:hueOff val="6275542"/>
                <a:satOff val="-15517"/>
                <a:lumOff val="-8235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 dirty="0">
              <a:ln/>
              <a:effectLst/>
              <a:latin typeface="Arial" charset="0"/>
              <a:cs typeface="Arial" charset="0"/>
            </a:rPr>
            <a:t>Disco de Estado Sólido</a:t>
          </a:r>
        </a:p>
      </dsp:txBody>
      <dsp:txXfrm>
        <a:off x="1272692" y="2733221"/>
        <a:ext cx="2206001" cy="683305"/>
      </dsp:txXfrm>
    </dsp:sp>
    <dsp:sp modelId="{086116CB-2513-489C-9C89-CB1FC056CAAB}">
      <dsp:nvSpPr>
        <dsp:cNvPr id="0" name=""/>
        <dsp:cNvSpPr/>
      </dsp:nvSpPr>
      <dsp:spPr>
        <a:xfrm>
          <a:off x="339384" y="3416527"/>
          <a:ext cx="4072617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7844427"/>
                <a:satOff val="-19397"/>
                <a:lumOff val="-10294"/>
                <a:alphaOff val="0"/>
                <a:shade val="85000"/>
              </a:schemeClr>
            </a:gs>
            <a:gs pos="100000">
              <a:schemeClr val="accent4">
                <a:hueOff val="7844427"/>
                <a:satOff val="-19397"/>
                <a:lumOff val="-10294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 dirty="0">
              <a:ln/>
              <a:effectLst/>
              <a:latin typeface="Arial" charset="0"/>
              <a:cs typeface="Arial" charset="0"/>
            </a:rPr>
            <a:t>Disco Magnético</a:t>
          </a:r>
        </a:p>
      </dsp:txBody>
      <dsp:txXfrm>
        <a:off x="1052092" y="3416527"/>
        <a:ext cx="2647201" cy="683305"/>
      </dsp:txXfrm>
    </dsp:sp>
    <dsp:sp modelId="{CA7AECF2-732C-4D7E-8EDF-978CA1ADC64B}">
      <dsp:nvSpPr>
        <dsp:cNvPr id="0" name=""/>
        <dsp:cNvSpPr/>
      </dsp:nvSpPr>
      <dsp:spPr>
        <a:xfrm>
          <a:off x="0" y="4099832"/>
          <a:ext cx="4751387" cy="683305"/>
        </a:xfrm>
        <a:prstGeom prst="trapezoid">
          <a:avLst>
            <a:gd name="adj" fmla="val 49668"/>
          </a:avLst>
        </a:prstGeom>
        <a:gradFill rotWithShape="0">
          <a:gsLst>
            <a:gs pos="0">
              <a:schemeClr val="accent4">
                <a:hueOff val="9413312"/>
                <a:satOff val="-23276"/>
                <a:lumOff val="-12353"/>
                <a:alphaOff val="0"/>
                <a:shade val="85000"/>
              </a:schemeClr>
            </a:gs>
            <a:gs pos="100000">
              <a:schemeClr val="accent4">
                <a:hueOff val="9413312"/>
                <a:satOff val="-23276"/>
                <a:lumOff val="-12353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42924" dir="5400000" rotWithShape="0">
            <a:srgbClr val="000000">
              <a:alpha val="40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pt-BR" sz="2000" b="1" i="0" u="none" strike="noStrike" kern="1200" cap="none" normalizeH="0" baseline="0">
              <a:ln/>
              <a:effectLst/>
              <a:latin typeface="Arial" charset="0"/>
              <a:cs typeface="Arial" charset="0"/>
            </a:rPr>
            <a:t>Disco Óptico</a:t>
          </a:r>
        </a:p>
      </dsp:txBody>
      <dsp:txXfrm>
        <a:off x="831492" y="4099832"/>
        <a:ext cx="3088401" cy="683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560DD15-D8F4-6139-8C22-6098A61AEAD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4C5E753-69C3-F0D0-CDBB-BC557D264F1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F491C920-EE83-67D0-044D-AE0350B05B1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8BA9DB37-3C8F-4263-289A-62CECB4AE58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FE9298-E5A1-4D77-8A55-93B545E69EE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3142851-2AC6-588F-B34C-E8D4B96B04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A9BF82-2DAC-0EBC-7AB9-48CE30430CA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595D8FB-CD75-49BB-95AB-0E6433DCA89A}" type="datetimeFigureOut">
              <a:rPr lang="pt-BR"/>
              <a:pPr>
                <a:defRPr/>
              </a:pPr>
              <a:t>25/09/2024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4A2AA2BD-7833-1CA7-9713-5BC1E8EAE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4E6AE7FD-E0E1-8F6F-F4ED-5D04312797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ED21D5-5739-C89C-E564-6462821A13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C34CD5-BC78-C3D5-EC9B-880B157E60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C7E3C73-C7AF-42D5-84DA-352520FBFC7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>
            <a:extLst>
              <a:ext uri="{FF2B5EF4-FFF2-40B4-BE49-F238E27FC236}">
                <a16:creationId xmlns:a16="http://schemas.microsoft.com/office/drawing/2014/main" id="{208D84EB-1DAD-B76D-C4BD-D17B32A6D5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Espaço Reservado para Anotações 2">
            <a:extLst>
              <a:ext uri="{FF2B5EF4-FFF2-40B4-BE49-F238E27FC236}">
                <a16:creationId xmlns:a16="http://schemas.microsoft.com/office/drawing/2014/main" id="{6FF2C539-AA0D-9D32-8DBD-361C5739E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01638216-4210-9D0D-D2BE-336E012A93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4209FB9-A4B9-48DF-9F7B-409C69D6B0F6}" type="slidenum">
              <a:rPr lang="pt-BR" altLang="en-US" smtClean="0"/>
              <a:pPr/>
              <a:t>4</a:t>
            </a:fld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horizon.png">
            <a:extLst>
              <a:ext uri="{FF2B5EF4-FFF2-40B4-BE49-F238E27FC236}">
                <a16:creationId xmlns:a16="http://schemas.microsoft.com/office/drawing/2014/main" id="{96004684-21BA-8C31-B26A-C303EC851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3"/>
          <a:stretch>
            <a:fillRect/>
          </a:stretch>
        </p:blipFill>
        <p:spPr bwMode="auto">
          <a:xfrm>
            <a:off x="0" y="0"/>
            <a:ext cx="91440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/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>
                <a:solidFill>
                  <a:srgbClr val="FFFF00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3B0A909-AF34-5BFA-5319-C9BEACB3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16A03B9-9203-9792-6F5F-93863679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B1602F-A176-B186-B139-44300710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13E63-ED6D-43B3-ADE8-B9C44EB1485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3560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5A37F3B-62C8-B20E-164E-A4757F699A0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B1C03CC-BCAF-5085-185B-25EC999967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16B35CF-93BC-FB50-C3E2-893DB076AC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99E88-AC78-4EDC-85CF-AE62AFE4BF7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559925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/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0BBBE-805F-EF13-2FA3-B742210B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0CE06-AA26-7DFB-D088-9E22C791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8C635-A727-317A-5D7A-78A09810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1A371-7D50-418F-AD9C-EA862F9EB2E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6686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C71D35C-7275-5D89-F35E-EB4DD59062F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A430A6-2001-E34E-BCF4-B0AFD6F06B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74D595-DFF4-285D-777E-E8FD5FD03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73EE8-55CD-4C1F-B27B-104698D22D8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08712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/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/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9ADDD-12D0-48A6-C622-A3990A865A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F5B781B-F81B-3938-3742-E2A919D097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6D742F3-01B9-3302-0C76-4BE58D0235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51C13-D170-4FB1-968C-58B7468B78F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1280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>
                <a:solidFill>
                  <a:srgbClr val="FFFF00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81181CB-868D-2C85-58D5-C2D5AC86F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915E18-F298-55AA-423B-6262ED6D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A0AF39-6157-5278-4F3D-16321496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632B9-4065-4EB0-86FD-F4054A913BD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4026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67162B-0F6C-F3A1-CEE3-D59B2C7F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EC286C6-472F-4719-03F1-5111153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0CD99E-7308-E0D5-415B-F8EE3550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E5A89-FF44-493D-8A00-59AEFD76BBE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77925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DC0BCE8-5FA5-AF3F-AB0D-2C6261AB7D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A3E6-9FC9-7694-C716-060CAA3803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9D75-AFF4-718F-4016-1C1D24E52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612E1D-C43F-4365-9C21-194CAC14E27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31629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horizon.png">
            <a:extLst>
              <a:ext uri="{FF2B5EF4-FFF2-40B4-BE49-F238E27FC236}">
                <a16:creationId xmlns:a16="http://schemas.microsoft.com/office/drawing/2014/main" id="{C9C9C90C-CE66-4D40-B5A0-F5DF6487F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/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6B005EA-C056-863D-AB39-5842BB17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50D5912-E698-4309-43E2-EF8FC43B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BC6E281-D851-7573-D6B7-B60107B0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576C0-53B6-471F-8BC8-74F5EE78038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0373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75EF-6FFE-0010-D08B-169D6029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81979-2825-CCD1-F951-C5C0EBF0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DC53-0CA2-9809-A685-4F74C8A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43E807-EBD1-4A01-B73B-7DB8ED7208C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90492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F13C1-40E5-86E9-7F6D-0862DB78C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03509-7F15-E6AB-C39B-E509D8AD5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E1ACA-7080-B893-E2BD-D1202E7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C12BE6-FA18-4640-8E30-FFD87A94971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413495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83838"/>
            </a:gs>
            <a:gs pos="31000">
              <a:srgbClr val="000000"/>
            </a:gs>
            <a:gs pos="100000">
              <a:srgbClr val="0000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horizon.png">
            <a:extLst>
              <a:ext uri="{FF2B5EF4-FFF2-40B4-BE49-F238E27FC236}">
                <a16:creationId xmlns:a16="http://schemas.microsoft.com/office/drawing/2014/main" id="{71B2D381-A5CC-980B-3F0E-1ACF7FB6D00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3F938-BDAA-A421-9DD1-4FA44C57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9E985-0283-E091-EB69-4AB70FE1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96D7B-31D4-A8E0-163C-57F574085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 strike="noStrike" spc="60" baseline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FF83-7A5B-2666-6DC9-D35259849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 cap="all" spc="60" baseline="0">
                <a:solidFill>
                  <a:schemeClr val="tx1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5B708-902F-4DF5-1784-BE987E519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/>
            </a:lvl1pPr>
          </a:lstStyle>
          <a:p>
            <a:pPr>
              <a:defRPr/>
            </a:pPr>
            <a:fld id="{9354F5FC-6800-4F6D-BD95-D0628BA323E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84" r:id="rId2"/>
    <p:sldLayoutId id="2147483793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4" r:id="rId9"/>
    <p:sldLayoutId id="2147483790" r:id="rId10"/>
    <p:sldLayoutId id="214748379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all" spc="5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Arial Narrow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3ED9C336-0E65-D386-E971-87A1762B57B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fontAlgn="auto" hangingPunct="1">
              <a:defRPr/>
            </a:pPr>
            <a:r>
              <a:rPr lang="pt-BR" sz="2400" dirty="0"/>
              <a:t>Prof. André Leon S. Gradvohl, Dr.</a:t>
            </a:r>
          </a:p>
          <a:p>
            <a:pPr eaLnBrk="1" fontAlgn="auto" hangingPunct="1">
              <a:defRPr/>
            </a:pPr>
            <a:r>
              <a:rPr lang="pt-BR" sz="2400" dirty="0"/>
              <a:t>gradvohl@ft.unicamp.br</a:t>
            </a:r>
          </a:p>
        </p:txBody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A865E2FF-F580-0B1D-469B-52B481CE00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008188"/>
            <a:ext cx="7772400" cy="14700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 dirty="0"/>
              <a:t>Gerenciamento de Memória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743AF1-923C-A5E9-C93F-645DFC900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Plano de Aula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538CB9E-0297-534D-B425-0BF86CC94E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eaLnBrk="1" fontAlgn="auto" hangingPunct="1">
              <a:defRPr/>
            </a:pPr>
            <a:r>
              <a:rPr lang="pt-BR" dirty="0"/>
              <a:t>Gerenciamento de memória</a:t>
            </a:r>
          </a:p>
          <a:p>
            <a:pPr lvl="1" eaLnBrk="1" fontAlgn="auto" hangingPunct="1">
              <a:defRPr/>
            </a:pPr>
            <a:r>
              <a:rPr lang="pt-BR" dirty="0"/>
              <a:t>Hierarquia de memória</a:t>
            </a:r>
          </a:p>
          <a:p>
            <a:pPr lvl="1" eaLnBrk="1" fontAlgn="auto" hangingPunct="1">
              <a:defRPr/>
            </a:pPr>
            <a:r>
              <a:rPr lang="pt-BR" dirty="0"/>
              <a:t>Princípio de localidade de referência</a:t>
            </a:r>
          </a:p>
          <a:p>
            <a:pPr lvl="1" eaLnBrk="1" fontAlgn="auto" hangingPunct="1">
              <a:defRPr/>
            </a:pPr>
            <a:r>
              <a:rPr lang="pt-BR" dirty="0"/>
              <a:t>Relocação e proteção</a:t>
            </a:r>
          </a:p>
          <a:p>
            <a:pPr lvl="1" eaLnBrk="1" fontAlgn="auto" hangingPunct="1">
              <a:defRPr/>
            </a:pPr>
            <a:r>
              <a:rPr lang="pt-BR" dirty="0"/>
              <a:t>Gerenciamento básico de memória</a:t>
            </a:r>
          </a:p>
          <a:p>
            <a:pPr eaLnBrk="1" fontAlgn="auto" hangingPunct="1">
              <a:defRPr/>
            </a:pPr>
            <a:endParaRPr lang="pt-BR" dirty="0"/>
          </a:p>
        </p:txBody>
      </p:sp>
      <p:sp>
        <p:nvSpPr>
          <p:cNvPr id="8196" name="Espaço Reservado para Número de Slide 1">
            <a:extLst>
              <a:ext uri="{FF2B5EF4-FFF2-40B4-BE49-F238E27FC236}">
                <a16:creationId xmlns:a16="http://schemas.microsoft.com/office/drawing/2014/main" id="{A5D59B99-C929-2FCC-C8FB-C36F78CE88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4EB87EF1-2DC8-4A98-8841-5A54D442B9C4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2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8C485DD-5861-61EB-F22C-E59BFF1D67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Gerenciamento de memória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85D511A-CCBD-89AB-A7CB-D2B41F887FB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eaLnBrk="1" fontAlgn="auto" hangingPunct="1">
              <a:defRPr/>
            </a:pPr>
            <a:r>
              <a:rPr lang="pt-BR" dirty="0"/>
              <a:t>Requisitos:</a:t>
            </a:r>
          </a:p>
          <a:p>
            <a:pPr lvl="1" eaLnBrk="1" fontAlgn="auto" hangingPunct="1">
              <a:defRPr/>
            </a:pPr>
            <a:r>
              <a:rPr lang="pt-BR" dirty="0"/>
              <a:t>Minimizar o tempo de acesso à memória.</a:t>
            </a:r>
          </a:p>
          <a:p>
            <a:pPr lvl="1" eaLnBrk="1" fontAlgn="auto" hangingPunct="1">
              <a:defRPr/>
            </a:pPr>
            <a:r>
              <a:rPr lang="pt-BR" dirty="0"/>
              <a:t>Maximizar o tamanho de memória útil.</a:t>
            </a:r>
          </a:p>
          <a:p>
            <a:pPr eaLnBrk="1" fontAlgn="auto" hangingPunct="1">
              <a:defRPr/>
            </a:pPr>
            <a:r>
              <a:rPr lang="pt-BR" dirty="0"/>
              <a:t>Gerenciamento atual de memória:</a:t>
            </a:r>
          </a:p>
          <a:p>
            <a:pPr lvl="1" eaLnBrk="1" fontAlgn="auto" hangingPunct="1">
              <a:defRPr/>
            </a:pPr>
            <a:r>
              <a:rPr lang="pt-BR" dirty="0"/>
              <a:t>Alocação de memória primária aos processos.</a:t>
            </a:r>
          </a:p>
          <a:p>
            <a:pPr lvl="1" eaLnBrk="1" fontAlgn="auto" hangingPunct="1">
              <a:defRPr/>
            </a:pPr>
            <a:r>
              <a:rPr lang="pt-BR" dirty="0"/>
              <a:t>Mapear o espaço de endereçamento dos processos à memória primária.</a:t>
            </a:r>
          </a:p>
          <a:p>
            <a:pPr lvl="1" eaLnBrk="1" fontAlgn="auto" hangingPunct="1">
              <a:defRPr/>
            </a:pPr>
            <a:r>
              <a:rPr lang="pt-BR" dirty="0"/>
              <a:t>Minimizar o tempo de acesso à memória usando uma configuração adequada.</a:t>
            </a:r>
          </a:p>
          <a:p>
            <a:pPr eaLnBrk="1" fontAlgn="auto" hangingPunct="1">
              <a:defRPr/>
            </a:pPr>
            <a:endParaRPr lang="pt-BR" dirty="0"/>
          </a:p>
        </p:txBody>
      </p:sp>
      <p:sp>
        <p:nvSpPr>
          <p:cNvPr id="9220" name="Espaço Reservado para Número de Slide 1">
            <a:extLst>
              <a:ext uri="{FF2B5EF4-FFF2-40B4-BE49-F238E27FC236}">
                <a16:creationId xmlns:a16="http://schemas.microsoft.com/office/drawing/2014/main" id="{C31D9680-CB7E-F01E-E958-F3D446BBEC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28905268-8743-4974-A523-77A2CEDE45E8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3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C9D7C6E-EB34-9183-4B31-AAA5B96EA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Hierarquia de Memória</a:t>
            </a:r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41A31980-160F-BB24-F205-A9A2C74287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68538" y="1628775"/>
            <a:ext cx="0" cy="4392613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47E3BCE0-8405-DCD7-FAA5-442FD01A6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5300663"/>
            <a:ext cx="208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Mais lenta / </a:t>
            </a:r>
            <a:br>
              <a:rPr lang="pt-BR" altLang="en-US" sz="1800">
                <a:latin typeface="Arial" panose="020B0604020202020204" pitchFamily="34" charset="0"/>
              </a:rPr>
            </a:br>
            <a:r>
              <a:rPr lang="pt-BR" altLang="en-US" sz="1800">
                <a:latin typeface="Arial" panose="020B0604020202020204" pitchFamily="34" charset="0"/>
              </a:rPr>
              <a:t>Maior capacidade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A07E194A-2F55-4E6D-3DB8-EF9AE7F8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08150"/>
            <a:ext cx="2089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Mais rápida / </a:t>
            </a:r>
            <a:br>
              <a:rPr lang="pt-BR" altLang="en-US" sz="1800">
                <a:latin typeface="Arial" panose="020B0604020202020204" pitchFamily="34" charset="0"/>
              </a:rPr>
            </a:br>
            <a:r>
              <a:rPr lang="pt-BR" altLang="en-US" sz="1800">
                <a:latin typeface="Arial" panose="020B0604020202020204" pitchFamily="34" charset="0"/>
              </a:rPr>
              <a:t>Menor capacidade</a:t>
            </a: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C9DED07-9962-42BD-67BD-8C6EA8826681}"/>
              </a:ext>
            </a:extLst>
          </p:cNvPr>
          <p:cNvGraphicFramePr/>
          <p:nvPr/>
        </p:nvGraphicFramePr>
        <p:xfrm>
          <a:off x="3132138" y="980728"/>
          <a:ext cx="4751387" cy="4783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247" name="Espaço Reservado para Número de Slide 1">
            <a:extLst>
              <a:ext uri="{FF2B5EF4-FFF2-40B4-BE49-F238E27FC236}">
                <a16:creationId xmlns:a16="http://schemas.microsoft.com/office/drawing/2014/main" id="{60932610-DAEA-84DF-C089-75010FF96F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2D3C5F12-394B-41FE-8411-DA381A27C95A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4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944A71B-A06A-49B3-AD32-54A246FC2D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">
                                            <p:graphicEl>
                                              <a:dgm id="{2944A71B-A06A-49B3-AD32-54A246FC2D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4FED4ED-58C6-42D9-ADDC-11B2E72392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graphicEl>
                                              <a:dgm id="{04FED4ED-58C6-42D9-ADDC-11B2E723923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E9374BC-26D7-4E06-8C7C-397527A5CB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dgm id="{6E9374BC-26D7-4E06-8C7C-397527A5CB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2B0C9507-8D73-4C58-AD99-F81FFF44C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">
                                            <p:graphicEl>
                                              <a:dgm id="{2B0C9507-8D73-4C58-AD99-F81FFF44CD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C205F6F-DE5B-4029-8D12-062A0D858A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">
                                            <p:graphicEl>
                                              <a:dgm id="{EC205F6F-DE5B-4029-8D12-062A0D858A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86116CB-2513-489C-9C89-CB1FC056CA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">
                                            <p:graphicEl>
                                              <a:dgm id="{086116CB-2513-489C-9C89-CB1FC056CA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A7AECF2-732C-4D7E-8EDF-978CA1ADC6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">
                                            <p:graphicEl>
                                              <a:dgm id="{CA7AECF2-732C-4D7E-8EDF-978CA1ADC6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/>
      <p:bldP spid="9222" grpId="0"/>
      <p:bldGraphic spid="2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9F45BE7-607E-8FAC-6655-641D2416A4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7924800" cy="8509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3200" dirty="0"/>
              <a:t>Comparação entre SSD e HD</a:t>
            </a:r>
          </a:p>
        </p:txBody>
      </p:sp>
      <p:sp>
        <p:nvSpPr>
          <p:cNvPr id="12291" name="Espaço Reservado para Número de Slide 1">
            <a:extLst>
              <a:ext uri="{FF2B5EF4-FFF2-40B4-BE49-F238E27FC236}">
                <a16:creationId xmlns:a16="http://schemas.microsoft.com/office/drawing/2014/main" id="{0D7AD227-3220-855E-D0DB-52ABB6EFC68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F3ACDAE5-C62F-4CCC-ACE5-F16F1BE2AED5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5</a:t>
            </a:fld>
            <a:endParaRPr lang="pt-BR" altLang="en-US" sz="1100">
              <a:latin typeface="Arial" panose="020B0604020202020204" pitchFamily="34" charset="0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6DC666F-7FFE-F9A5-69E9-547F6F3A277B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250825" y="1125538"/>
          <a:ext cx="8642350" cy="52729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8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015">
                <a:tc>
                  <a:txBody>
                    <a:bodyPr/>
                    <a:lstStyle/>
                    <a:p>
                      <a:pPr algn="l"/>
                      <a:r>
                        <a:rPr lang="pt-BR" sz="1800" dirty="0"/>
                        <a:t>Característica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 err="1"/>
                        <a:t>Solid</a:t>
                      </a:r>
                      <a:r>
                        <a:rPr lang="pt-BR" sz="1800" i="1" dirty="0"/>
                        <a:t> </a:t>
                      </a:r>
                      <a:r>
                        <a:rPr lang="pt-BR" sz="1800" i="1" dirty="0" err="1"/>
                        <a:t>State</a:t>
                      </a:r>
                      <a:r>
                        <a:rPr lang="pt-BR" sz="1800" i="1" dirty="0"/>
                        <a:t> Drive</a:t>
                      </a:r>
                      <a:br>
                        <a:rPr lang="pt-BR" sz="1800" i="1" dirty="0"/>
                      </a:br>
                      <a:r>
                        <a:rPr lang="pt-BR" sz="1400" dirty="0"/>
                        <a:t>(SSD)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i="1" dirty="0"/>
                        <a:t>Hard Drive</a:t>
                      </a:r>
                      <a:br>
                        <a:rPr lang="pt-BR" sz="1800" i="1" dirty="0"/>
                      </a:br>
                      <a:r>
                        <a:rPr lang="pt-BR" sz="1400" dirty="0"/>
                        <a:t>(Disco Magnético)</a:t>
                      </a:r>
                      <a:endParaRPr lang="pt-BR" sz="1800" dirty="0"/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015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Armazenamento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Bits são armazenados em circuitos eletrônicos (portas NAND).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Bits são armazenados como sinais eletromagnéticos.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11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Leitura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Um controlador encontra um endereço e aciona os circuitos lógicos para obter os dados.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Um controlador encontra uma trilha e setor e a cabeça de leitura/gravação lê o sinal eletromagnético.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811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Gravação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Um controlador encontra um endereço e altera a as portas lógicas do circuito.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Um controlador encontra uma trilha e setor e a cabeça de leitura/gravação grava o sinal eletromagnético.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607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Desempenho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Baixo ruído; baixa temperatura; rápido acesso ao endereço por não usar partes móveis.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Um pouco mais ruidoso do que os </a:t>
                      </a:r>
                      <a:r>
                        <a:rPr lang="pt-BR" sz="1600" dirty="0" err="1"/>
                        <a:t>SSDs</a:t>
                      </a:r>
                      <a:r>
                        <a:rPr lang="pt-BR" sz="1600" dirty="0"/>
                        <a:t> e pode gerar mais aquecimento. O acesso às trilhas e setores é mais lento devido às partes móveis.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15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Custo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Relação preço/byte maior do que os HDs.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Maior capacidade de armazenamento e menor relação preço/byte.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811">
                <a:tc>
                  <a:txBody>
                    <a:bodyPr/>
                    <a:lstStyle/>
                    <a:p>
                      <a:pPr algn="l"/>
                      <a:r>
                        <a:rPr lang="pt-BR" sz="1600" b="1" dirty="0"/>
                        <a:t>Durabilidade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Por terem menos partes mecânicas são menos propensas a danos. Possuem um limite de operações de leitura/gravação.</a:t>
                      </a:r>
                    </a:p>
                  </a:txBody>
                  <a:tcPr marL="91455" marR="91455" marT="45712" marB="4571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Por terem mais partes mecânicas são mais propensas a danos. Têm um limite maior de operações de leitura/gravação.</a:t>
                      </a:r>
                    </a:p>
                  </a:txBody>
                  <a:tcPr marL="91455" marR="91455" marT="45712" marB="4571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42F59D3-4DC5-9C57-B242-F32B8C07FBC3}"/>
              </a:ext>
            </a:extLst>
          </p:cNvPr>
          <p:cNvSpPr/>
          <p:nvPr/>
        </p:nvSpPr>
        <p:spPr>
          <a:xfrm>
            <a:off x="1901825" y="1779588"/>
            <a:ext cx="3455988" cy="503237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C26D1C5-5039-D544-01DA-DED061B735D4}"/>
              </a:ext>
            </a:extLst>
          </p:cNvPr>
          <p:cNvSpPr/>
          <p:nvPr/>
        </p:nvSpPr>
        <p:spPr>
          <a:xfrm>
            <a:off x="5448300" y="1771650"/>
            <a:ext cx="3455988" cy="503238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A916657-2A5A-B28A-7107-C77E9BC36EB7}"/>
              </a:ext>
            </a:extLst>
          </p:cNvPr>
          <p:cNvSpPr/>
          <p:nvPr/>
        </p:nvSpPr>
        <p:spPr>
          <a:xfrm>
            <a:off x="1901825" y="2309813"/>
            <a:ext cx="3455988" cy="776287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3D70B62-5377-0EC8-E822-F98D7E0EDD38}"/>
              </a:ext>
            </a:extLst>
          </p:cNvPr>
          <p:cNvSpPr/>
          <p:nvPr/>
        </p:nvSpPr>
        <p:spPr>
          <a:xfrm>
            <a:off x="5435600" y="2309813"/>
            <a:ext cx="3457575" cy="776287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40F4E7E-EFFD-757A-AD95-78FD32509147}"/>
              </a:ext>
            </a:extLst>
          </p:cNvPr>
          <p:cNvSpPr/>
          <p:nvPr/>
        </p:nvSpPr>
        <p:spPr>
          <a:xfrm>
            <a:off x="1908175" y="3302000"/>
            <a:ext cx="3455988" cy="503238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A5A0867-3C7B-8C2C-4878-8346714F3B2D}"/>
              </a:ext>
            </a:extLst>
          </p:cNvPr>
          <p:cNvSpPr/>
          <p:nvPr/>
        </p:nvSpPr>
        <p:spPr>
          <a:xfrm>
            <a:off x="5405438" y="3157538"/>
            <a:ext cx="3455987" cy="776287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E82612D-4D0A-5340-0F60-03A9633D9424}"/>
              </a:ext>
            </a:extLst>
          </p:cNvPr>
          <p:cNvSpPr/>
          <p:nvPr/>
        </p:nvSpPr>
        <p:spPr>
          <a:xfrm>
            <a:off x="1908175" y="4094163"/>
            <a:ext cx="3455988" cy="776287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6359F64-A987-D73E-ABD9-46D07424B1C6}"/>
              </a:ext>
            </a:extLst>
          </p:cNvPr>
          <p:cNvSpPr/>
          <p:nvPr/>
        </p:nvSpPr>
        <p:spPr>
          <a:xfrm>
            <a:off x="5405438" y="3949700"/>
            <a:ext cx="3455987" cy="1063625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6AC6A84-159B-FD04-296E-5F818C7E003C}"/>
              </a:ext>
            </a:extLst>
          </p:cNvPr>
          <p:cNvSpPr/>
          <p:nvPr/>
        </p:nvSpPr>
        <p:spPr>
          <a:xfrm>
            <a:off x="1901825" y="5029200"/>
            <a:ext cx="3455988" cy="504825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D47E89F-0571-5DA8-23F6-551433172AC2}"/>
              </a:ext>
            </a:extLst>
          </p:cNvPr>
          <p:cNvSpPr/>
          <p:nvPr/>
        </p:nvSpPr>
        <p:spPr>
          <a:xfrm>
            <a:off x="5380038" y="5076825"/>
            <a:ext cx="3455987" cy="457200"/>
          </a:xfrm>
          <a:prstGeom prst="roundRect">
            <a:avLst/>
          </a:prstGeom>
          <a:solidFill>
            <a:srgbClr val="ECDB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EBF1A53B-F387-98FE-2559-55E052FFA585}"/>
              </a:ext>
            </a:extLst>
          </p:cNvPr>
          <p:cNvSpPr/>
          <p:nvPr/>
        </p:nvSpPr>
        <p:spPr>
          <a:xfrm>
            <a:off x="1854200" y="5634038"/>
            <a:ext cx="3457575" cy="776287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9474BEB1-566C-82F0-3FF6-F95856CC6C16}"/>
              </a:ext>
            </a:extLst>
          </p:cNvPr>
          <p:cNvSpPr/>
          <p:nvPr/>
        </p:nvSpPr>
        <p:spPr>
          <a:xfrm>
            <a:off x="5448300" y="5597525"/>
            <a:ext cx="3387725" cy="776288"/>
          </a:xfrm>
          <a:prstGeom prst="roundRect">
            <a:avLst/>
          </a:prstGeom>
          <a:solidFill>
            <a:srgbClr val="F6EE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BF423F2-B1B6-CB6E-5E00-3315536A6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 dirty="0"/>
              <a:t>Memórias</a:t>
            </a:r>
          </a:p>
        </p:txBody>
      </p:sp>
      <p:sp>
        <p:nvSpPr>
          <p:cNvPr id="13315" name="Espaço Reservado para Número de Slide 1">
            <a:extLst>
              <a:ext uri="{FF2B5EF4-FFF2-40B4-BE49-F238E27FC236}">
                <a16:creationId xmlns:a16="http://schemas.microsoft.com/office/drawing/2014/main" id="{6D5D3228-B481-0F26-8AF3-FF0D2D00B70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AF6D785C-86F9-4A55-ACBA-945426695DA7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6</a:t>
            </a:fld>
            <a:endParaRPr lang="pt-BR" altLang="en-US" sz="1100"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8318A2-B832-7CAB-CE55-D1A70A8F5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1700213"/>
            <a:ext cx="1476375" cy="2374900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CPU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B0B140-E56C-12EE-F48C-647290ACB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1677988"/>
            <a:ext cx="1331912" cy="2374900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Memória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885CC4A-7C3E-6F7D-6C85-26166E30C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493963"/>
            <a:ext cx="1333500" cy="1558925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E/S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3AFE1EBF-3384-3D2B-B716-3D19FCB50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08500"/>
            <a:ext cx="5329237" cy="358775"/>
          </a:xfrm>
          <a:prstGeom prst="rect">
            <a:avLst/>
          </a:prstGeom>
          <a:ln w="57150"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defRPr/>
            </a:pPr>
            <a:r>
              <a:rPr lang="pt-BR"/>
              <a:t>Barramento</a:t>
            </a:r>
          </a:p>
        </p:txBody>
      </p:sp>
      <p:sp>
        <p:nvSpPr>
          <p:cNvPr id="13320" name="Line 10">
            <a:extLst>
              <a:ext uri="{FF2B5EF4-FFF2-40B4-BE49-F238E27FC236}">
                <a16:creationId xmlns:a16="http://schemas.microsoft.com/office/drawing/2014/main" id="{7BF9B3F6-A456-190E-9B31-205D352E5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6275" y="4075113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1" name="Line 11">
            <a:extLst>
              <a:ext uri="{FF2B5EF4-FFF2-40B4-BE49-F238E27FC236}">
                <a16:creationId xmlns:a16="http://schemas.microsoft.com/office/drawing/2014/main" id="{EC9EC45A-B802-357B-0312-03ECB47E6F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0363" y="4051300"/>
            <a:ext cx="0" cy="433388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3322" name="Line 12">
            <a:extLst>
              <a:ext uri="{FF2B5EF4-FFF2-40B4-BE49-F238E27FC236}">
                <a16:creationId xmlns:a16="http://schemas.microsoft.com/office/drawing/2014/main" id="{7D54A7F0-FB7B-F1DA-71D6-F20CC3AEA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1713" y="4052888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0126087-C455-B0FD-2286-CE3B7F3A71C3}"/>
              </a:ext>
            </a:extLst>
          </p:cNvPr>
          <p:cNvSpPr/>
          <p:nvPr/>
        </p:nvSpPr>
        <p:spPr>
          <a:xfrm>
            <a:off x="1331640" y="1864370"/>
            <a:ext cx="936104" cy="34049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/>
              <a:t>Registradores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AE7FCED-4039-A96B-CFA9-83B8457A7C5F}"/>
              </a:ext>
            </a:extLst>
          </p:cNvPr>
          <p:cNvSpPr/>
          <p:nvPr/>
        </p:nvSpPr>
        <p:spPr>
          <a:xfrm>
            <a:off x="1619672" y="3592562"/>
            <a:ext cx="936104" cy="340494"/>
          </a:xfrm>
          <a:prstGeom prst="roundRect">
            <a:avLst/>
          </a:prstGeom>
          <a:gradFill flip="none" rotWithShape="1">
            <a:gsLst>
              <a:gs pos="0">
                <a:srgbClr val="C00000"/>
              </a:gs>
              <a:gs pos="100000">
                <a:srgbClr val="FF000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/>
              <a:t>Cache</a:t>
            </a:r>
          </a:p>
        </p:txBody>
      </p:sp>
      <p:sp>
        <p:nvSpPr>
          <p:cNvPr id="13" name="Fluxograma: Disco Magnético 12">
            <a:extLst>
              <a:ext uri="{FF2B5EF4-FFF2-40B4-BE49-F238E27FC236}">
                <a16:creationId xmlns:a16="http://schemas.microsoft.com/office/drawing/2014/main" id="{BBE329C5-59E4-175F-CD88-478953512FB4}"/>
              </a:ext>
            </a:extLst>
          </p:cNvPr>
          <p:cNvSpPr/>
          <p:nvPr/>
        </p:nvSpPr>
        <p:spPr>
          <a:xfrm>
            <a:off x="5684838" y="1528763"/>
            <a:ext cx="896937" cy="482600"/>
          </a:xfrm>
          <a:prstGeom prst="flowChartMagneticDisk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400" dirty="0"/>
              <a:t>Disco</a:t>
            </a:r>
          </a:p>
        </p:txBody>
      </p:sp>
      <p:sp>
        <p:nvSpPr>
          <p:cNvPr id="13330" name="Line 11">
            <a:extLst>
              <a:ext uri="{FF2B5EF4-FFF2-40B4-BE49-F238E27FC236}">
                <a16:creationId xmlns:a16="http://schemas.microsoft.com/office/drawing/2014/main" id="{EA67309C-617C-F611-A2AC-46CED1DEA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2513" y="2011363"/>
            <a:ext cx="0" cy="433387"/>
          </a:xfrm>
          <a:prstGeom prst="line">
            <a:avLst/>
          </a:prstGeom>
          <a:noFill/>
          <a:ln w="88900">
            <a:solidFill>
              <a:srgbClr val="9696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C6F16FC-1AC8-44D2-F4BF-854D9D165261}"/>
              </a:ext>
            </a:extLst>
          </p:cNvPr>
          <p:cNvSpPr/>
          <p:nvPr/>
        </p:nvSpPr>
        <p:spPr>
          <a:xfrm>
            <a:off x="5657946" y="2618352"/>
            <a:ext cx="936104" cy="340494"/>
          </a:xfrm>
          <a:prstGeom prst="roundRect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92D050"/>
              </a:gs>
            </a:gsLst>
            <a:lin ang="162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1100" dirty="0"/>
              <a:t>Cache de Disco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B2832ED-CE20-B64C-D7E4-211D04213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/>
              <a:t>Princípio da localidade de referência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2EBAAC6-A412-32F4-AB7C-BC27CD1236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700213"/>
            <a:ext cx="8642350" cy="4608512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/>
              <a:t>Como melhorar (velocidade) o sistema de memória?</a:t>
            </a:r>
          </a:p>
          <a:p>
            <a:pPr lvl="1" eaLnBrk="1" fontAlgn="auto" hangingPunct="1">
              <a:defRPr/>
            </a:pPr>
            <a:r>
              <a:rPr lang="pt-BR"/>
              <a:t>Princípio da localidade de referência.</a:t>
            </a:r>
          </a:p>
          <a:p>
            <a:pPr lvl="2" eaLnBrk="1" fontAlgn="auto" hangingPunct="1">
              <a:defRPr/>
            </a:pPr>
            <a:r>
              <a:rPr lang="pt-BR"/>
              <a:t>O próximo dado acessado deve estar próximo ao dado corrente.</a:t>
            </a:r>
          </a:p>
          <a:p>
            <a:pPr lvl="1" eaLnBrk="1" fontAlgn="auto" hangingPunct="1">
              <a:defRPr/>
            </a:pPr>
            <a:r>
              <a:rPr lang="pt-BR"/>
              <a:t>Organização de forma hierárquica do sistema de memória.</a:t>
            </a:r>
          </a:p>
        </p:txBody>
      </p:sp>
      <p:sp>
        <p:nvSpPr>
          <p:cNvPr id="14340" name="Espaço Reservado para Número de Slide 1">
            <a:extLst>
              <a:ext uri="{FF2B5EF4-FFF2-40B4-BE49-F238E27FC236}">
                <a16:creationId xmlns:a16="http://schemas.microsoft.com/office/drawing/2014/main" id="{A2D3B2FD-404F-6825-2FD3-AF1C6207C1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42237A4C-3D9C-4839-8A41-BF7097771203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7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4C280E0-A884-1922-9628-DC3B70A0F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713788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Relocação e Proteção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2159E71D-E880-769C-4704-B74100859DF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268413"/>
            <a:ext cx="8642350" cy="5256212"/>
          </a:xfrm>
        </p:spPr>
        <p:txBody>
          <a:bodyPr/>
          <a:lstStyle/>
          <a:p>
            <a:pPr eaLnBrk="1" fontAlgn="auto" hangingPunct="1">
              <a:lnSpc>
                <a:spcPct val="90000"/>
              </a:lnSpc>
              <a:defRPr/>
            </a:pPr>
            <a:r>
              <a:rPr lang="pt-BR" dirty="0"/>
              <a:t>Problema:</a:t>
            </a:r>
          </a:p>
          <a:p>
            <a:pPr lvl="1" eaLnBrk="1" fontAlgn="auto" hangingPunct="1">
              <a:lnSpc>
                <a:spcPct val="90000"/>
              </a:lnSpc>
              <a:defRPr/>
            </a:pPr>
            <a:r>
              <a:rPr lang="pt-BR" dirty="0"/>
              <a:t>Por causa da alocação em partições, não se sabe ao certo em que partição ficará o programa, consequentemente não se pode saber qual o endereço dos dados e instruções.</a:t>
            </a:r>
          </a:p>
          <a:p>
            <a:pPr eaLnBrk="1" fontAlgn="auto" hangingPunct="1">
              <a:lnSpc>
                <a:spcPct val="90000"/>
              </a:lnSpc>
              <a:defRPr/>
            </a:pPr>
            <a:r>
              <a:rPr lang="pt-BR" dirty="0"/>
              <a:t>Soluções:</a:t>
            </a:r>
          </a:p>
          <a:p>
            <a:pPr lvl="1" eaLnBrk="1" fontAlgn="auto" hangingPunct="1">
              <a:lnSpc>
                <a:spcPct val="90000"/>
              </a:lnSpc>
              <a:defRPr/>
            </a:pPr>
            <a:r>
              <a:rPr lang="pt-BR" dirty="0"/>
              <a:t>Instruções modificadas de acordo com a partição onde o programa é alocado.</a:t>
            </a:r>
          </a:p>
          <a:p>
            <a:pPr lvl="1" eaLnBrk="1" fontAlgn="auto" hangingPunct="1">
              <a:lnSpc>
                <a:spcPct val="90000"/>
              </a:lnSpc>
              <a:defRPr/>
            </a:pPr>
            <a:r>
              <a:rPr lang="pt-BR" dirty="0"/>
              <a:t>Uso de registradores especiais (base e limite).</a:t>
            </a:r>
          </a:p>
          <a:p>
            <a:pPr eaLnBrk="1" fontAlgn="auto" hangingPunct="1">
              <a:lnSpc>
                <a:spcPct val="90000"/>
              </a:lnSpc>
              <a:defRPr/>
            </a:pPr>
            <a:r>
              <a:rPr lang="pt-BR" dirty="0"/>
              <a:t>Cuidado!!! Essas soluções podem acarretar outros problemas.</a:t>
            </a:r>
          </a:p>
        </p:txBody>
      </p:sp>
      <p:sp>
        <p:nvSpPr>
          <p:cNvPr id="15364" name="Espaço Reservado para Número de Slide 1">
            <a:extLst>
              <a:ext uri="{FF2B5EF4-FFF2-40B4-BE49-F238E27FC236}">
                <a16:creationId xmlns:a16="http://schemas.microsoft.com/office/drawing/2014/main" id="{D0072737-548A-990C-EB04-0C0D8205E7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BEACF026-C657-46DC-9667-5092418E1D38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8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FE7F7E-4A85-3F7F-4AB2-7FE0BE5393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44450"/>
            <a:ext cx="8713788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Relocação e Proteção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B1C7BE7-3EE8-8B49-0DC2-8BBC911A3EC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268413"/>
            <a:ext cx="8642350" cy="1008062"/>
          </a:xfrm>
        </p:spPr>
        <p:txBody>
          <a:bodyPr/>
          <a:lstStyle/>
          <a:p>
            <a:pPr eaLnBrk="1" fontAlgn="auto" hangingPunct="1">
              <a:lnSpc>
                <a:spcPct val="90000"/>
              </a:lnSpc>
              <a:defRPr/>
            </a:pPr>
            <a:r>
              <a:rPr lang="pt-BR" dirty="0"/>
              <a:t>Esquematicamente: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C8F91C80-61C0-F0DB-6B1D-D6F3140D5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249488"/>
            <a:ext cx="990600" cy="4419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2B465C97-CDEB-887F-5A24-A9120BD54D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2478088"/>
            <a:ext cx="3200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FEC8D6B5-B3BD-0F19-6491-1551CF95FC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38400" y="3849688"/>
            <a:ext cx="32004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391" name="Text Box 9">
            <a:extLst>
              <a:ext uri="{FF2B5EF4-FFF2-40B4-BE49-F238E27FC236}">
                <a16:creationId xmlns:a16="http://schemas.microsoft.com/office/drawing/2014/main" id="{D0BFC882-6D35-FA6B-A2FB-BDA637FCE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87888"/>
            <a:ext cx="17875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Compilação do </a:t>
            </a:r>
            <a:br>
              <a:rPr lang="pt-BR" altLang="en-US" sz="1800">
                <a:latin typeface="Arial" panose="020B0604020202020204" pitchFamily="34" charset="0"/>
              </a:rPr>
            </a:br>
            <a:r>
              <a:rPr lang="pt-BR" altLang="en-US" sz="1800">
                <a:latin typeface="Arial" panose="020B0604020202020204" pitchFamily="34" charset="0"/>
              </a:rPr>
              <a:t>programa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B625ACD-3F9F-0CC0-E53A-E3ACF1E1B19B}"/>
              </a:ext>
            </a:extLst>
          </p:cNvPr>
          <p:cNvSpPr>
            <a:spLocks/>
          </p:cNvSpPr>
          <p:nvPr/>
        </p:nvSpPr>
        <p:spPr bwMode="auto">
          <a:xfrm>
            <a:off x="381000" y="4002088"/>
            <a:ext cx="990600" cy="914400"/>
          </a:xfrm>
          <a:custGeom>
            <a:avLst/>
            <a:gdLst>
              <a:gd name="T0" fmla="*/ 2147483646 w 624"/>
              <a:gd name="T1" fmla="*/ 2147483646 h 576"/>
              <a:gd name="T2" fmla="*/ 0 w 624"/>
              <a:gd name="T3" fmla="*/ 2147483646 h 576"/>
              <a:gd name="T4" fmla="*/ 2147483646 w 624"/>
              <a:gd name="T5" fmla="*/ 0 h 5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24" h="576">
                <a:moveTo>
                  <a:pt x="432" y="576"/>
                </a:moveTo>
                <a:lnTo>
                  <a:pt x="0" y="576"/>
                </a:lnTo>
                <a:lnTo>
                  <a:pt x="624" y="0"/>
                </a:ln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393" name="Text Box 11">
            <a:extLst>
              <a:ext uri="{FF2B5EF4-FFF2-40B4-BE49-F238E27FC236}">
                <a16:creationId xmlns:a16="http://schemas.microsoft.com/office/drawing/2014/main" id="{175A4441-FE54-1F6D-98EC-691308DF4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454501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 b="1">
                <a:solidFill>
                  <a:srgbClr val="FFFFFF"/>
                </a:solidFill>
                <a:latin typeface="Arial" panose="020B0604020202020204" pitchFamily="34" charset="0"/>
              </a:rPr>
              <a:t>Espaço de endereçamento do processo</a:t>
            </a:r>
          </a:p>
        </p:txBody>
      </p:sp>
      <p:sp>
        <p:nvSpPr>
          <p:cNvPr id="16394" name="Text Box 12">
            <a:extLst>
              <a:ext uri="{FF2B5EF4-FFF2-40B4-BE49-F238E27FC236}">
                <a16:creationId xmlns:a16="http://schemas.microsoft.com/office/drawing/2014/main" id="{2B0DBA8C-E6CB-256C-58C1-C8C9A921A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1716088"/>
            <a:ext cx="34036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 b="1">
                <a:solidFill>
                  <a:srgbClr val="FFFFFF"/>
                </a:solidFill>
                <a:latin typeface="Arial" panose="020B0604020202020204" pitchFamily="34" charset="0"/>
              </a:rPr>
              <a:t>Memória principal (hardware)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1135287-D24C-1EE8-FBF8-394750A4969A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478088"/>
            <a:ext cx="990600" cy="1600200"/>
            <a:chOff x="1371600" y="2478360"/>
            <a:chExt cx="990600" cy="1600200"/>
          </a:xfrm>
        </p:grpSpPr>
        <p:sp>
          <p:nvSpPr>
            <p:cNvPr id="16397" name="Rectangle 3">
              <a:extLst>
                <a:ext uri="{FF2B5EF4-FFF2-40B4-BE49-F238E27FC236}">
                  <a16:creationId xmlns:a16="http://schemas.microsoft.com/office/drawing/2014/main" id="{A3BDEF96-6945-DD3B-6D71-0DC3E7EB7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478360"/>
              <a:ext cx="990600" cy="1371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6398" name="Rectangle 4">
              <a:extLst>
                <a:ext uri="{FF2B5EF4-FFF2-40B4-BE49-F238E27FC236}">
                  <a16:creationId xmlns:a16="http://schemas.microsoft.com/office/drawing/2014/main" id="{5F837397-1F4F-56F4-523A-45C29A36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3849960"/>
              <a:ext cx="990600" cy="228600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16396" name="Espaço Reservado para Número de Slide 2">
            <a:extLst>
              <a:ext uri="{FF2B5EF4-FFF2-40B4-BE49-F238E27FC236}">
                <a16:creationId xmlns:a16="http://schemas.microsoft.com/office/drawing/2014/main" id="{E9618ADC-D2A5-50F6-3FC3-BAAD5F77FD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B539D27D-6A85-465B-B2B1-3AE2F2B4A628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9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0.47691 0.1585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7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19816DA3-F621-D26F-91F9-D1AF0A0B00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Criação de um programa executável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187147C-70E5-6DDA-E161-0F061AB1932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95400"/>
            <a:ext cx="990600" cy="1143000"/>
            <a:chOff x="762000" y="1295400"/>
            <a:chExt cx="990600" cy="1143000"/>
          </a:xfrm>
        </p:grpSpPr>
        <p:sp>
          <p:nvSpPr>
            <p:cNvPr id="17442" name="Rectangle 3">
              <a:extLst>
                <a:ext uri="{FF2B5EF4-FFF2-40B4-BE49-F238E27FC236}">
                  <a16:creationId xmlns:a16="http://schemas.microsoft.com/office/drawing/2014/main" id="{A33C5658-2815-BDF0-3334-74A7EF2E4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954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43" name="Rectangle 4">
              <a:extLst>
                <a:ext uri="{FF2B5EF4-FFF2-40B4-BE49-F238E27FC236}">
                  <a16:creationId xmlns:a16="http://schemas.microsoft.com/office/drawing/2014/main" id="{AC645A25-423F-4D39-D626-550DA826A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14478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44" name="Rectangle 5">
              <a:extLst>
                <a:ext uri="{FF2B5EF4-FFF2-40B4-BE49-F238E27FC236}">
                  <a16:creationId xmlns:a16="http://schemas.microsoft.com/office/drawing/2014/main" id="{D75ED9CB-53C1-30AA-18A9-683EB78C3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16002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Código</a:t>
              </a:r>
              <a:br>
                <a:rPr lang="pt-BR" altLang="en-US" sz="1800">
                  <a:latin typeface="Arial" panose="020B0604020202020204" pitchFamily="34" charset="0"/>
                </a:rPr>
              </a:br>
              <a:r>
                <a:rPr lang="pt-BR" altLang="en-US" sz="1800">
                  <a:latin typeface="Arial" panose="020B0604020202020204" pitchFamily="34" charset="0"/>
                </a:rPr>
                <a:t>fonte</a:t>
              </a:r>
            </a:p>
          </p:txBody>
        </p:sp>
      </p:grpSp>
      <p:sp>
        <p:nvSpPr>
          <p:cNvPr id="17412" name="Text Box 8">
            <a:extLst>
              <a:ext uri="{FF2B5EF4-FFF2-40B4-BE49-F238E27FC236}">
                <a16:creationId xmlns:a16="http://schemas.microsoft.com/office/drawing/2014/main" id="{CA3B1E5C-195D-9EEE-8C38-9F6F8EFE4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652963"/>
            <a:ext cx="7848600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 Tempo de Compilação: Traduz elementos.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 Tempo de ligação: Combina elementos</a:t>
            </a:r>
          </a:p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 Tempo de carga: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Aloca memória primária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Ajusta os endereços ao espaço de endereçamento.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1800">
                <a:latin typeface="Arial" panose="020B0604020202020204" pitchFamily="34" charset="0"/>
              </a:rPr>
              <a:t>Copia o espaço de endereçamento da memória secundária à memória primária .</a:t>
            </a:r>
          </a:p>
        </p:txBody>
      </p:sp>
      <p:sp>
        <p:nvSpPr>
          <p:cNvPr id="245769" name="AutoShape 9">
            <a:extLst>
              <a:ext uri="{FF2B5EF4-FFF2-40B4-BE49-F238E27FC236}">
                <a16:creationId xmlns:a16="http://schemas.microsoft.com/office/drawing/2014/main" id="{D62B30D7-727C-6366-2BFD-BEBA01098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371975"/>
            <a:ext cx="1376362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Arial" panose="020B0604020202020204" pitchFamily="34" charset="0"/>
              </a:rPr>
              <a:t>Carregador</a:t>
            </a:r>
            <a:endParaRPr lang="pt-BR" altLang="en-US" sz="1800">
              <a:latin typeface="Arial" panose="020B0604020202020204" pitchFamily="34" charset="0"/>
            </a:endParaRPr>
          </a:p>
        </p:txBody>
      </p:sp>
      <p:sp>
        <p:nvSpPr>
          <p:cNvPr id="17414" name="Line 10">
            <a:extLst>
              <a:ext uri="{FF2B5EF4-FFF2-40B4-BE49-F238E27FC236}">
                <a16:creationId xmlns:a16="http://schemas.microsoft.com/office/drawing/2014/main" id="{569459A3-7967-8752-4440-3ACCE1B1D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609975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5" name="Line 11">
            <a:extLst>
              <a:ext uri="{FF2B5EF4-FFF2-40B4-BE49-F238E27FC236}">
                <a16:creationId xmlns:a16="http://schemas.microsoft.com/office/drawing/2014/main" id="{A8D48263-22D3-3374-E711-39BD6E560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3533775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416" name="Rectangle 12">
            <a:extLst>
              <a:ext uri="{FF2B5EF4-FFF2-40B4-BE49-F238E27FC236}">
                <a16:creationId xmlns:a16="http://schemas.microsoft.com/office/drawing/2014/main" id="{53B01BE7-97EB-38C9-FC7C-4F0D7A88B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4448175"/>
            <a:ext cx="1219200" cy="1219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Arial" panose="020B0604020202020204" pitchFamily="34" charset="0"/>
              </a:rPr>
              <a:t>Espaço de </a:t>
            </a:r>
            <a:br>
              <a:rPr lang="pt-BR" altLang="en-US" sz="2000">
                <a:latin typeface="Arial" panose="020B0604020202020204" pitchFamily="34" charset="0"/>
              </a:rPr>
            </a:br>
            <a:r>
              <a:rPr lang="pt-BR" altLang="en-US" sz="2000">
                <a:latin typeface="Arial" panose="020B0604020202020204" pitchFamily="34" charset="0"/>
              </a:rPr>
              <a:t>Endereç.</a:t>
            </a:r>
            <a:br>
              <a:rPr lang="pt-BR" altLang="en-US" sz="2000">
                <a:latin typeface="Arial" panose="020B0604020202020204" pitchFamily="34" charset="0"/>
              </a:rPr>
            </a:br>
            <a:r>
              <a:rPr lang="pt-BR" altLang="en-US" sz="2000">
                <a:latin typeface="Arial" panose="020B0604020202020204" pitchFamily="34" charset="0"/>
              </a:rPr>
              <a:t>Processo</a:t>
            </a:r>
            <a:endParaRPr lang="pt-BR" altLang="en-US" sz="1800">
              <a:latin typeface="Arial" panose="020B0604020202020204" pitchFamily="34" charset="0"/>
            </a:endParaRPr>
          </a:p>
        </p:txBody>
      </p:sp>
      <p:sp>
        <p:nvSpPr>
          <p:cNvPr id="17417" name="Text Box 13">
            <a:extLst>
              <a:ext uri="{FF2B5EF4-FFF2-40B4-BE49-F238E27FC236}">
                <a16:creationId xmlns:a16="http://schemas.microsoft.com/office/drawing/2014/main" id="{806AA456-1F2D-A76B-D8B5-423AF4D1E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924175"/>
            <a:ext cx="11811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Arial" panose="020B0604020202020204" pitchFamily="34" charset="0"/>
              </a:rPr>
              <a:t>Memória</a:t>
            </a:r>
            <a:br>
              <a:rPr lang="pt-BR" altLang="en-US" sz="2000">
                <a:latin typeface="Arial" panose="020B0604020202020204" pitchFamily="34" charset="0"/>
              </a:rPr>
            </a:br>
            <a:r>
              <a:rPr lang="pt-BR" altLang="en-US" sz="2000">
                <a:latin typeface="Arial" panose="020B0604020202020204" pitchFamily="34" charset="0"/>
              </a:rPr>
              <a:t>Primária</a:t>
            </a:r>
          </a:p>
        </p:txBody>
      </p:sp>
      <p:sp>
        <p:nvSpPr>
          <p:cNvPr id="245774" name="AutoShape 14">
            <a:extLst>
              <a:ext uri="{FF2B5EF4-FFF2-40B4-BE49-F238E27FC236}">
                <a16:creationId xmlns:a16="http://schemas.microsoft.com/office/drawing/2014/main" id="{18865AD2-AEB3-D1AB-BBAB-5F2A18379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600575"/>
            <a:ext cx="914400" cy="381000"/>
          </a:xfrm>
          <a:prstGeom prst="rightArrow">
            <a:avLst>
              <a:gd name="adj1" fmla="val 50000"/>
              <a:gd name="adj2" fmla="val 6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75" name="AutoShape 15">
            <a:extLst>
              <a:ext uri="{FF2B5EF4-FFF2-40B4-BE49-F238E27FC236}">
                <a16:creationId xmlns:a16="http://schemas.microsoft.com/office/drawing/2014/main" id="{2BB769A9-4BE0-5E2C-EE8C-B53FCE5F2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059238"/>
            <a:ext cx="3810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76" name="AutoShape 16">
            <a:extLst>
              <a:ext uri="{FF2B5EF4-FFF2-40B4-BE49-F238E27FC236}">
                <a16:creationId xmlns:a16="http://schemas.microsoft.com/office/drawing/2014/main" id="{E2AE030D-7453-DAA8-484E-FEB317431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90800"/>
            <a:ext cx="4572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C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23269F59-8231-D144-B980-72ACFB16C4A1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971800"/>
            <a:ext cx="990600" cy="1143000"/>
            <a:chOff x="685800" y="2971800"/>
            <a:chExt cx="990600" cy="1143000"/>
          </a:xfrm>
        </p:grpSpPr>
        <p:sp>
          <p:nvSpPr>
            <p:cNvPr id="17439" name="Rectangle 17">
              <a:extLst>
                <a:ext uri="{FF2B5EF4-FFF2-40B4-BE49-F238E27FC236}">
                  <a16:creationId xmlns:a16="http://schemas.microsoft.com/office/drawing/2014/main" id="{846143F0-F0AB-7501-42B2-DE90AC3E5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" y="29718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40" name="Rectangle 18">
              <a:extLst>
                <a:ext uri="{FF2B5EF4-FFF2-40B4-BE49-F238E27FC236}">
                  <a16:creationId xmlns:a16="http://schemas.microsoft.com/office/drawing/2014/main" id="{368C0E34-4967-8B0D-34FF-C3AA88853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1242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41" name="Rectangle 19">
              <a:extLst>
                <a:ext uri="{FF2B5EF4-FFF2-40B4-BE49-F238E27FC236}">
                  <a16:creationId xmlns:a16="http://schemas.microsoft.com/office/drawing/2014/main" id="{797328BD-5B1F-A627-78F2-571D9F244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00" y="32766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Cód.</a:t>
              </a:r>
              <a:br>
                <a:rPr lang="en-US" altLang="en-US" sz="1800">
                  <a:latin typeface="Arial" panose="020B0604020202020204" pitchFamily="34" charset="0"/>
                </a:rPr>
              </a:br>
              <a:r>
                <a:rPr lang="en-US" altLang="en-US" sz="1800">
                  <a:latin typeface="Arial" panose="020B0604020202020204" pitchFamily="34" charset="0"/>
                </a:rPr>
                <a:t>Obj.</a:t>
              </a:r>
            </a:p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Reloc</a:t>
              </a:r>
            </a:p>
          </p:txBody>
        </p:sp>
      </p:grpSp>
      <p:sp>
        <p:nvSpPr>
          <p:cNvPr id="245781" name="AutoShape 21">
            <a:extLst>
              <a:ext uri="{FF2B5EF4-FFF2-40B4-BE49-F238E27FC236}">
                <a16:creationId xmlns:a16="http://schemas.microsoft.com/office/drawing/2014/main" id="{12D533E7-245C-2BA9-E4C8-198DCD31A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200400"/>
            <a:ext cx="838200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Link</a:t>
            </a: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Arial" panose="020B0604020202020204" pitchFamily="34" charset="0"/>
              </a:rPr>
              <a:t>Edit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40A8C4F-99C9-11BC-EC32-E82F5D343EE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295400"/>
            <a:ext cx="990600" cy="1143000"/>
            <a:chOff x="1981201" y="1295400"/>
            <a:chExt cx="990600" cy="1143000"/>
          </a:xfrm>
        </p:grpSpPr>
        <p:sp>
          <p:nvSpPr>
            <p:cNvPr id="17436" name="Rectangle 22">
              <a:extLst>
                <a:ext uri="{FF2B5EF4-FFF2-40B4-BE49-F238E27FC236}">
                  <a16:creationId xmlns:a16="http://schemas.microsoft.com/office/drawing/2014/main" id="{412C8267-6DB5-BD3F-7717-DCEA64928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1" y="12954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37" name="Rectangle 23">
              <a:extLst>
                <a:ext uri="{FF2B5EF4-FFF2-40B4-BE49-F238E27FC236}">
                  <a16:creationId xmlns:a16="http://schemas.microsoft.com/office/drawing/2014/main" id="{18237812-3B0D-BF8E-9203-F1F01AF9C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601" y="14478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38" name="Rectangle 24">
              <a:extLst>
                <a:ext uri="{FF2B5EF4-FFF2-40B4-BE49-F238E27FC236}">
                  <a16:creationId xmlns:a16="http://schemas.microsoft.com/office/drawing/2014/main" id="{107DD82A-4321-D269-9DB2-8276EDB9D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1" y="16002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Libs</a:t>
              </a:r>
            </a:p>
          </p:txBody>
        </p:sp>
      </p:grpSp>
      <p:sp>
        <p:nvSpPr>
          <p:cNvPr id="245785" name="AutoShape 25">
            <a:extLst>
              <a:ext uri="{FF2B5EF4-FFF2-40B4-BE49-F238E27FC236}">
                <a16:creationId xmlns:a16="http://schemas.microsoft.com/office/drawing/2014/main" id="{07F5F84E-ED8C-ACCF-1E36-51A2E74A7C10}"/>
              </a:ext>
            </a:extLst>
          </p:cNvPr>
          <p:cNvSpPr>
            <a:spLocks noChangeArrowheads="1"/>
          </p:cNvSpPr>
          <p:nvPr/>
        </p:nvSpPr>
        <p:spPr bwMode="auto">
          <a:xfrm rot="8239224">
            <a:off x="3200400" y="2590800"/>
            <a:ext cx="3048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042149C-7641-26E7-8EB4-DF7E66BF5704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295400"/>
            <a:ext cx="990600" cy="1143000"/>
            <a:chOff x="3200401" y="1295400"/>
            <a:chExt cx="990600" cy="1143000"/>
          </a:xfrm>
        </p:grpSpPr>
        <p:sp>
          <p:nvSpPr>
            <p:cNvPr id="17433" name="Rectangle 26">
              <a:extLst>
                <a:ext uri="{FF2B5EF4-FFF2-40B4-BE49-F238E27FC236}">
                  <a16:creationId xmlns:a16="http://schemas.microsoft.com/office/drawing/2014/main" id="{A2436313-E761-3D02-1E8B-8F2F716C8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1" y="12954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34" name="Rectangle 27">
              <a:extLst>
                <a:ext uri="{FF2B5EF4-FFF2-40B4-BE49-F238E27FC236}">
                  <a16:creationId xmlns:a16="http://schemas.microsoft.com/office/drawing/2014/main" id="{8C440924-6E4E-2AD5-0BA2-1940F3A03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1" y="14478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7435" name="Rectangle 28">
              <a:extLst>
                <a:ext uri="{FF2B5EF4-FFF2-40B4-BE49-F238E27FC236}">
                  <a16:creationId xmlns:a16="http://schemas.microsoft.com/office/drawing/2014/main" id="{9AE59FB1-EF32-E52C-A1A6-3955959E1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201" y="1600200"/>
              <a:ext cx="685800" cy="838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1800">
                  <a:latin typeface="Arial" panose="020B0604020202020204" pitchFamily="34" charset="0"/>
                </a:rPr>
                <a:t>Outros</a:t>
              </a:r>
              <a:br>
                <a:rPr lang="en-US" altLang="en-US" sz="1800">
                  <a:latin typeface="Arial" panose="020B0604020202020204" pitchFamily="34" charset="0"/>
                </a:rPr>
              </a:br>
              <a:r>
                <a:rPr lang="en-US" altLang="en-US" sz="1800">
                  <a:latin typeface="Arial" panose="020B0604020202020204" pitchFamily="34" charset="0"/>
                </a:rPr>
                <a:t>obj.</a:t>
              </a:r>
            </a:p>
          </p:txBody>
        </p:sp>
      </p:grpSp>
      <p:sp>
        <p:nvSpPr>
          <p:cNvPr id="245789" name="AutoShape 29">
            <a:extLst>
              <a:ext uri="{FF2B5EF4-FFF2-40B4-BE49-F238E27FC236}">
                <a16:creationId xmlns:a16="http://schemas.microsoft.com/office/drawing/2014/main" id="{46F746C7-0130-A6A7-21F8-0A1178D81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2667000"/>
            <a:ext cx="3810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90" name="AutoShape 30">
            <a:extLst>
              <a:ext uri="{FF2B5EF4-FFF2-40B4-BE49-F238E27FC236}">
                <a16:creationId xmlns:a16="http://schemas.microsoft.com/office/drawing/2014/main" id="{97DFEC23-EE33-4400-59E0-5E7F23D7C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00400"/>
            <a:ext cx="1295400" cy="838200"/>
          </a:xfrm>
          <a:prstGeom prst="can">
            <a:avLst>
              <a:gd name="adj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91" name="AutoShape 31">
            <a:extLst>
              <a:ext uri="{FF2B5EF4-FFF2-40B4-BE49-F238E27FC236}">
                <a16:creationId xmlns:a16="http://schemas.microsoft.com/office/drawing/2014/main" id="{77EEF186-B1E4-7DD1-6B8F-881E9EAFA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429000"/>
            <a:ext cx="1143000" cy="3810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92" name="Text Box 32">
            <a:extLst>
              <a:ext uri="{FF2B5EF4-FFF2-40B4-BE49-F238E27FC236}">
                <a16:creationId xmlns:a16="http://schemas.microsoft.com/office/drawing/2014/main" id="{033120C7-4EF6-CD6D-0B0A-7722CF358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438400"/>
            <a:ext cx="14398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Arial" panose="020B0604020202020204" pitchFamily="34" charset="0"/>
              </a:rPr>
              <a:t>Memória</a:t>
            </a:r>
            <a:br>
              <a:rPr lang="pt-BR" altLang="en-US" sz="2000">
                <a:latin typeface="Arial" panose="020B0604020202020204" pitchFamily="34" charset="0"/>
              </a:rPr>
            </a:br>
            <a:r>
              <a:rPr lang="pt-BR" altLang="en-US" sz="2000">
                <a:latin typeface="Arial" panose="020B0604020202020204" pitchFamily="34" charset="0"/>
              </a:rPr>
              <a:t>secundária</a:t>
            </a:r>
            <a:endParaRPr lang="pt-BR" altLang="en-US" sz="1800">
              <a:latin typeface="Arial" panose="020B0604020202020204" pitchFamily="34" charset="0"/>
            </a:endParaRPr>
          </a:p>
        </p:txBody>
      </p:sp>
      <p:sp>
        <p:nvSpPr>
          <p:cNvPr id="245793" name="Rectangle 33">
            <a:extLst>
              <a:ext uri="{FF2B5EF4-FFF2-40B4-BE49-F238E27FC236}">
                <a16:creationId xmlns:a16="http://schemas.microsoft.com/office/drawing/2014/main" id="{8422A272-2828-B68D-B915-543918E6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05200"/>
            <a:ext cx="4572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794" name="AutoShape 34">
            <a:extLst>
              <a:ext uri="{FF2B5EF4-FFF2-40B4-BE49-F238E27FC236}">
                <a16:creationId xmlns:a16="http://schemas.microsoft.com/office/drawing/2014/main" id="{9A99C41A-CFA5-3D1E-72F7-98FCDEC97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00400"/>
            <a:ext cx="304800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7432" name="Espaço Reservado para Número de Slide 5">
            <a:extLst>
              <a:ext uri="{FF2B5EF4-FFF2-40B4-BE49-F238E27FC236}">
                <a16:creationId xmlns:a16="http://schemas.microsoft.com/office/drawing/2014/main" id="{A9DFFA27-FDD7-53A9-F7BE-2D77D799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A56A53CC-EEB5-492C-BDE2-4CC1933E740C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10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5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4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4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4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5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5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9" grpId="0" animBg="1"/>
      <p:bldP spid="245774" grpId="0" animBg="1"/>
      <p:bldP spid="245775" grpId="0" animBg="1"/>
      <p:bldP spid="245776" grpId="0" animBg="1"/>
      <p:bldP spid="245781" grpId="0" animBg="1"/>
      <p:bldP spid="245785" grpId="0" animBg="1"/>
      <p:bldP spid="245789" grpId="0" animBg="1"/>
      <p:bldP spid="245790" grpId="0" animBg="1"/>
      <p:bldP spid="245791" grpId="0" animBg="1"/>
      <p:bldP spid="245792" grpId="0"/>
      <p:bldP spid="245793" grpId="0" animBg="1"/>
      <p:bldP spid="24579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58F2C84-5738-8DE0-9685-51DE4639E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616325"/>
            <a:ext cx="19050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288C2A7-2B56-38E2-933F-86E4244CF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41313"/>
            <a:ext cx="8713788" cy="9271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Relocação dinâmica de endereços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4BFCCD0-41E0-0CC6-7885-BE2E7D8C1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787525"/>
            <a:ext cx="39624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E67753CF-C953-4E3B-435C-7BEBF51A2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1371600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8CFEC961-ECED-CA04-60EC-EEBE4B133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168525"/>
            <a:ext cx="2209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0x02010</a:t>
            </a: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24940A93-BE09-2734-635C-C96DB13E3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924175"/>
            <a:ext cx="22098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0x10000</a:t>
            </a:r>
          </a:p>
        </p:txBody>
      </p:sp>
      <p:grpSp>
        <p:nvGrpSpPr>
          <p:cNvPr id="18440" name="Group 8">
            <a:extLst>
              <a:ext uri="{FF2B5EF4-FFF2-40B4-BE49-F238E27FC236}">
                <a16:creationId xmlns:a16="http://schemas.microsoft.com/office/drawing/2014/main" id="{DD367A70-64DF-FE83-9AC1-331D2759BBA0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473325"/>
            <a:ext cx="304800" cy="457200"/>
            <a:chOff x="2736" y="1440"/>
            <a:chExt cx="192" cy="288"/>
          </a:xfrm>
        </p:grpSpPr>
        <p:sp>
          <p:nvSpPr>
            <p:cNvPr id="18455" name="Oval 9">
              <a:extLst>
                <a:ext uri="{FF2B5EF4-FFF2-40B4-BE49-F238E27FC236}">
                  <a16:creationId xmlns:a16="http://schemas.microsoft.com/office/drawing/2014/main" id="{AD90D91D-A932-91C2-9BB8-685B1EBCF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488"/>
              <a:ext cx="192" cy="19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8456" name="Text Box 10">
              <a:extLst>
                <a:ext uri="{FF2B5EF4-FFF2-40B4-BE49-F238E27FC236}">
                  <a16:creationId xmlns:a16="http://schemas.microsoft.com/office/drawing/2014/main" id="{B9739CF2-1006-1A5C-7CAF-BA2D865C1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44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8441" name="Freeform 11">
            <a:extLst>
              <a:ext uri="{FF2B5EF4-FFF2-40B4-BE49-F238E27FC236}">
                <a16:creationId xmlns:a16="http://schemas.microsoft.com/office/drawing/2014/main" id="{D3B88403-7BDB-FE42-1DF9-5543F8576D96}"/>
              </a:ext>
            </a:extLst>
          </p:cNvPr>
          <p:cNvSpPr>
            <a:spLocks/>
          </p:cNvSpPr>
          <p:nvPr/>
        </p:nvSpPr>
        <p:spPr bwMode="auto">
          <a:xfrm>
            <a:off x="4724400" y="2854325"/>
            <a:ext cx="762000" cy="228600"/>
          </a:xfrm>
          <a:custGeom>
            <a:avLst/>
            <a:gdLst>
              <a:gd name="T0" fmla="*/ 0 w 480"/>
              <a:gd name="T1" fmla="*/ 2147483646 h 144"/>
              <a:gd name="T2" fmla="*/ 2147483646 w 480"/>
              <a:gd name="T3" fmla="*/ 2147483646 h 144"/>
              <a:gd name="T4" fmla="*/ 2147483646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0" y="144"/>
                </a:moveTo>
                <a:lnTo>
                  <a:pt x="480" y="144"/>
                </a:lnTo>
                <a:lnTo>
                  <a:pt x="4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442" name="Freeform 12">
            <a:extLst>
              <a:ext uri="{FF2B5EF4-FFF2-40B4-BE49-F238E27FC236}">
                <a16:creationId xmlns:a16="http://schemas.microsoft.com/office/drawing/2014/main" id="{44D9809E-3441-46B5-C7AC-00D425DD496D}"/>
              </a:ext>
            </a:extLst>
          </p:cNvPr>
          <p:cNvSpPr>
            <a:spLocks/>
          </p:cNvSpPr>
          <p:nvPr/>
        </p:nvSpPr>
        <p:spPr bwMode="auto">
          <a:xfrm flipV="1">
            <a:off x="4724400" y="2320925"/>
            <a:ext cx="762000" cy="228600"/>
          </a:xfrm>
          <a:custGeom>
            <a:avLst/>
            <a:gdLst>
              <a:gd name="T0" fmla="*/ 0 w 480"/>
              <a:gd name="T1" fmla="*/ 2147483646 h 144"/>
              <a:gd name="T2" fmla="*/ 2147483646 w 480"/>
              <a:gd name="T3" fmla="*/ 2147483646 h 144"/>
              <a:gd name="T4" fmla="*/ 2147483646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0" y="144"/>
                </a:moveTo>
                <a:lnTo>
                  <a:pt x="480" y="144"/>
                </a:lnTo>
                <a:lnTo>
                  <a:pt x="4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443" name="Freeform 13">
            <a:extLst>
              <a:ext uri="{FF2B5EF4-FFF2-40B4-BE49-F238E27FC236}">
                <a16:creationId xmlns:a16="http://schemas.microsoft.com/office/drawing/2014/main" id="{C321FDF9-84E3-1860-646E-2B02BE46F434}"/>
              </a:ext>
            </a:extLst>
          </p:cNvPr>
          <p:cNvSpPr>
            <a:spLocks/>
          </p:cNvSpPr>
          <p:nvPr/>
        </p:nvSpPr>
        <p:spPr bwMode="auto">
          <a:xfrm flipV="1">
            <a:off x="5638800" y="2701925"/>
            <a:ext cx="1271588" cy="1066800"/>
          </a:xfrm>
          <a:custGeom>
            <a:avLst/>
            <a:gdLst>
              <a:gd name="T0" fmla="*/ 0 w 480"/>
              <a:gd name="T1" fmla="*/ 2147483646 h 144"/>
              <a:gd name="T2" fmla="*/ 2147483646 w 480"/>
              <a:gd name="T3" fmla="*/ 2147483646 h 144"/>
              <a:gd name="T4" fmla="*/ 2147483646 w 480"/>
              <a:gd name="T5" fmla="*/ 0 h 144"/>
              <a:gd name="T6" fmla="*/ 0 60000 65536"/>
              <a:gd name="T7" fmla="*/ 0 60000 65536"/>
              <a:gd name="T8" fmla="*/ 0 60000 65536"/>
              <a:gd name="T9" fmla="*/ 0 w 480"/>
              <a:gd name="T10" fmla="*/ 0 h 144"/>
              <a:gd name="T11" fmla="*/ 480 w 480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0" h="144">
                <a:moveTo>
                  <a:pt x="0" y="144"/>
                </a:moveTo>
                <a:lnTo>
                  <a:pt x="480" y="144"/>
                </a:lnTo>
                <a:lnTo>
                  <a:pt x="48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444" name="Rectangle 14">
            <a:extLst>
              <a:ext uri="{FF2B5EF4-FFF2-40B4-BE49-F238E27FC236}">
                <a16:creationId xmlns:a16="http://schemas.microsoft.com/office/drawing/2014/main" id="{F271D78F-B632-88F9-14B9-FC1E86CCB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860800"/>
            <a:ext cx="9906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ERM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445" name="Text Box 15">
            <a:extLst>
              <a:ext uri="{FF2B5EF4-FFF2-40B4-BE49-F238E27FC236}">
                <a16:creationId xmlns:a16="http://schemas.microsoft.com/office/drawing/2014/main" id="{98BA6FD2-5C55-6B63-D0BF-516AB4B33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56088"/>
            <a:ext cx="307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load    R1, 0x02010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22544" name="Text Box 16">
            <a:extLst>
              <a:ext uri="{FF2B5EF4-FFF2-40B4-BE49-F238E27FC236}">
                <a16:creationId xmlns:a16="http://schemas.microsoft.com/office/drawing/2014/main" id="{AD69016C-78D1-25F9-3AC6-7C42B3E7F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9438" y="2305050"/>
            <a:ext cx="1250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0x12010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8447" name="Text Box 17">
            <a:extLst>
              <a:ext uri="{FF2B5EF4-FFF2-40B4-BE49-F238E27FC236}">
                <a16:creationId xmlns:a16="http://schemas.microsoft.com/office/drawing/2014/main" id="{0287636C-4A78-1AEA-ACFF-102EA7620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630863"/>
            <a:ext cx="76469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2400">
                <a:latin typeface="Times New Roman" panose="02020603050405020304" pitchFamily="18" charset="0"/>
              </a:rPr>
              <a:t>Programa carregado no endereço 0x10000 </a:t>
            </a:r>
            <a:r>
              <a:rPr lang="pt-BR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pt-BR" altLang="en-US" sz="2400">
                <a:latin typeface="Times New Roman" panose="02020603050405020304" pitchFamily="18" charset="0"/>
              </a:rPr>
              <a:t> </a:t>
            </a:r>
          </a:p>
          <a:p>
            <a:pPr lvl="4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en-US" sz="2400">
                <a:latin typeface="Times New Roman" panose="02020603050405020304" pitchFamily="18" charset="0"/>
              </a:rPr>
              <a:t>Registrador de relocação = 0x10000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8448" name="Text Box 18">
            <a:extLst>
              <a:ext uri="{FF2B5EF4-FFF2-40B4-BE49-F238E27FC236}">
                <a16:creationId xmlns:a16="http://schemas.microsoft.com/office/drawing/2014/main" id="{70E3C9AB-0228-14A9-414C-A6DAF58CE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609850"/>
            <a:ext cx="2705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Registrador de relocação</a:t>
            </a:r>
          </a:p>
        </p:txBody>
      </p:sp>
      <p:sp>
        <p:nvSpPr>
          <p:cNvPr id="18449" name="Text Box 19">
            <a:extLst>
              <a:ext uri="{FF2B5EF4-FFF2-40B4-BE49-F238E27FC236}">
                <a16:creationId xmlns:a16="http://schemas.microsoft.com/office/drawing/2014/main" id="{022C108A-4361-7C18-6EDE-ACDE25512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847850"/>
            <a:ext cx="1979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Endereço relativo</a:t>
            </a:r>
          </a:p>
        </p:txBody>
      </p:sp>
      <p:sp>
        <p:nvSpPr>
          <p:cNvPr id="22548" name="Oval 20">
            <a:extLst>
              <a:ext uri="{FF2B5EF4-FFF2-40B4-BE49-F238E27FC236}">
                <a16:creationId xmlns:a16="http://schemas.microsoft.com/office/drawing/2014/main" id="{B89E4EAF-B161-3144-4644-CE1F8E0D2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271963"/>
            <a:ext cx="12954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2550" name="Oval 22">
            <a:extLst>
              <a:ext uri="{FF2B5EF4-FFF2-40B4-BE49-F238E27FC236}">
                <a16:creationId xmlns:a16="http://schemas.microsoft.com/office/drawing/2014/main" id="{19BCBC0D-6FB7-9B79-26E2-5BCAC8249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5995988"/>
            <a:ext cx="14478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22553" name="AutoShape 25">
            <a:extLst>
              <a:ext uri="{FF2B5EF4-FFF2-40B4-BE49-F238E27FC236}">
                <a16:creationId xmlns:a16="http://schemas.microsoft.com/office/drawing/2014/main" id="{B45A393C-208A-EBF7-0A67-679B5AEA5940}"/>
              </a:ext>
            </a:extLst>
          </p:cNvPr>
          <p:cNvCxnSpPr>
            <a:cxnSpLocks noChangeShapeType="1"/>
            <a:stCxn id="22550" idx="6"/>
            <a:endCxn id="22535" idx="2"/>
          </p:cNvCxnSpPr>
          <p:nvPr/>
        </p:nvCxnSpPr>
        <p:spPr bwMode="auto">
          <a:xfrm flipH="1" flipV="1">
            <a:off x="3589338" y="3228975"/>
            <a:ext cx="3430587" cy="2995613"/>
          </a:xfrm>
          <a:prstGeom prst="curvedConnector4">
            <a:avLst>
              <a:gd name="adj1" fmla="val -6662"/>
              <a:gd name="adj2" fmla="val 3541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6">
            <a:extLst>
              <a:ext uri="{FF2B5EF4-FFF2-40B4-BE49-F238E27FC236}">
                <a16:creationId xmlns:a16="http://schemas.microsoft.com/office/drawing/2014/main" id="{280D8B3C-F79A-53A1-4789-35B2BD250E8C}"/>
              </a:ext>
            </a:extLst>
          </p:cNvPr>
          <p:cNvCxnSpPr>
            <a:cxnSpLocks noChangeShapeType="1"/>
            <a:stCxn id="22548" idx="6"/>
            <a:endCxn id="22534" idx="1"/>
          </p:cNvCxnSpPr>
          <p:nvPr/>
        </p:nvCxnSpPr>
        <p:spPr bwMode="auto">
          <a:xfrm flipH="1" flipV="1">
            <a:off x="2514600" y="2320925"/>
            <a:ext cx="976313" cy="2141538"/>
          </a:xfrm>
          <a:prstGeom prst="curvedConnector5">
            <a:avLst>
              <a:gd name="adj1" fmla="val -23417"/>
              <a:gd name="adj2" fmla="val 37356"/>
              <a:gd name="adj3" fmla="val 12341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54" name="Espaço Reservado para Número de Slide 2">
            <a:extLst>
              <a:ext uri="{FF2B5EF4-FFF2-40B4-BE49-F238E27FC236}">
                <a16:creationId xmlns:a16="http://schemas.microsoft.com/office/drawing/2014/main" id="{4CEFFD5D-3AEC-758B-CFDE-C47F7212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FDCA4A26-DCFB-4067-BA12-FAE1571F4F4B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11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3.7037E-6 L 0.03628 3.7037E-6 C 0.05243 3.7037E-6 0.07257 0.05439 0.07257 0.09884 L 0.07257 0.19791 " pathEditMode="relative" rAng="0" ptsTypes="FfFF">
                                      <p:cBhvr>
                                        <p:cTn id="35" dur="2000" fill="hold"/>
                                        <p:tgtEl>
                                          <p:spTgt spid="225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8" y="9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nimBg="1"/>
      <p:bldP spid="22535" grpId="0" animBg="1"/>
      <p:bldP spid="22544" grpId="0"/>
      <p:bldP spid="22544" grpId="1"/>
      <p:bldP spid="22548" grpId="0" animBg="1"/>
      <p:bldP spid="2255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683FD96-67B2-7696-988B-C7925BF7E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/>
              <a:t>Gerenciamento básico de memória.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298B0CA-F42D-6CED-4323-4073C7E1236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700213"/>
            <a:ext cx="8642350" cy="792162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/>
              <a:t>Multiprogramação com partições fixas: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0BB86A7D-33C9-2A39-6B1D-6B306D192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2565400"/>
            <a:ext cx="3311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Filas com múltiplas entradas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465323B7-9C90-5481-5C96-50AE90DDF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5302250"/>
            <a:ext cx="14398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S.O.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016A13CD-39C7-D360-01BE-A9B06DA7D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797425"/>
            <a:ext cx="14398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1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FB2CBF9E-EF71-9106-CF58-A8C65CA2C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4076700"/>
            <a:ext cx="1439862" cy="649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2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B098F179-8B60-8715-3790-5622B0EA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141663"/>
            <a:ext cx="1439862" cy="865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3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1BE57F3B-C3F8-A747-1566-57B0171A3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4797425"/>
            <a:ext cx="3603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47" name="AutoShape 11">
            <a:extLst>
              <a:ext uri="{FF2B5EF4-FFF2-40B4-BE49-F238E27FC236}">
                <a16:creationId xmlns:a16="http://schemas.microsoft.com/office/drawing/2014/main" id="{1EEE7E56-F4D4-AC57-F665-412BC3E092B2}"/>
              </a:ext>
            </a:extLst>
          </p:cNvPr>
          <p:cNvCxnSpPr>
            <a:cxnSpLocks noChangeShapeType="1"/>
            <a:stCxn id="14346" idx="3"/>
            <a:endCxn id="14342" idx="1"/>
          </p:cNvCxnSpPr>
          <p:nvPr/>
        </p:nvCxnSpPr>
        <p:spPr bwMode="auto">
          <a:xfrm>
            <a:off x="4067175" y="5013325"/>
            <a:ext cx="3603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C19472B-0353-EFDE-82D6-25FC4B73F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797425"/>
            <a:ext cx="3603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49" name="AutoShape 13">
            <a:extLst>
              <a:ext uri="{FF2B5EF4-FFF2-40B4-BE49-F238E27FC236}">
                <a16:creationId xmlns:a16="http://schemas.microsoft.com/office/drawing/2014/main" id="{C0F50A95-18B6-DDA8-3699-1EBFEB5602C8}"/>
              </a:ext>
            </a:extLst>
          </p:cNvPr>
          <p:cNvCxnSpPr>
            <a:cxnSpLocks noChangeShapeType="1"/>
            <a:stCxn id="14348" idx="3"/>
            <a:endCxn id="14346" idx="1"/>
          </p:cNvCxnSpPr>
          <p:nvPr/>
        </p:nvCxnSpPr>
        <p:spPr bwMode="auto">
          <a:xfrm>
            <a:off x="3346450" y="5013325"/>
            <a:ext cx="3603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0" name="Rectangle 14">
            <a:extLst>
              <a:ext uri="{FF2B5EF4-FFF2-40B4-BE49-F238E27FC236}">
                <a16:creationId xmlns:a16="http://schemas.microsoft.com/office/drawing/2014/main" id="{93AC0FB7-C6A5-C09D-0AE9-9E4C4838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4797425"/>
            <a:ext cx="3603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51" name="AutoShape 15">
            <a:extLst>
              <a:ext uri="{FF2B5EF4-FFF2-40B4-BE49-F238E27FC236}">
                <a16:creationId xmlns:a16="http://schemas.microsoft.com/office/drawing/2014/main" id="{6E34902D-87DE-6FE8-E856-49D88DA92B1D}"/>
              </a:ext>
            </a:extLst>
          </p:cNvPr>
          <p:cNvCxnSpPr>
            <a:cxnSpLocks noChangeShapeType="1"/>
            <a:stCxn id="14350" idx="3"/>
            <a:endCxn id="14348" idx="1"/>
          </p:cNvCxnSpPr>
          <p:nvPr/>
        </p:nvCxnSpPr>
        <p:spPr bwMode="auto">
          <a:xfrm>
            <a:off x="2627313" y="5013325"/>
            <a:ext cx="3587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2" name="Rectangle 16">
            <a:extLst>
              <a:ext uri="{FF2B5EF4-FFF2-40B4-BE49-F238E27FC236}">
                <a16:creationId xmlns:a16="http://schemas.microsoft.com/office/drawing/2014/main" id="{0418CA44-5F27-09BC-0C82-DDF509207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4076700"/>
            <a:ext cx="360362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53" name="AutoShape 17">
            <a:extLst>
              <a:ext uri="{FF2B5EF4-FFF2-40B4-BE49-F238E27FC236}">
                <a16:creationId xmlns:a16="http://schemas.microsoft.com/office/drawing/2014/main" id="{9951421B-3E16-96B1-EC9D-36F54BD93B86}"/>
              </a:ext>
            </a:extLst>
          </p:cNvPr>
          <p:cNvCxnSpPr>
            <a:cxnSpLocks noChangeShapeType="1"/>
            <a:stCxn id="14352" idx="3"/>
            <a:endCxn id="14343" idx="1"/>
          </p:cNvCxnSpPr>
          <p:nvPr/>
        </p:nvCxnSpPr>
        <p:spPr bwMode="auto">
          <a:xfrm>
            <a:off x="4067175" y="4400550"/>
            <a:ext cx="360363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4" name="Rectangle 18">
            <a:extLst>
              <a:ext uri="{FF2B5EF4-FFF2-40B4-BE49-F238E27FC236}">
                <a16:creationId xmlns:a16="http://schemas.microsoft.com/office/drawing/2014/main" id="{417F309F-6755-6858-D57C-3AF96E464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076700"/>
            <a:ext cx="360362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55" name="AutoShape 19">
            <a:extLst>
              <a:ext uri="{FF2B5EF4-FFF2-40B4-BE49-F238E27FC236}">
                <a16:creationId xmlns:a16="http://schemas.microsoft.com/office/drawing/2014/main" id="{7C86B9E1-A043-1C6D-5FC9-84C6A5146580}"/>
              </a:ext>
            </a:extLst>
          </p:cNvPr>
          <p:cNvCxnSpPr>
            <a:cxnSpLocks noChangeShapeType="1"/>
            <a:stCxn id="14354" idx="3"/>
            <a:endCxn id="14352" idx="1"/>
          </p:cNvCxnSpPr>
          <p:nvPr/>
        </p:nvCxnSpPr>
        <p:spPr bwMode="auto">
          <a:xfrm>
            <a:off x="3346450" y="4400550"/>
            <a:ext cx="3603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C82E4ABA-F79B-9E4C-F1AD-664558CF6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3141663"/>
            <a:ext cx="360362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cxnSp>
        <p:nvCxnSpPr>
          <p:cNvPr id="14357" name="AutoShape 21">
            <a:extLst>
              <a:ext uri="{FF2B5EF4-FFF2-40B4-BE49-F238E27FC236}">
                <a16:creationId xmlns:a16="http://schemas.microsoft.com/office/drawing/2014/main" id="{54C58094-3B94-C481-42E1-64602FC0E9C5}"/>
              </a:ext>
            </a:extLst>
          </p:cNvPr>
          <p:cNvCxnSpPr>
            <a:cxnSpLocks noChangeShapeType="1"/>
            <a:stCxn id="14356" idx="3"/>
            <a:endCxn id="14344" idx="1"/>
          </p:cNvCxnSpPr>
          <p:nvPr/>
        </p:nvCxnSpPr>
        <p:spPr bwMode="auto">
          <a:xfrm>
            <a:off x="4067175" y="3573463"/>
            <a:ext cx="360363" cy="15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77" name="Espaço Reservado para Número de Slide 1">
            <a:extLst>
              <a:ext uri="{FF2B5EF4-FFF2-40B4-BE49-F238E27FC236}">
                <a16:creationId xmlns:a16="http://schemas.microsoft.com/office/drawing/2014/main" id="{BF82E355-2999-E210-5B36-0A8A359AC7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69BE9B2A-C576-4FB1-93D8-4FF7DAF088B2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12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2" grpId="0" animBg="1"/>
      <p:bldP spid="14343" grpId="0" animBg="1"/>
      <p:bldP spid="14344" grpId="0" animBg="1"/>
      <p:bldP spid="14346" grpId="0" animBg="1"/>
      <p:bldP spid="14348" grpId="0" animBg="1"/>
      <p:bldP spid="14350" grpId="0" animBg="1"/>
      <p:bldP spid="14352" grpId="0" animBg="1"/>
      <p:bldP spid="14354" grpId="0" animBg="1"/>
      <p:bldP spid="143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2DC4BDB-26F0-2B95-BD6D-E603404CE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 dirty="0"/>
              <a:t>Gerenciamento básico de memória.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3670DE2-52B4-E18B-06FB-34D5A2B9881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700213"/>
            <a:ext cx="8642350" cy="792162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/>
              <a:t>Multiprogramação com partições fixas: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6E5B196B-483C-FEB1-2ED6-242EC1357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2565400"/>
            <a:ext cx="3311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Filas com uma única entrada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7A389188-60ED-8F47-8111-9928F96A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302250"/>
            <a:ext cx="14398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S.O.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B036C961-ECF3-AC52-59F3-9F188CC92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797425"/>
            <a:ext cx="14398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1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E17D5204-083A-AB9B-FFE0-3154E1D21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76700"/>
            <a:ext cx="1439862" cy="6492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2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A5823FD7-0CF4-12A8-5CAB-1183681EE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141663"/>
            <a:ext cx="1439862" cy="865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Partição 3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F14B4B69-F14B-0091-54EC-3F12DCFD8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149725"/>
            <a:ext cx="3603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0" name="Rectangle 11">
            <a:extLst>
              <a:ext uri="{FF2B5EF4-FFF2-40B4-BE49-F238E27FC236}">
                <a16:creationId xmlns:a16="http://schemas.microsoft.com/office/drawing/2014/main" id="{952CAD3F-A725-7CB6-4AE7-9779E12DD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4149725"/>
            <a:ext cx="360362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1" name="Rectangle 13">
            <a:extLst>
              <a:ext uri="{FF2B5EF4-FFF2-40B4-BE49-F238E27FC236}">
                <a16:creationId xmlns:a16="http://schemas.microsoft.com/office/drawing/2014/main" id="{3343D280-E24E-CEF0-C52D-987E9ED84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149725"/>
            <a:ext cx="3603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75" name="Rectangle 15">
            <a:extLst>
              <a:ext uri="{FF2B5EF4-FFF2-40B4-BE49-F238E27FC236}">
                <a16:creationId xmlns:a16="http://schemas.microsoft.com/office/drawing/2014/main" id="{3B2F8B8E-2673-55CE-659C-9A7CFE811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005263"/>
            <a:ext cx="360363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77" name="Rectangle 17">
            <a:extLst>
              <a:ext uri="{FF2B5EF4-FFF2-40B4-BE49-F238E27FC236}">
                <a16:creationId xmlns:a16="http://schemas.microsoft.com/office/drawing/2014/main" id="{EFFF232E-D8FC-60D4-D822-6E86FCCF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005263"/>
            <a:ext cx="360362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5379" name="Rectangle 19">
            <a:extLst>
              <a:ext uri="{FF2B5EF4-FFF2-40B4-BE49-F238E27FC236}">
                <a16:creationId xmlns:a16="http://schemas.microsoft.com/office/drawing/2014/main" id="{CE91CAC4-57D0-F091-B244-81718A81F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933825"/>
            <a:ext cx="360363" cy="86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5" name="Espaço Reservado para Número de Slide 1">
            <a:extLst>
              <a:ext uri="{FF2B5EF4-FFF2-40B4-BE49-F238E27FC236}">
                <a16:creationId xmlns:a16="http://schemas.microsoft.com/office/drawing/2014/main" id="{08747DAA-36B9-AC20-C554-F817AAB91A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94FB0F7A-B5BC-4A22-9EF3-7D24A29E40CF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13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6.66667E-6 L 0.18542 -0.00184 L 0.35122 0.09468 " pathEditMode="relative" ptsTypes="AAA">
                                      <p:cBhvr>
                                        <p:cTn id="23" dur="20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33333E-6 L 0.24462 0.00186 L 0.43802 0.01227 " pathEditMode="relative" ptsTypes="AAA">
                                      <p:cBhvr>
                                        <p:cTn id="27" dur="2000" fill="hold"/>
                                        <p:tgtEl>
                                          <p:spTgt spid="153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23 L 0.31389 0.00023 L 0.51389 -0.10833 " pathEditMode="relative" ptsTypes="AAA">
                                      <p:cBhvr>
                                        <p:cTn id="31" dur="20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962 0 L 0.54202 -0.10694 " pathEditMode="relative" ptsTypes="AAA">
                                      <p:cBhvr>
                                        <p:cTn id="35" dur="20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  <p:bldP spid="15366" grpId="0" animBg="1"/>
      <p:bldP spid="15367" grpId="0" animBg="1"/>
      <p:bldP spid="15368" grpId="0" animBg="1"/>
      <p:bldP spid="15369" grpId="0" animBg="1"/>
      <p:bldP spid="15375" grpId="0" animBg="1"/>
      <p:bldP spid="15377" grpId="0" animBg="1"/>
      <p:bldP spid="1537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80F4FAC-45CD-E7FB-BE46-FD7AACE18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 dirty="0"/>
              <a:t>Gerenciamento básico de memória.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A5BDDFF-B0AE-D519-F90F-5A69D20E96D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700213"/>
            <a:ext cx="8642350" cy="4608512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 dirty="0"/>
              <a:t>A alocação dos processos nas partições deve adotar alguma das políticas a seguir:</a:t>
            </a:r>
          </a:p>
          <a:p>
            <a:pPr lvl="1" eaLnBrk="1" fontAlgn="auto" hangingPunct="1">
              <a:defRPr/>
            </a:pPr>
            <a:r>
              <a:rPr lang="pt-BR" dirty="0"/>
              <a:t>Melhor encaixe: o processo ficará na partição livre cujo tamanho seja o mais próximo possível ao tamanho do processo.</a:t>
            </a:r>
          </a:p>
          <a:p>
            <a:pPr lvl="1" eaLnBrk="1" fontAlgn="auto" hangingPunct="1">
              <a:defRPr/>
            </a:pPr>
            <a:r>
              <a:rPr lang="pt-BR" dirty="0"/>
              <a:t>Pior encaixe:  o processo ficará na partição livre cujo tamanho seja o maior possível em relação ao tamanho do processo.</a:t>
            </a:r>
          </a:p>
          <a:p>
            <a:pPr lvl="1" eaLnBrk="1" fontAlgn="auto" hangingPunct="1">
              <a:defRPr/>
            </a:pPr>
            <a:r>
              <a:rPr lang="pt-BR" dirty="0"/>
              <a:t>Primeiro encaixe: o processo ficará na partição livre cujo tamanho seja o que primeiro encaixe ao tamanho do processo.</a:t>
            </a:r>
          </a:p>
        </p:txBody>
      </p:sp>
      <p:sp>
        <p:nvSpPr>
          <p:cNvPr id="21508" name="Espaço Reservado para Número de Slide 1">
            <a:extLst>
              <a:ext uri="{FF2B5EF4-FFF2-40B4-BE49-F238E27FC236}">
                <a16:creationId xmlns:a16="http://schemas.microsoft.com/office/drawing/2014/main" id="{CD1BC000-7291-21E4-D524-E411F4B435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7C74BF9F-464D-4871-83B7-C997E36B137B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14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7752175-30FD-6277-FA97-03795FB333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Gerenciamento de partições fixas: Política Melhor encaixe.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D9CAE9BF-830E-3A66-796E-C59A40F64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68413"/>
            <a:ext cx="2160587" cy="5256212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2532" name="Espaço Reservado para Número de Slide 1">
            <a:extLst>
              <a:ext uri="{FF2B5EF4-FFF2-40B4-BE49-F238E27FC236}">
                <a16:creationId xmlns:a16="http://schemas.microsoft.com/office/drawing/2014/main" id="{70787D44-1C15-F667-E53E-469D3F6A53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EF7E6595-53EF-4E14-BBC9-29476655FFCD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15</a:t>
            </a:fld>
            <a:endParaRPr lang="pt-BR" altLang="en-US" sz="1100">
              <a:latin typeface="Arial" panose="020B06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D43026B-9DA1-17B9-10C8-70B44B3E9F76}"/>
              </a:ext>
            </a:extLst>
          </p:cNvPr>
          <p:cNvCxnSpPr/>
          <p:nvPr/>
        </p:nvCxnSpPr>
        <p:spPr>
          <a:xfrm>
            <a:off x="1979613" y="60928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38CD73D-443A-ACB5-93AD-AFE0B260D8B9}"/>
              </a:ext>
            </a:extLst>
          </p:cNvPr>
          <p:cNvCxnSpPr/>
          <p:nvPr/>
        </p:nvCxnSpPr>
        <p:spPr>
          <a:xfrm>
            <a:off x="1979613" y="50133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1941F2A-E701-2676-F8B0-773832B4DD8E}"/>
              </a:ext>
            </a:extLst>
          </p:cNvPr>
          <p:cNvCxnSpPr/>
          <p:nvPr/>
        </p:nvCxnSpPr>
        <p:spPr>
          <a:xfrm>
            <a:off x="1979613" y="3357563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36" name="CaixaDeTexto 4">
            <a:extLst>
              <a:ext uri="{FF2B5EF4-FFF2-40B4-BE49-F238E27FC236}">
                <a16:creationId xmlns:a16="http://schemas.microsoft.com/office/drawing/2014/main" id="{36DEF45D-30F1-A490-0901-C9B7B49FF2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7692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22537" name="CaixaDeTexto 16">
            <a:extLst>
              <a:ext uri="{FF2B5EF4-FFF2-40B4-BE49-F238E27FC236}">
                <a16:creationId xmlns:a16="http://schemas.microsoft.com/office/drawing/2014/main" id="{4BECAABD-5BC0-8B07-3C69-49E8EB8AC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859338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22538" name="CaixaDeTexto 17">
            <a:extLst>
              <a:ext uri="{FF2B5EF4-FFF2-40B4-BE49-F238E27FC236}">
                <a16:creationId xmlns:a16="http://schemas.microsoft.com/office/drawing/2014/main" id="{BFBCFFCF-211B-858E-75B9-70D1A13F3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141663"/>
            <a:ext cx="576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22539" name="CaixaDeTexto 18">
            <a:extLst>
              <a:ext uri="{FF2B5EF4-FFF2-40B4-BE49-F238E27FC236}">
                <a16:creationId xmlns:a16="http://schemas.microsoft.com/office/drawing/2014/main" id="{DD6A5429-F892-5E44-E3FA-44A0F7449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26841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1500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D04827A4-E3EC-13FC-6792-22F54246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8788"/>
            <a:ext cx="2016125" cy="935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7407E-6 L -0.40173 0.2990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87" y="14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C7ECB83-9A1F-B845-A622-06D464B71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Gerenciamento de partições fixas: Política pior encaixe.</a:t>
            </a:r>
          </a:p>
        </p:txBody>
      </p:sp>
      <p:sp>
        <p:nvSpPr>
          <p:cNvPr id="23555" name="Rectangle 5">
            <a:extLst>
              <a:ext uri="{FF2B5EF4-FFF2-40B4-BE49-F238E27FC236}">
                <a16:creationId xmlns:a16="http://schemas.microsoft.com/office/drawing/2014/main" id="{C4A04ABA-75DA-4233-5297-0F41424BC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68413"/>
            <a:ext cx="2160587" cy="5256212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3556" name="Espaço Reservado para Número de Slide 1">
            <a:extLst>
              <a:ext uri="{FF2B5EF4-FFF2-40B4-BE49-F238E27FC236}">
                <a16:creationId xmlns:a16="http://schemas.microsoft.com/office/drawing/2014/main" id="{75BE773A-A4FE-5AEE-0BFB-313B914E13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C9C213B5-E3D1-4245-9E8F-B953E3978B4E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16</a:t>
            </a:fld>
            <a:endParaRPr lang="pt-BR" altLang="en-US" sz="1100">
              <a:latin typeface="Arial" panose="020B06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9DF47D84-6B91-629B-FCF4-8FDB0D608925}"/>
              </a:ext>
            </a:extLst>
          </p:cNvPr>
          <p:cNvCxnSpPr/>
          <p:nvPr/>
        </p:nvCxnSpPr>
        <p:spPr>
          <a:xfrm>
            <a:off x="1979613" y="60928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CFFBC71-6704-A06B-0173-A671E82116EE}"/>
              </a:ext>
            </a:extLst>
          </p:cNvPr>
          <p:cNvCxnSpPr/>
          <p:nvPr/>
        </p:nvCxnSpPr>
        <p:spPr>
          <a:xfrm>
            <a:off x="1979613" y="50133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89EED536-87FE-5181-D225-35B7A0EBBB4A}"/>
              </a:ext>
            </a:extLst>
          </p:cNvPr>
          <p:cNvCxnSpPr/>
          <p:nvPr/>
        </p:nvCxnSpPr>
        <p:spPr>
          <a:xfrm>
            <a:off x="1979613" y="3357563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0" name="CaixaDeTexto 4">
            <a:extLst>
              <a:ext uri="{FF2B5EF4-FFF2-40B4-BE49-F238E27FC236}">
                <a16:creationId xmlns:a16="http://schemas.microsoft.com/office/drawing/2014/main" id="{1FD50DA7-CD7F-9A45-77B6-1023D4A77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7692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23561" name="CaixaDeTexto 16">
            <a:extLst>
              <a:ext uri="{FF2B5EF4-FFF2-40B4-BE49-F238E27FC236}">
                <a16:creationId xmlns:a16="http://schemas.microsoft.com/office/drawing/2014/main" id="{65B523EF-E574-CCA3-0CF9-67A9EB58C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859338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23562" name="CaixaDeTexto 17">
            <a:extLst>
              <a:ext uri="{FF2B5EF4-FFF2-40B4-BE49-F238E27FC236}">
                <a16:creationId xmlns:a16="http://schemas.microsoft.com/office/drawing/2014/main" id="{5D1701A0-E8BB-3267-ACCD-224F5004C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141663"/>
            <a:ext cx="576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23563" name="CaixaDeTexto 18">
            <a:extLst>
              <a:ext uri="{FF2B5EF4-FFF2-40B4-BE49-F238E27FC236}">
                <a16:creationId xmlns:a16="http://schemas.microsoft.com/office/drawing/2014/main" id="{D56788FC-4B95-01B2-E975-979EFBDF9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26841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1500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837F2839-542F-AC92-C99F-E28353B01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8788"/>
            <a:ext cx="2016125" cy="935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7407E-6 L -0.40173 -0.1104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87" y="-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D16A133-30E0-4F91-639D-4BADDFEAA2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Gerenciamento de partições fixas: Política Primeiro encaixe.</a:t>
            </a:r>
          </a:p>
        </p:txBody>
      </p:sp>
      <p:sp>
        <p:nvSpPr>
          <p:cNvPr id="24579" name="Rectangle 5">
            <a:extLst>
              <a:ext uri="{FF2B5EF4-FFF2-40B4-BE49-F238E27FC236}">
                <a16:creationId xmlns:a16="http://schemas.microsoft.com/office/drawing/2014/main" id="{90D3ACCB-46AF-88AE-B567-4C5D808B4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268413"/>
            <a:ext cx="2160587" cy="5256212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0" name="Espaço Reservado para Número de Slide 1">
            <a:extLst>
              <a:ext uri="{FF2B5EF4-FFF2-40B4-BE49-F238E27FC236}">
                <a16:creationId xmlns:a16="http://schemas.microsoft.com/office/drawing/2014/main" id="{B854095F-253E-BDFF-EDF9-0CDF3BAF9B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D2CBE554-5F47-418B-A900-EBA4DB83B2CA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17</a:t>
            </a:fld>
            <a:endParaRPr lang="pt-BR" altLang="en-US" sz="1100">
              <a:latin typeface="Arial" panose="020B0604020202020204" pitchFamily="34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F2ED469-CE25-72B4-BA27-1ED57046C342}"/>
              </a:ext>
            </a:extLst>
          </p:cNvPr>
          <p:cNvCxnSpPr/>
          <p:nvPr/>
        </p:nvCxnSpPr>
        <p:spPr>
          <a:xfrm>
            <a:off x="1979613" y="60928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255261E-F065-6F57-37E7-4F07EDB0FA53}"/>
              </a:ext>
            </a:extLst>
          </p:cNvPr>
          <p:cNvCxnSpPr/>
          <p:nvPr/>
        </p:nvCxnSpPr>
        <p:spPr>
          <a:xfrm>
            <a:off x="1979613" y="5013325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981C410-7549-84FD-28F9-221A8D130D69}"/>
              </a:ext>
            </a:extLst>
          </p:cNvPr>
          <p:cNvCxnSpPr/>
          <p:nvPr/>
        </p:nvCxnSpPr>
        <p:spPr>
          <a:xfrm>
            <a:off x="1979613" y="3357563"/>
            <a:ext cx="21605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84" name="CaixaDeTexto 4">
            <a:extLst>
              <a:ext uri="{FF2B5EF4-FFF2-40B4-BE49-F238E27FC236}">
                <a16:creationId xmlns:a16="http://schemas.microsoft.com/office/drawing/2014/main" id="{1251ABA9-11CF-56B8-ABD3-1D2C39BDE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876925"/>
            <a:ext cx="576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24585" name="CaixaDeTexto 16">
            <a:extLst>
              <a:ext uri="{FF2B5EF4-FFF2-40B4-BE49-F238E27FC236}">
                <a16:creationId xmlns:a16="http://schemas.microsoft.com/office/drawing/2014/main" id="{02D36CB9-0BC0-B689-EC11-6D1F8564C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859338"/>
            <a:ext cx="576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300</a:t>
            </a:r>
          </a:p>
        </p:txBody>
      </p:sp>
      <p:sp>
        <p:nvSpPr>
          <p:cNvPr id="24586" name="CaixaDeTexto 17">
            <a:extLst>
              <a:ext uri="{FF2B5EF4-FFF2-40B4-BE49-F238E27FC236}">
                <a16:creationId xmlns:a16="http://schemas.microsoft.com/office/drawing/2014/main" id="{7B506332-F90F-6205-BDA0-7AD83AB91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141663"/>
            <a:ext cx="576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700</a:t>
            </a:r>
          </a:p>
        </p:txBody>
      </p:sp>
      <p:sp>
        <p:nvSpPr>
          <p:cNvPr id="24587" name="CaixaDeTexto 18">
            <a:extLst>
              <a:ext uri="{FF2B5EF4-FFF2-40B4-BE49-F238E27FC236}">
                <a16:creationId xmlns:a16="http://schemas.microsoft.com/office/drawing/2014/main" id="{4EF50B31-0D8D-94EB-99FF-A9C855336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268413"/>
            <a:ext cx="792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1500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DF66DB91-0E4C-D6AA-03A1-84F60E9C3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8788"/>
            <a:ext cx="2016125" cy="935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4589" name="Rectangle 11">
            <a:extLst>
              <a:ext uri="{FF2B5EF4-FFF2-40B4-BE49-F238E27FC236}">
                <a16:creationId xmlns:a16="http://schemas.microsoft.com/office/drawing/2014/main" id="{711438C4-E84D-F85A-B0D9-A0A475565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086350"/>
            <a:ext cx="2016125" cy="9350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4.07407E-6 L -0.40173 0.1101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087" y="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56317B0-7F98-5980-F1FE-25E1E11F27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Troca de Processos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D040584-0386-B3BA-829B-C0567F603B9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/>
        <p:txBody>
          <a:bodyPr/>
          <a:lstStyle/>
          <a:p>
            <a:pPr eaLnBrk="1" fontAlgn="auto" hangingPunct="1">
              <a:defRPr/>
            </a:pPr>
            <a:r>
              <a:rPr lang="pt-BR"/>
              <a:t>À medida que muitos processos entram e saem da memória, isso pode causar fragmentação da memória.</a:t>
            </a:r>
          </a:p>
          <a:p>
            <a:pPr eaLnBrk="1" fontAlgn="auto" hangingPunct="1">
              <a:defRPr/>
            </a:pPr>
            <a:r>
              <a:rPr lang="pt-BR"/>
              <a:t>Isto acarreta na necessidade de compactação da memória, o que consome muito tempo do S.O. e do sistema como um todo.</a:t>
            </a:r>
          </a:p>
        </p:txBody>
      </p:sp>
      <p:sp>
        <p:nvSpPr>
          <p:cNvPr id="25604" name="Espaço Reservado para Número de Slide 1">
            <a:extLst>
              <a:ext uri="{FF2B5EF4-FFF2-40B4-BE49-F238E27FC236}">
                <a16:creationId xmlns:a16="http://schemas.microsoft.com/office/drawing/2014/main" id="{BE8C753E-5D62-7526-C092-3AA46D0C85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F8708A73-645C-4981-A9B6-77FD49D8471C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18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9CFA96B-4785-21E9-BD22-254335FBA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Swapping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B49AC54-78C8-6C8E-42B7-70C6386F9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895600"/>
            <a:ext cx="1828800" cy="1066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6628" name="Line 4">
            <a:extLst>
              <a:ext uri="{FF2B5EF4-FFF2-40B4-BE49-F238E27FC236}">
                <a16:creationId xmlns:a16="http://schemas.microsoft.com/office/drawing/2014/main" id="{BEAAAB4A-2E8A-3693-9B92-24580EE3E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0574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29" name="Line 5">
            <a:extLst>
              <a:ext uri="{FF2B5EF4-FFF2-40B4-BE49-F238E27FC236}">
                <a16:creationId xmlns:a16="http://schemas.microsoft.com/office/drawing/2014/main" id="{AA33259B-254C-8009-43B1-61871BFB3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057400"/>
            <a:ext cx="0" cy="274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6630" name="AutoShape 6">
            <a:extLst>
              <a:ext uri="{FF2B5EF4-FFF2-40B4-BE49-F238E27FC236}">
                <a16:creationId xmlns:a16="http://schemas.microsoft.com/office/drawing/2014/main" id="{D944E819-C597-67D8-DF13-1B0247359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286000"/>
            <a:ext cx="2133600" cy="1752600"/>
          </a:xfrm>
          <a:prstGeom prst="can">
            <a:avLst>
              <a:gd name="adj" fmla="val 25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6480D584-0B5E-618C-6744-D6565C0DB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429000"/>
            <a:ext cx="6858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56A7FEFC-795A-6F7B-27A2-E4D5FEF67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800600"/>
            <a:ext cx="1554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Imagem de p</a:t>
            </a:r>
            <a:r>
              <a:rPr lang="pt-BR" altLang="en-US" sz="2000" baseline="-25000"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28344553-3EE6-F938-34A3-B5F264045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1341438"/>
            <a:ext cx="1554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2000">
                <a:latin typeface="Times New Roman" panose="02020603050405020304" pitchFamily="18" charset="0"/>
              </a:rPr>
              <a:t>Imagem de p</a:t>
            </a:r>
            <a:r>
              <a:rPr lang="pt-BR" altLang="en-US" sz="2000" baseline="-250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4587" name="Freeform 11">
            <a:extLst>
              <a:ext uri="{FF2B5EF4-FFF2-40B4-BE49-F238E27FC236}">
                <a16:creationId xmlns:a16="http://schemas.microsoft.com/office/drawing/2014/main" id="{0A9262DF-76F4-9408-9E01-6E015E5187FA}"/>
              </a:ext>
            </a:extLst>
          </p:cNvPr>
          <p:cNvSpPr>
            <a:spLocks/>
          </p:cNvSpPr>
          <p:nvPr/>
        </p:nvSpPr>
        <p:spPr bwMode="auto">
          <a:xfrm>
            <a:off x="5102225" y="1628775"/>
            <a:ext cx="838200" cy="1219200"/>
          </a:xfrm>
          <a:custGeom>
            <a:avLst/>
            <a:gdLst>
              <a:gd name="T0" fmla="*/ 2147483646 w 528"/>
              <a:gd name="T1" fmla="*/ 0 h 768"/>
              <a:gd name="T2" fmla="*/ 0 w 528"/>
              <a:gd name="T3" fmla="*/ 0 h 768"/>
              <a:gd name="T4" fmla="*/ 2147483646 w 528"/>
              <a:gd name="T5" fmla="*/ 2147483646 h 768"/>
              <a:gd name="T6" fmla="*/ 0 60000 65536"/>
              <a:gd name="T7" fmla="*/ 0 60000 65536"/>
              <a:gd name="T8" fmla="*/ 0 60000 65536"/>
              <a:gd name="T9" fmla="*/ 0 w 528"/>
              <a:gd name="T10" fmla="*/ 0 h 768"/>
              <a:gd name="T11" fmla="*/ 528 w 528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768">
                <a:moveTo>
                  <a:pt x="432" y="0"/>
                </a:moveTo>
                <a:lnTo>
                  <a:pt x="0" y="0"/>
                </a:lnTo>
                <a:lnTo>
                  <a:pt x="528" y="76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8" name="Freeform 12">
            <a:extLst>
              <a:ext uri="{FF2B5EF4-FFF2-40B4-BE49-F238E27FC236}">
                <a16:creationId xmlns:a16="http://schemas.microsoft.com/office/drawing/2014/main" id="{1C91C9F5-A0DA-5F09-BBE3-38E706343EB3}"/>
              </a:ext>
            </a:extLst>
          </p:cNvPr>
          <p:cNvSpPr>
            <a:spLocks/>
          </p:cNvSpPr>
          <p:nvPr/>
        </p:nvSpPr>
        <p:spPr bwMode="auto">
          <a:xfrm flipH="1" flipV="1">
            <a:off x="2203450" y="3810000"/>
            <a:ext cx="838200" cy="1219200"/>
          </a:xfrm>
          <a:custGeom>
            <a:avLst/>
            <a:gdLst>
              <a:gd name="T0" fmla="*/ 2147483646 w 528"/>
              <a:gd name="T1" fmla="*/ 0 h 768"/>
              <a:gd name="T2" fmla="*/ 0 w 528"/>
              <a:gd name="T3" fmla="*/ 0 h 768"/>
              <a:gd name="T4" fmla="*/ 2147483646 w 528"/>
              <a:gd name="T5" fmla="*/ 2147483646 h 768"/>
              <a:gd name="T6" fmla="*/ 0 60000 65536"/>
              <a:gd name="T7" fmla="*/ 0 60000 65536"/>
              <a:gd name="T8" fmla="*/ 0 60000 65536"/>
              <a:gd name="T9" fmla="*/ 0 w 528"/>
              <a:gd name="T10" fmla="*/ 0 h 768"/>
              <a:gd name="T11" fmla="*/ 528 w 528"/>
              <a:gd name="T12" fmla="*/ 768 h 7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28" h="768">
                <a:moveTo>
                  <a:pt x="432" y="0"/>
                </a:moveTo>
                <a:lnTo>
                  <a:pt x="0" y="0"/>
                </a:lnTo>
                <a:lnTo>
                  <a:pt x="528" y="768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4589" name="AutoShape 13">
            <a:extLst>
              <a:ext uri="{FF2B5EF4-FFF2-40B4-BE49-F238E27FC236}">
                <a16:creationId xmlns:a16="http://schemas.microsoft.com/office/drawing/2014/main" id="{88A8A29D-B3CD-53C3-711E-ED8C320FA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819400"/>
            <a:ext cx="2057400" cy="609600"/>
          </a:xfrm>
          <a:prstGeom prst="rightArrow">
            <a:avLst>
              <a:gd name="adj1" fmla="val 50000"/>
              <a:gd name="adj2" fmla="val 84375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Times New Roman" panose="02020603050405020304" pitchFamily="18" charset="0"/>
              </a:rPr>
              <a:t>Swap p</a:t>
            </a:r>
            <a:r>
              <a:rPr lang="en-US" altLang="en-US" sz="1800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solidFill>
                  <a:schemeClr val="bg2"/>
                </a:solidFill>
                <a:latin typeface="Times New Roman" panose="02020603050405020304" pitchFamily="18" charset="0"/>
              </a:rPr>
              <a:t> out</a:t>
            </a:r>
          </a:p>
        </p:txBody>
      </p:sp>
      <p:sp>
        <p:nvSpPr>
          <p:cNvPr id="24590" name="AutoShape 14">
            <a:extLst>
              <a:ext uri="{FF2B5EF4-FFF2-40B4-BE49-F238E27FC236}">
                <a16:creationId xmlns:a16="http://schemas.microsoft.com/office/drawing/2014/main" id="{18A27EE9-D7EE-192C-A49A-009A3B04635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29000" y="3352800"/>
            <a:ext cx="2590800" cy="609600"/>
          </a:xfrm>
          <a:prstGeom prst="rightArrow">
            <a:avLst>
              <a:gd name="adj1" fmla="val 50000"/>
              <a:gd name="adj2" fmla="val 10625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6638" name="Text Box 15">
            <a:extLst>
              <a:ext uri="{FF2B5EF4-FFF2-40B4-BE49-F238E27FC236}">
                <a16:creationId xmlns:a16="http://schemas.microsoft.com/office/drawing/2014/main" id="{7444258B-9B2B-C599-B1AE-D5C788D0C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443288"/>
            <a:ext cx="11414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800">
                <a:solidFill>
                  <a:schemeClr val="bg2"/>
                </a:solidFill>
                <a:latin typeface="Times New Roman" panose="02020603050405020304" pitchFamily="18" charset="0"/>
              </a:rPr>
              <a:t>Swap p</a:t>
            </a:r>
            <a:r>
              <a:rPr lang="en-US" altLang="en-US" sz="1800" baseline="-25000">
                <a:solidFill>
                  <a:schemeClr val="bg2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sz="1800">
                <a:solidFill>
                  <a:schemeClr val="bg2"/>
                </a:solidFill>
                <a:latin typeface="Times New Roman" panose="02020603050405020304" pitchFamily="18" charset="0"/>
              </a:rPr>
              <a:t> in</a:t>
            </a:r>
            <a:endParaRPr lang="en-US" altLang="en-US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2" name="Rectangle 16">
            <a:extLst>
              <a:ext uri="{FF2B5EF4-FFF2-40B4-BE49-F238E27FC236}">
                <a16:creationId xmlns:a16="http://schemas.microsoft.com/office/drawing/2014/main" id="{2BC7DA0E-E9CB-F2BE-CFA2-2972D7BFE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997200"/>
            <a:ext cx="685800" cy="381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6640" name="Espaço Reservado para Número de Slide 1">
            <a:extLst>
              <a:ext uri="{FF2B5EF4-FFF2-40B4-BE49-F238E27FC236}">
                <a16:creationId xmlns:a16="http://schemas.microsoft.com/office/drawing/2014/main" id="{17F982CB-3190-373F-1C49-E5FCA69B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EBF07B9-F474-4C82-89C5-17069CC534CE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19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6.2963E-6 L 0.40938 -0.01041 " pathEditMode="relative" ptsTypes="AA">
                                      <p:cBhvr>
                                        <p:cTn id="10" dur="20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22222E-6 -3.7037E-6 L -0.47239 -3.7037E-6 " pathEditMode="relative" ptsTypes="AA">
                                      <p:cBhvr>
                                        <p:cTn id="17" dur="20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 animBg="1"/>
      <p:bldP spid="24585" grpId="0"/>
      <p:bldP spid="24586" grpId="0"/>
      <p:bldP spid="24589" grpId="0" animBg="1"/>
      <p:bldP spid="24590" grpId="0" animBg="1"/>
      <p:bldP spid="2459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5D4EE4D-0226-E2CB-F0A1-A0D81AB5A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dirty="0"/>
              <a:t>Troca de Processos: Compactação</a:t>
            </a:r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EB700C2F-4F90-A8E4-822F-DF1B0A255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916113"/>
            <a:ext cx="2160587" cy="3744912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1B4803C4-DC8D-8C94-9FBF-FC906D26B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581525"/>
            <a:ext cx="2016125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280062E6-8691-50D9-DE77-813B43E8A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6700"/>
            <a:ext cx="20161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8440" name="Rectangle 8">
            <a:extLst>
              <a:ext uri="{FF2B5EF4-FFF2-40B4-BE49-F238E27FC236}">
                <a16:creationId xmlns:a16="http://schemas.microsoft.com/office/drawing/2014/main" id="{360446CC-9B8E-597B-C9AF-A9DB6B289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997200"/>
            <a:ext cx="2016125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41" name="Rectangle 9">
            <a:extLst>
              <a:ext uri="{FF2B5EF4-FFF2-40B4-BE49-F238E27FC236}">
                <a16:creationId xmlns:a16="http://schemas.microsoft.com/office/drawing/2014/main" id="{9AB3FC05-FA51-D87C-C5CC-D5E549B8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492375"/>
            <a:ext cx="20161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DEEB20BC-7B8C-6C8B-6E3E-E14E95FDD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989138"/>
            <a:ext cx="2016125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5AEF0CF7-70EF-8102-597D-B88350831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98788"/>
            <a:ext cx="2016125" cy="9350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</a:t>
            </a:r>
            <a:r>
              <a:rPr lang="pt-BR" altLang="en-US" sz="1800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7658" name="Espaço Reservado para Número de Slide 1">
            <a:extLst>
              <a:ext uri="{FF2B5EF4-FFF2-40B4-BE49-F238E27FC236}">
                <a16:creationId xmlns:a16="http://schemas.microsoft.com/office/drawing/2014/main" id="{02539FD2-5ABB-A88D-E7EF-688E14A2FD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910B3688-416D-486F-BC47-613391A08E9D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20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3.33333E-6 L 1.38889E-6 0.0736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11111E-6 L 1.38889E-6 0.14722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6 L -0.4 -0.14722 " pathEditMode="relative" ptsTypes="AA">
                                      <p:cBhvr>
                                        <p:cTn id="26" dur="1000" fill="hold"/>
                                        <p:tgtEl>
                                          <p:spTgt spid="184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  <p:bldP spid="18440" grpId="0" animBg="1"/>
      <p:bldP spid="18441" grpId="0" animBg="1"/>
      <p:bldP spid="18442" grpId="0" animBg="1"/>
      <p:bldP spid="184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12CD151-D7FC-D776-E68B-40307DA5DE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 sz="4000"/>
              <a:t>Quanto de memória alocar a cada processo?</a:t>
            </a:r>
          </a:p>
        </p:txBody>
      </p:sp>
      <p:sp>
        <p:nvSpPr>
          <p:cNvPr id="28675" name="Rectangle 5">
            <a:extLst>
              <a:ext uri="{FF2B5EF4-FFF2-40B4-BE49-F238E27FC236}">
                <a16:creationId xmlns:a16="http://schemas.microsoft.com/office/drawing/2014/main" id="{65ECC825-3F41-04B7-B082-45F9E35A0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916113"/>
            <a:ext cx="2160587" cy="3744912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8676" name="Rectangle 6">
            <a:extLst>
              <a:ext uri="{FF2B5EF4-FFF2-40B4-BE49-F238E27FC236}">
                <a16:creationId xmlns:a16="http://schemas.microsoft.com/office/drawing/2014/main" id="{1BC33DD6-B41E-67C4-34AD-78CA1A47D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941888"/>
            <a:ext cx="20161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Pilha</a:t>
            </a:r>
            <a:endParaRPr lang="pt-BR" altLang="en-US" sz="1800" baseline="-25000">
              <a:latin typeface="Arial" panose="020B0604020202020204" pitchFamily="34" charset="0"/>
            </a:endParaRPr>
          </a:p>
        </p:txBody>
      </p:sp>
      <p:sp>
        <p:nvSpPr>
          <p:cNvPr id="28677" name="Rectangle 10">
            <a:extLst>
              <a:ext uri="{FF2B5EF4-FFF2-40B4-BE49-F238E27FC236}">
                <a16:creationId xmlns:a16="http://schemas.microsoft.com/office/drawing/2014/main" id="{5CD99064-69D0-BFC0-4FD6-C4DC8E856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1989138"/>
            <a:ext cx="2016125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Área de Código</a:t>
            </a:r>
            <a:endParaRPr lang="pt-BR" altLang="en-US" sz="1800" baseline="-25000">
              <a:latin typeface="Arial" panose="020B0604020202020204" pitchFamily="34" charset="0"/>
            </a:endParaRPr>
          </a:p>
        </p:txBody>
      </p:sp>
      <p:sp>
        <p:nvSpPr>
          <p:cNvPr id="28678" name="Rectangle 11">
            <a:extLst>
              <a:ext uri="{FF2B5EF4-FFF2-40B4-BE49-F238E27FC236}">
                <a16:creationId xmlns:a16="http://schemas.microsoft.com/office/drawing/2014/main" id="{74B5A725-07E1-FF3D-DA8A-B32B586D9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3213100"/>
            <a:ext cx="20161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Heap</a:t>
            </a:r>
            <a:endParaRPr lang="pt-BR" altLang="en-US" sz="1800" baseline="-25000">
              <a:latin typeface="Arial" panose="020B0604020202020204" pitchFamily="34" charset="0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8782173-D47B-2E70-9AB6-D94766319D4A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3500438"/>
            <a:ext cx="2160587" cy="431800"/>
            <a:chOff x="1247" y="2432"/>
            <a:chExt cx="1361" cy="272"/>
          </a:xfrm>
        </p:grpSpPr>
        <p:sp>
          <p:nvSpPr>
            <p:cNvPr id="28685" name="Line 13">
              <a:extLst>
                <a:ext uri="{FF2B5EF4-FFF2-40B4-BE49-F238E27FC236}">
                  <a16:creationId xmlns:a16="http://schemas.microsoft.com/office/drawing/2014/main" id="{CE693F05-9C6F-BCD2-2E33-E2A48CEEC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704"/>
              <a:ext cx="1361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6" name="Line 14">
              <a:extLst>
                <a:ext uri="{FF2B5EF4-FFF2-40B4-BE49-F238E27FC236}">
                  <a16:creationId xmlns:a16="http://schemas.microsoft.com/office/drawing/2014/main" id="{F043A1AD-B5CA-6A47-927F-B9D51485C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43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2D680FC1-97DF-E7AB-9BC3-048470F8917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1979613" y="4868863"/>
            <a:ext cx="2160587" cy="431800"/>
            <a:chOff x="1247" y="2432"/>
            <a:chExt cx="1361" cy="272"/>
          </a:xfrm>
        </p:grpSpPr>
        <p:sp>
          <p:nvSpPr>
            <p:cNvPr id="28683" name="Line 17">
              <a:extLst>
                <a:ext uri="{FF2B5EF4-FFF2-40B4-BE49-F238E27FC236}">
                  <a16:creationId xmlns:a16="http://schemas.microsoft.com/office/drawing/2014/main" id="{40CF5B97-46EB-0C27-C4CD-BC694DAD3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2704"/>
              <a:ext cx="1361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684" name="Line 18">
              <a:extLst>
                <a:ext uri="{FF2B5EF4-FFF2-40B4-BE49-F238E27FC236}">
                  <a16:creationId xmlns:a16="http://schemas.microsoft.com/office/drawing/2014/main" id="{C33149D0-5663-D568-6E81-E1395DD1C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7" y="2432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75" name="AutoShape 19">
            <a:extLst>
              <a:ext uri="{FF2B5EF4-FFF2-40B4-BE49-F238E27FC236}">
                <a16:creationId xmlns:a16="http://schemas.microsoft.com/office/drawing/2014/main" id="{0CC2CF01-3E2C-DA6C-8921-812D3BDF1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573463"/>
            <a:ext cx="2592387" cy="1657350"/>
          </a:xfrm>
          <a:prstGeom prst="irregularSeal2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Estouro de Pilha!</a:t>
            </a:r>
          </a:p>
        </p:txBody>
      </p:sp>
      <p:sp>
        <p:nvSpPr>
          <p:cNvPr id="28682" name="Espaço Reservado para Número de Slide 3">
            <a:extLst>
              <a:ext uri="{FF2B5EF4-FFF2-40B4-BE49-F238E27FC236}">
                <a16:creationId xmlns:a16="http://schemas.microsoft.com/office/drawing/2014/main" id="{5D57A04D-A8B5-1B5F-56C5-7C54812DD2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7C1AF92-6735-4E2C-BF12-3A17D58FD00A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21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1.85185E-6 L 1.38889E-6 0.07361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1481E-6 L 1.38889E-6 -0.0944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A83BE25-0471-6741-7270-C2E2D40E3B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Gerenciamento de Memória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97917EF-F45B-990F-C9CF-E2696A36C35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052513"/>
            <a:ext cx="8642350" cy="4395787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/>
              <a:t>Com mapa de bits:</a:t>
            </a:r>
          </a:p>
          <a:p>
            <a:pPr lvl="1" eaLnBrk="1" fontAlgn="auto" hangingPunct="1">
              <a:defRPr/>
            </a:pPr>
            <a:r>
              <a:rPr lang="pt-BR"/>
              <a:t>A memória é dividida em blocos (geralmente 4 kbytes)</a:t>
            </a:r>
          </a:p>
          <a:p>
            <a:pPr lvl="1" eaLnBrk="1" fontAlgn="auto" hangingPunct="1">
              <a:defRPr/>
            </a:pPr>
            <a:r>
              <a:rPr lang="pt-BR"/>
              <a:t>O bit 0 indica que o bloco está vazio.</a:t>
            </a:r>
          </a:p>
          <a:p>
            <a:pPr lvl="1" eaLnBrk="1" fontAlgn="auto" hangingPunct="1">
              <a:defRPr/>
            </a:pPr>
            <a:r>
              <a:rPr lang="pt-BR"/>
              <a:t>O bit 1 indica que o bloco está ocupado.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356F791A-C238-7F16-0989-BDB0F2FB4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8C75B2AC-B6CF-910A-D482-EF8977A84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0AEE9C6C-E5A8-BEED-4283-2B5E94710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FBE187E4-E6A7-964F-6057-021549170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CB3DD640-54D3-4A5D-CAF0-38502B1AD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CA9770B9-E1A1-81F7-A73F-FF0196B23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E31721D4-966A-5306-C60C-91A39BF7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1" name="Rectangle 11">
            <a:extLst>
              <a:ext uri="{FF2B5EF4-FFF2-40B4-BE49-F238E27FC236}">
                <a16:creationId xmlns:a16="http://schemas.microsoft.com/office/drawing/2014/main" id="{2E4330B3-DAD3-4C79-D3C1-C81265C78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2" name="Rectangle 12">
            <a:extLst>
              <a:ext uri="{FF2B5EF4-FFF2-40B4-BE49-F238E27FC236}">
                <a16:creationId xmlns:a16="http://schemas.microsoft.com/office/drawing/2014/main" id="{F8121152-98BE-D922-C85B-AEBFE31D9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3" name="Rectangle 13">
            <a:extLst>
              <a:ext uri="{FF2B5EF4-FFF2-40B4-BE49-F238E27FC236}">
                <a16:creationId xmlns:a16="http://schemas.microsoft.com/office/drawing/2014/main" id="{FB371446-A6AA-C83C-6FDD-B9CDA3CE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4" name="Rectangle 14">
            <a:extLst>
              <a:ext uri="{FF2B5EF4-FFF2-40B4-BE49-F238E27FC236}">
                <a16:creationId xmlns:a16="http://schemas.microsoft.com/office/drawing/2014/main" id="{1625EA83-6129-CE73-FCC6-E1993D601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5" name="Rectangle 15">
            <a:extLst>
              <a:ext uri="{FF2B5EF4-FFF2-40B4-BE49-F238E27FC236}">
                <a16:creationId xmlns:a16="http://schemas.microsoft.com/office/drawing/2014/main" id="{438E9666-DF0B-97F4-2D0E-6DBCDFFEC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6" name="Rectangle 16">
            <a:extLst>
              <a:ext uri="{FF2B5EF4-FFF2-40B4-BE49-F238E27FC236}">
                <a16:creationId xmlns:a16="http://schemas.microsoft.com/office/drawing/2014/main" id="{BEA26F59-33A1-61B9-4F5D-BCEE0C17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9338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7" name="Rectangle 17">
            <a:extLst>
              <a:ext uri="{FF2B5EF4-FFF2-40B4-BE49-F238E27FC236}">
                <a16:creationId xmlns:a16="http://schemas.microsoft.com/office/drawing/2014/main" id="{3866C73E-75DD-79DE-714F-99FA8021F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8" name="Rectangle 18">
            <a:extLst>
              <a:ext uri="{FF2B5EF4-FFF2-40B4-BE49-F238E27FC236}">
                <a16:creationId xmlns:a16="http://schemas.microsoft.com/office/drawing/2014/main" id="{26B2E69A-3C92-EC13-0F05-F26B87D99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499" name="Rectangle 19">
            <a:extLst>
              <a:ext uri="{FF2B5EF4-FFF2-40B4-BE49-F238E27FC236}">
                <a16:creationId xmlns:a16="http://schemas.microsoft.com/office/drawing/2014/main" id="{6C7E62A2-8BEB-4711-2E34-EE1FC970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39338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0500" name="Text Box 20">
            <a:extLst>
              <a:ext uri="{FF2B5EF4-FFF2-40B4-BE49-F238E27FC236}">
                <a16:creationId xmlns:a16="http://schemas.microsoft.com/office/drawing/2014/main" id="{F846F8D7-E2C6-0F06-E29F-393B8F115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084763"/>
            <a:ext cx="1152525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1000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1100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1101</a:t>
            </a:r>
          </a:p>
          <a:p>
            <a:pPr algn="ctr" eaLnBrk="1" hangingPunct="1">
              <a:spcBef>
                <a:spcPct val="50000"/>
              </a:spcBef>
              <a:spcAft>
                <a:spcPct val="0"/>
              </a:spcAft>
              <a:buClrTx/>
              <a:buFontTx/>
              <a:buNone/>
            </a:pPr>
            <a:r>
              <a:rPr lang="pt-BR" altLang="en-US" sz="1800">
                <a:latin typeface="Arial" panose="020B0604020202020204" pitchFamily="34" charset="0"/>
              </a:rPr>
              <a:t>0111</a:t>
            </a:r>
          </a:p>
        </p:txBody>
      </p:sp>
      <p:sp>
        <p:nvSpPr>
          <p:cNvPr id="29717" name="Espaço Reservado para Número de Slide 1">
            <a:extLst>
              <a:ext uri="{FF2B5EF4-FFF2-40B4-BE49-F238E27FC236}">
                <a16:creationId xmlns:a16="http://schemas.microsoft.com/office/drawing/2014/main" id="{5CDC21C8-CE34-E9A9-56E3-79AB73AAA8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23D4BC10-25CD-4BF7-AAF6-473E7B9F576D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22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/>
      <p:bldP spid="20485" grpId="0" animBg="1"/>
      <p:bldP spid="20486" grpId="0" animBg="1"/>
      <p:bldP spid="20487" grpId="0" animBg="1"/>
      <p:bldP spid="20488" grpId="0" animBg="1"/>
      <p:bldP spid="20489" grpId="0" animBg="1"/>
      <p:bldP spid="20490" grpId="0" animBg="1"/>
      <p:bldP spid="20491" grpId="0" animBg="1"/>
      <p:bldP spid="20492" grpId="0" animBg="1"/>
      <p:bldP spid="20493" grpId="0" animBg="1"/>
      <p:bldP spid="20494" grpId="0" animBg="1"/>
      <p:bldP spid="20495" grpId="0" animBg="1"/>
      <p:bldP spid="20496" grpId="0" animBg="1"/>
      <p:bldP spid="20497" grpId="0" animBg="1"/>
      <p:bldP spid="20498" grpId="0" animBg="1"/>
      <p:bldP spid="20499" grpId="0" animBg="1"/>
      <p:bldP spid="2050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D4CFCE9-7817-D9A3-38B0-49E144C72D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115888"/>
            <a:ext cx="8713788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t-BR"/>
              <a:t>Gerenciamento de Memória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3517A08-45BD-F335-35CC-427F2DEE5B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052513"/>
            <a:ext cx="8642350" cy="4395787"/>
          </a:xfrm>
        </p:spPr>
        <p:txBody>
          <a:bodyPr/>
          <a:lstStyle/>
          <a:p>
            <a:pPr eaLnBrk="1" fontAlgn="auto" hangingPunct="1">
              <a:defRPr/>
            </a:pPr>
            <a:r>
              <a:rPr lang="pt-BR"/>
              <a:t>Com lista ligada:</a:t>
            </a:r>
          </a:p>
          <a:p>
            <a:pPr lvl="1" eaLnBrk="1" fontAlgn="auto" hangingPunct="1">
              <a:defRPr/>
            </a:pPr>
            <a:r>
              <a:rPr lang="pt-BR"/>
              <a:t>A memória é dividida em blocos (geralmente 4 kbytes)</a:t>
            </a:r>
          </a:p>
          <a:p>
            <a:pPr lvl="1" eaLnBrk="1" fontAlgn="auto" hangingPunct="1">
              <a:defRPr/>
            </a:pPr>
            <a:r>
              <a:rPr lang="pt-BR"/>
              <a:t>Cada nó da lista contém:</a:t>
            </a:r>
          </a:p>
          <a:p>
            <a:pPr lvl="2" eaLnBrk="1" fontAlgn="auto" hangingPunct="1">
              <a:defRPr/>
            </a:pPr>
            <a:r>
              <a:rPr lang="pt-BR"/>
              <a:t>Indicação do segmento (P-processo, H-Vazio);</a:t>
            </a:r>
          </a:p>
          <a:p>
            <a:pPr lvl="2" eaLnBrk="1" fontAlgn="auto" hangingPunct="1">
              <a:defRPr/>
            </a:pPr>
            <a:r>
              <a:rPr lang="pt-BR"/>
              <a:t>Endereço do início do segmento;</a:t>
            </a:r>
          </a:p>
          <a:p>
            <a:pPr lvl="2" eaLnBrk="1" fontAlgn="auto" hangingPunct="1">
              <a:defRPr/>
            </a:pPr>
            <a:r>
              <a:rPr lang="pt-BR"/>
              <a:t>Comprimento do segmento;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5097EE59-7D27-6EF1-DD2A-41FE20276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422FDE05-68EA-F0AE-22B9-8BCF2EF7F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B72C2ACA-AE59-DB24-0D70-096B10BDF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4FC502C7-24FD-4324-40EF-8791A8F4B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C6B73D76-9082-5187-E359-5C09A524A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C3E66EF4-C970-FA8E-150D-45006E848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4" name="Rectangle 10">
            <a:extLst>
              <a:ext uri="{FF2B5EF4-FFF2-40B4-BE49-F238E27FC236}">
                <a16:creationId xmlns:a16="http://schemas.microsoft.com/office/drawing/2014/main" id="{3BFB7336-DC10-02BC-AE85-639355A6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5" name="Rectangle 11">
            <a:extLst>
              <a:ext uri="{FF2B5EF4-FFF2-40B4-BE49-F238E27FC236}">
                <a16:creationId xmlns:a16="http://schemas.microsoft.com/office/drawing/2014/main" id="{DCE5097C-F3B1-4235-72DF-7F1A5B524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6" name="Rectangle 12">
            <a:extLst>
              <a:ext uri="{FF2B5EF4-FFF2-40B4-BE49-F238E27FC236}">
                <a16:creationId xmlns:a16="http://schemas.microsoft.com/office/drawing/2014/main" id="{D33E8EB4-7FCD-A4EB-8DED-3DD3D3B34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7" name="Rectangle 13">
            <a:extLst>
              <a:ext uri="{FF2B5EF4-FFF2-40B4-BE49-F238E27FC236}">
                <a16:creationId xmlns:a16="http://schemas.microsoft.com/office/drawing/2014/main" id="{E11B58D3-7D92-9FD6-AD2E-FB949F27F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8" name="Rectangle 14">
            <a:extLst>
              <a:ext uri="{FF2B5EF4-FFF2-40B4-BE49-F238E27FC236}">
                <a16:creationId xmlns:a16="http://schemas.microsoft.com/office/drawing/2014/main" id="{94A374D2-7C82-07AB-62C1-48CE391FB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19" name="Rectangle 15">
            <a:extLst>
              <a:ext uri="{FF2B5EF4-FFF2-40B4-BE49-F238E27FC236}">
                <a16:creationId xmlns:a16="http://schemas.microsoft.com/office/drawing/2014/main" id="{100515CD-1DE6-7A47-2DEB-2B8019D82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20" name="Rectangle 16">
            <a:extLst>
              <a:ext uri="{FF2B5EF4-FFF2-40B4-BE49-F238E27FC236}">
                <a16:creationId xmlns:a16="http://schemas.microsoft.com/office/drawing/2014/main" id="{6F864DB8-DE85-37CE-7B18-9D943E5B2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581525"/>
            <a:ext cx="431800" cy="43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21" name="Rectangle 17">
            <a:extLst>
              <a:ext uri="{FF2B5EF4-FFF2-40B4-BE49-F238E27FC236}">
                <a16:creationId xmlns:a16="http://schemas.microsoft.com/office/drawing/2014/main" id="{C643001A-30D1-73C4-9CA8-2A8E8FC45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22" name="Rectangle 18">
            <a:extLst>
              <a:ext uri="{FF2B5EF4-FFF2-40B4-BE49-F238E27FC236}">
                <a16:creationId xmlns:a16="http://schemas.microsoft.com/office/drawing/2014/main" id="{4956B0F8-7220-D9E7-42F8-37E5B2029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B833724A-F9B0-A736-1151-12590D6B0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4581525"/>
            <a:ext cx="431800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15E64FAD-5E7E-444C-231E-03B3A004BF0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5300663"/>
            <a:ext cx="1655763" cy="288925"/>
            <a:chOff x="476" y="3566"/>
            <a:chExt cx="1043" cy="182"/>
          </a:xfrm>
        </p:grpSpPr>
        <p:sp>
          <p:nvSpPr>
            <p:cNvPr id="30790" name="Rectangle 21">
              <a:extLst>
                <a:ext uri="{FF2B5EF4-FFF2-40B4-BE49-F238E27FC236}">
                  <a16:creationId xmlns:a16="http://schemas.microsoft.com/office/drawing/2014/main" id="{076750F9-AF12-EC2A-B686-2765005B9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30791" name="Rectangle 22">
              <a:extLst>
                <a:ext uri="{FF2B5EF4-FFF2-40B4-BE49-F238E27FC236}">
                  <a16:creationId xmlns:a16="http://schemas.microsoft.com/office/drawing/2014/main" id="{C2D6B6FD-3F59-C1ED-EE39-887A1035A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0792" name="Rectangle 23">
              <a:extLst>
                <a:ext uri="{FF2B5EF4-FFF2-40B4-BE49-F238E27FC236}">
                  <a16:creationId xmlns:a16="http://schemas.microsoft.com/office/drawing/2014/main" id="{F1249CE5-AAAC-3910-3F22-AFF29DD1E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93" name="Rectangle 24">
              <a:extLst>
                <a:ext uri="{FF2B5EF4-FFF2-40B4-BE49-F238E27FC236}">
                  <a16:creationId xmlns:a16="http://schemas.microsoft.com/office/drawing/2014/main" id="{018AA361-8C2C-10BC-CC7C-A18FDF0ED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26">
            <a:extLst>
              <a:ext uri="{FF2B5EF4-FFF2-40B4-BE49-F238E27FC236}">
                <a16:creationId xmlns:a16="http://schemas.microsoft.com/office/drawing/2014/main" id="{5889300D-D543-7648-D69C-754499AAB6C4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5300663"/>
            <a:ext cx="1655763" cy="288925"/>
            <a:chOff x="476" y="3566"/>
            <a:chExt cx="1043" cy="182"/>
          </a:xfrm>
        </p:grpSpPr>
        <p:sp>
          <p:nvSpPr>
            <p:cNvPr id="30786" name="Rectangle 27">
              <a:extLst>
                <a:ext uri="{FF2B5EF4-FFF2-40B4-BE49-F238E27FC236}">
                  <a16:creationId xmlns:a16="http://schemas.microsoft.com/office/drawing/2014/main" id="{456EF62D-9804-7992-C4D4-7D585332C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0787" name="Rectangle 28">
              <a:extLst>
                <a:ext uri="{FF2B5EF4-FFF2-40B4-BE49-F238E27FC236}">
                  <a16:creationId xmlns:a16="http://schemas.microsoft.com/office/drawing/2014/main" id="{EAC2F073-2F1C-67C7-BF67-6F1E5EDB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88" name="Rectangle 29">
              <a:extLst>
                <a:ext uri="{FF2B5EF4-FFF2-40B4-BE49-F238E27FC236}">
                  <a16:creationId xmlns:a16="http://schemas.microsoft.com/office/drawing/2014/main" id="{B8CB141F-B341-C818-F118-B74902AEC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0789" name="Rectangle 30">
              <a:extLst>
                <a:ext uri="{FF2B5EF4-FFF2-40B4-BE49-F238E27FC236}">
                  <a16:creationId xmlns:a16="http://schemas.microsoft.com/office/drawing/2014/main" id="{F1AF33E7-5E4E-B7E8-C6F6-6ACDF603A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31">
            <a:extLst>
              <a:ext uri="{FF2B5EF4-FFF2-40B4-BE49-F238E27FC236}">
                <a16:creationId xmlns:a16="http://schemas.microsoft.com/office/drawing/2014/main" id="{F4283A13-F9D2-317E-A00B-754E9F28F6A3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5300663"/>
            <a:ext cx="1655763" cy="288925"/>
            <a:chOff x="476" y="3566"/>
            <a:chExt cx="1043" cy="182"/>
          </a:xfrm>
        </p:grpSpPr>
        <p:sp>
          <p:nvSpPr>
            <p:cNvPr id="30782" name="Rectangle 32">
              <a:extLst>
                <a:ext uri="{FF2B5EF4-FFF2-40B4-BE49-F238E27FC236}">
                  <a16:creationId xmlns:a16="http://schemas.microsoft.com/office/drawing/2014/main" id="{70406B0E-F873-0444-8982-0752BDE56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30783" name="Rectangle 33">
              <a:extLst>
                <a:ext uri="{FF2B5EF4-FFF2-40B4-BE49-F238E27FC236}">
                  <a16:creationId xmlns:a16="http://schemas.microsoft.com/office/drawing/2014/main" id="{4F9860B4-5C35-13C8-5DF1-5A8942744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30784" name="Rectangle 34">
              <a:extLst>
                <a:ext uri="{FF2B5EF4-FFF2-40B4-BE49-F238E27FC236}">
                  <a16:creationId xmlns:a16="http://schemas.microsoft.com/office/drawing/2014/main" id="{E3E804B8-2298-B2AD-944E-60655A767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0785" name="Rectangle 35">
              <a:extLst>
                <a:ext uri="{FF2B5EF4-FFF2-40B4-BE49-F238E27FC236}">
                  <a16:creationId xmlns:a16="http://schemas.microsoft.com/office/drawing/2014/main" id="{8787ACC9-52E8-F078-D093-4597DB4ED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21540" name="AutoShape 36">
            <a:extLst>
              <a:ext uri="{FF2B5EF4-FFF2-40B4-BE49-F238E27FC236}">
                <a16:creationId xmlns:a16="http://schemas.microsoft.com/office/drawing/2014/main" id="{910AF679-92BC-755E-0C1A-28BC7252EB30}"/>
              </a:ext>
            </a:extLst>
          </p:cNvPr>
          <p:cNvCxnSpPr>
            <a:cxnSpLocks noChangeShapeType="1"/>
            <a:stCxn id="30793" idx="3"/>
            <a:endCxn id="30786" idx="1"/>
          </p:cNvCxnSpPr>
          <p:nvPr/>
        </p:nvCxnSpPr>
        <p:spPr bwMode="auto">
          <a:xfrm>
            <a:off x="2411413" y="5445125"/>
            <a:ext cx="3603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41" name="AutoShape 37">
            <a:extLst>
              <a:ext uri="{FF2B5EF4-FFF2-40B4-BE49-F238E27FC236}">
                <a16:creationId xmlns:a16="http://schemas.microsoft.com/office/drawing/2014/main" id="{1551CF4A-21D5-5E55-F601-EAA063EE3BBD}"/>
              </a:ext>
            </a:extLst>
          </p:cNvPr>
          <p:cNvCxnSpPr>
            <a:cxnSpLocks noChangeShapeType="1"/>
            <a:stCxn id="30789" idx="3"/>
            <a:endCxn id="30782" idx="1"/>
          </p:cNvCxnSpPr>
          <p:nvPr/>
        </p:nvCxnSpPr>
        <p:spPr bwMode="auto">
          <a:xfrm>
            <a:off x="4427538" y="5445125"/>
            <a:ext cx="3603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" name="Group 38">
            <a:extLst>
              <a:ext uri="{FF2B5EF4-FFF2-40B4-BE49-F238E27FC236}">
                <a16:creationId xmlns:a16="http://schemas.microsoft.com/office/drawing/2014/main" id="{E118D68F-AE28-7763-89A0-1062847C002B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300663"/>
            <a:ext cx="1655762" cy="288925"/>
            <a:chOff x="476" y="3566"/>
            <a:chExt cx="1043" cy="182"/>
          </a:xfrm>
        </p:grpSpPr>
        <p:sp>
          <p:nvSpPr>
            <p:cNvPr id="30778" name="Rectangle 39">
              <a:extLst>
                <a:ext uri="{FF2B5EF4-FFF2-40B4-BE49-F238E27FC236}">
                  <a16:creationId xmlns:a16="http://schemas.microsoft.com/office/drawing/2014/main" id="{4AFD4888-83D5-0A97-0267-1DF2A2F4C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0779" name="Rectangle 40">
              <a:extLst>
                <a:ext uri="{FF2B5EF4-FFF2-40B4-BE49-F238E27FC236}">
                  <a16:creationId xmlns:a16="http://schemas.microsoft.com/office/drawing/2014/main" id="{EA2F0B47-BF81-F03D-F553-4AB44A381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30780" name="Rectangle 41">
              <a:extLst>
                <a:ext uri="{FF2B5EF4-FFF2-40B4-BE49-F238E27FC236}">
                  <a16:creationId xmlns:a16="http://schemas.microsoft.com/office/drawing/2014/main" id="{D13C656B-862D-E468-D9E3-C146CA537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0781" name="Rectangle 42">
              <a:extLst>
                <a:ext uri="{FF2B5EF4-FFF2-40B4-BE49-F238E27FC236}">
                  <a16:creationId xmlns:a16="http://schemas.microsoft.com/office/drawing/2014/main" id="{91217857-0032-4243-DECE-835626D6B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21547" name="AutoShape 43">
            <a:extLst>
              <a:ext uri="{FF2B5EF4-FFF2-40B4-BE49-F238E27FC236}">
                <a16:creationId xmlns:a16="http://schemas.microsoft.com/office/drawing/2014/main" id="{8DA8501B-0F3D-AA1E-EFBA-5F34450B8644}"/>
              </a:ext>
            </a:extLst>
          </p:cNvPr>
          <p:cNvCxnSpPr>
            <a:cxnSpLocks noChangeShapeType="1"/>
            <a:stCxn id="30785" idx="3"/>
            <a:endCxn id="30778" idx="1"/>
          </p:cNvCxnSpPr>
          <p:nvPr/>
        </p:nvCxnSpPr>
        <p:spPr bwMode="auto">
          <a:xfrm>
            <a:off x="6443663" y="5445125"/>
            <a:ext cx="2889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44">
            <a:extLst>
              <a:ext uri="{FF2B5EF4-FFF2-40B4-BE49-F238E27FC236}">
                <a16:creationId xmlns:a16="http://schemas.microsoft.com/office/drawing/2014/main" id="{FC93B0E5-7783-14FB-9BC4-C385D3E7E077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5948363"/>
            <a:ext cx="1655763" cy="288925"/>
            <a:chOff x="476" y="3566"/>
            <a:chExt cx="1043" cy="182"/>
          </a:xfrm>
        </p:grpSpPr>
        <p:sp>
          <p:nvSpPr>
            <p:cNvPr id="30774" name="Rectangle 45">
              <a:extLst>
                <a:ext uri="{FF2B5EF4-FFF2-40B4-BE49-F238E27FC236}">
                  <a16:creationId xmlns:a16="http://schemas.microsoft.com/office/drawing/2014/main" id="{FB1D7DA6-0B7A-51D8-516E-EE734A525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30775" name="Rectangle 46">
              <a:extLst>
                <a:ext uri="{FF2B5EF4-FFF2-40B4-BE49-F238E27FC236}">
                  <a16:creationId xmlns:a16="http://schemas.microsoft.com/office/drawing/2014/main" id="{49546C53-6883-5A0C-100C-1F6A89FF7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30776" name="Rectangle 47">
              <a:extLst>
                <a:ext uri="{FF2B5EF4-FFF2-40B4-BE49-F238E27FC236}">
                  <a16:creationId xmlns:a16="http://schemas.microsoft.com/office/drawing/2014/main" id="{523F3E94-668F-A1DC-C89D-EF87BDC49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30777" name="Rectangle 48">
              <a:extLst>
                <a:ext uri="{FF2B5EF4-FFF2-40B4-BE49-F238E27FC236}">
                  <a16:creationId xmlns:a16="http://schemas.microsoft.com/office/drawing/2014/main" id="{5C6145CF-5931-126D-BFE7-CC724887B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49">
            <a:extLst>
              <a:ext uri="{FF2B5EF4-FFF2-40B4-BE49-F238E27FC236}">
                <a16:creationId xmlns:a16="http://schemas.microsoft.com/office/drawing/2014/main" id="{2A370338-BAA0-A722-8490-855845FFCD59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5948363"/>
            <a:ext cx="1655763" cy="288925"/>
            <a:chOff x="476" y="3566"/>
            <a:chExt cx="1043" cy="182"/>
          </a:xfrm>
        </p:grpSpPr>
        <p:sp>
          <p:nvSpPr>
            <p:cNvPr id="30770" name="Rectangle 50">
              <a:extLst>
                <a:ext uri="{FF2B5EF4-FFF2-40B4-BE49-F238E27FC236}">
                  <a16:creationId xmlns:a16="http://schemas.microsoft.com/office/drawing/2014/main" id="{92785293-7EE8-2C11-3A28-896BC9F59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0771" name="Rectangle 51">
              <a:extLst>
                <a:ext uri="{FF2B5EF4-FFF2-40B4-BE49-F238E27FC236}">
                  <a16:creationId xmlns:a16="http://schemas.microsoft.com/office/drawing/2014/main" id="{5628F6B7-3BE4-AB17-5D82-5A8B81113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30772" name="Rectangle 52">
              <a:extLst>
                <a:ext uri="{FF2B5EF4-FFF2-40B4-BE49-F238E27FC236}">
                  <a16:creationId xmlns:a16="http://schemas.microsoft.com/office/drawing/2014/main" id="{1E212C14-94A7-24DD-F07A-A2E6BECA7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73" name="Rectangle 53">
              <a:extLst>
                <a:ext uri="{FF2B5EF4-FFF2-40B4-BE49-F238E27FC236}">
                  <a16:creationId xmlns:a16="http://schemas.microsoft.com/office/drawing/2014/main" id="{F35F316B-C11F-6503-63DE-A01413A5D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54">
            <a:extLst>
              <a:ext uri="{FF2B5EF4-FFF2-40B4-BE49-F238E27FC236}">
                <a16:creationId xmlns:a16="http://schemas.microsoft.com/office/drawing/2014/main" id="{14233073-D8A7-B17A-3591-0E733D7E67C9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5948363"/>
            <a:ext cx="1655763" cy="288925"/>
            <a:chOff x="476" y="3566"/>
            <a:chExt cx="1043" cy="182"/>
          </a:xfrm>
        </p:grpSpPr>
        <p:sp>
          <p:nvSpPr>
            <p:cNvPr id="30766" name="Rectangle 55">
              <a:extLst>
                <a:ext uri="{FF2B5EF4-FFF2-40B4-BE49-F238E27FC236}">
                  <a16:creationId xmlns:a16="http://schemas.microsoft.com/office/drawing/2014/main" id="{3D8721E7-09A2-3365-8D5F-C61A129D5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30767" name="Rectangle 56">
              <a:extLst>
                <a:ext uri="{FF2B5EF4-FFF2-40B4-BE49-F238E27FC236}">
                  <a16:creationId xmlns:a16="http://schemas.microsoft.com/office/drawing/2014/main" id="{77CC3010-7E99-A2DC-E46B-F2285718D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11</a:t>
              </a:r>
            </a:p>
          </p:txBody>
        </p:sp>
        <p:sp>
          <p:nvSpPr>
            <p:cNvPr id="30768" name="Rectangle 57">
              <a:extLst>
                <a:ext uri="{FF2B5EF4-FFF2-40B4-BE49-F238E27FC236}">
                  <a16:creationId xmlns:a16="http://schemas.microsoft.com/office/drawing/2014/main" id="{71EB87B7-4716-00B4-AD8C-ED8A424B9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69" name="Rectangle 58">
              <a:extLst>
                <a:ext uri="{FF2B5EF4-FFF2-40B4-BE49-F238E27FC236}">
                  <a16:creationId xmlns:a16="http://schemas.microsoft.com/office/drawing/2014/main" id="{BB3A33FC-2C20-A013-ED89-CA7EADF95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21563" name="AutoShape 59">
            <a:extLst>
              <a:ext uri="{FF2B5EF4-FFF2-40B4-BE49-F238E27FC236}">
                <a16:creationId xmlns:a16="http://schemas.microsoft.com/office/drawing/2014/main" id="{DCF35EC8-D5CF-78A1-87A6-EA90E53B2D78}"/>
              </a:ext>
            </a:extLst>
          </p:cNvPr>
          <p:cNvCxnSpPr>
            <a:cxnSpLocks noChangeShapeType="1"/>
            <a:stCxn id="30777" idx="3"/>
            <a:endCxn id="30770" idx="1"/>
          </p:cNvCxnSpPr>
          <p:nvPr/>
        </p:nvCxnSpPr>
        <p:spPr bwMode="auto">
          <a:xfrm>
            <a:off x="2411413" y="6092825"/>
            <a:ext cx="3603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64" name="AutoShape 60">
            <a:extLst>
              <a:ext uri="{FF2B5EF4-FFF2-40B4-BE49-F238E27FC236}">
                <a16:creationId xmlns:a16="http://schemas.microsoft.com/office/drawing/2014/main" id="{64B2A832-A713-2EA3-BF44-660B1746DC1D}"/>
              </a:ext>
            </a:extLst>
          </p:cNvPr>
          <p:cNvCxnSpPr>
            <a:cxnSpLocks noChangeShapeType="1"/>
            <a:stCxn id="30773" idx="3"/>
            <a:endCxn id="30766" idx="1"/>
          </p:cNvCxnSpPr>
          <p:nvPr/>
        </p:nvCxnSpPr>
        <p:spPr bwMode="auto">
          <a:xfrm>
            <a:off x="4427538" y="6092825"/>
            <a:ext cx="360362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" name="Group 61">
            <a:extLst>
              <a:ext uri="{FF2B5EF4-FFF2-40B4-BE49-F238E27FC236}">
                <a16:creationId xmlns:a16="http://schemas.microsoft.com/office/drawing/2014/main" id="{4BB09B10-1150-34F6-223A-06C05CC26937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948363"/>
            <a:ext cx="1655762" cy="288925"/>
            <a:chOff x="476" y="3566"/>
            <a:chExt cx="1043" cy="182"/>
          </a:xfrm>
        </p:grpSpPr>
        <p:sp>
          <p:nvSpPr>
            <p:cNvPr id="30762" name="Rectangle 62">
              <a:extLst>
                <a:ext uri="{FF2B5EF4-FFF2-40B4-BE49-F238E27FC236}">
                  <a16:creationId xmlns:a16="http://schemas.microsoft.com/office/drawing/2014/main" id="{EDC10B3C-9C81-B690-3BF2-D1E5720D5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H</a:t>
              </a:r>
            </a:p>
          </p:txBody>
        </p:sp>
        <p:sp>
          <p:nvSpPr>
            <p:cNvPr id="30763" name="Rectangle 63">
              <a:extLst>
                <a:ext uri="{FF2B5EF4-FFF2-40B4-BE49-F238E27FC236}">
                  <a16:creationId xmlns:a16="http://schemas.microsoft.com/office/drawing/2014/main" id="{150EE779-FF44-4900-32EC-E418DE55F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12</a:t>
              </a:r>
            </a:p>
          </p:txBody>
        </p:sp>
        <p:sp>
          <p:nvSpPr>
            <p:cNvPr id="30764" name="Rectangle 64">
              <a:extLst>
                <a:ext uri="{FF2B5EF4-FFF2-40B4-BE49-F238E27FC236}">
                  <a16:creationId xmlns:a16="http://schemas.microsoft.com/office/drawing/2014/main" id="{930E16C7-52ED-3CE8-355E-D1B999F4C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765" name="Rectangle 65">
              <a:extLst>
                <a:ext uri="{FF2B5EF4-FFF2-40B4-BE49-F238E27FC236}">
                  <a16:creationId xmlns:a16="http://schemas.microsoft.com/office/drawing/2014/main" id="{7B9BB4F9-C7A7-6ACF-C4FD-3B3D33758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21570" name="AutoShape 66">
            <a:extLst>
              <a:ext uri="{FF2B5EF4-FFF2-40B4-BE49-F238E27FC236}">
                <a16:creationId xmlns:a16="http://schemas.microsoft.com/office/drawing/2014/main" id="{743514AE-E16A-6A8E-7BCA-829A23A6F7F3}"/>
              </a:ext>
            </a:extLst>
          </p:cNvPr>
          <p:cNvCxnSpPr>
            <a:cxnSpLocks noChangeShapeType="1"/>
            <a:stCxn id="30769" idx="3"/>
            <a:endCxn id="30762" idx="1"/>
          </p:cNvCxnSpPr>
          <p:nvPr/>
        </p:nvCxnSpPr>
        <p:spPr bwMode="auto">
          <a:xfrm>
            <a:off x="6443663" y="6092825"/>
            <a:ext cx="2889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71" name="AutoShape 67">
            <a:extLst>
              <a:ext uri="{FF2B5EF4-FFF2-40B4-BE49-F238E27FC236}">
                <a16:creationId xmlns:a16="http://schemas.microsoft.com/office/drawing/2014/main" id="{2C766EA9-E186-EE4E-E17D-B9F7B55BFB34}"/>
              </a:ext>
            </a:extLst>
          </p:cNvPr>
          <p:cNvCxnSpPr>
            <a:cxnSpLocks noChangeShapeType="1"/>
            <a:stCxn id="30781" idx="3"/>
            <a:endCxn id="30774" idx="1"/>
          </p:cNvCxnSpPr>
          <p:nvPr/>
        </p:nvCxnSpPr>
        <p:spPr bwMode="auto">
          <a:xfrm flipH="1">
            <a:off x="755650" y="5445125"/>
            <a:ext cx="7632700" cy="647700"/>
          </a:xfrm>
          <a:prstGeom prst="curvedConnector5">
            <a:avLst>
              <a:gd name="adj1" fmla="val -2995"/>
              <a:gd name="adj2" fmla="val 50000"/>
              <a:gd name="adj3" fmla="val 1029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" name="Group 68">
            <a:extLst>
              <a:ext uri="{FF2B5EF4-FFF2-40B4-BE49-F238E27FC236}">
                <a16:creationId xmlns:a16="http://schemas.microsoft.com/office/drawing/2014/main" id="{5539BAEF-544F-FF9F-BAA4-B45861A4DB1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6453188"/>
            <a:ext cx="1655763" cy="288925"/>
            <a:chOff x="476" y="3566"/>
            <a:chExt cx="1043" cy="182"/>
          </a:xfrm>
        </p:grpSpPr>
        <p:sp>
          <p:nvSpPr>
            <p:cNvPr id="30758" name="Rectangle 69">
              <a:extLst>
                <a:ext uri="{FF2B5EF4-FFF2-40B4-BE49-F238E27FC236}">
                  <a16:creationId xmlns:a16="http://schemas.microsoft.com/office/drawing/2014/main" id="{AAA8C80A-FBDC-701F-0118-EBAAA701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P</a:t>
              </a:r>
            </a:p>
          </p:txBody>
        </p:sp>
        <p:sp>
          <p:nvSpPr>
            <p:cNvPr id="30759" name="Rectangle 70">
              <a:extLst>
                <a:ext uri="{FF2B5EF4-FFF2-40B4-BE49-F238E27FC236}">
                  <a16:creationId xmlns:a16="http://schemas.microsoft.com/office/drawing/2014/main" id="{151843AE-1C70-ABEF-1B93-570325349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13</a:t>
              </a:r>
            </a:p>
          </p:txBody>
        </p:sp>
        <p:sp>
          <p:nvSpPr>
            <p:cNvPr id="30760" name="Rectangle 71">
              <a:extLst>
                <a:ext uri="{FF2B5EF4-FFF2-40B4-BE49-F238E27FC236}">
                  <a16:creationId xmlns:a16="http://schemas.microsoft.com/office/drawing/2014/main" id="{A2AA6B73-06FE-FCFC-2C7F-BD86A7B03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" y="3566"/>
              <a:ext cx="317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r>
                <a:rPr lang="pt-BR" altLang="en-US" sz="18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30761" name="Rectangle 72">
              <a:extLst>
                <a:ext uri="{FF2B5EF4-FFF2-40B4-BE49-F238E27FC236}">
                  <a16:creationId xmlns:a16="http://schemas.microsoft.com/office/drawing/2014/main" id="{0A13B120-82D3-3DD9-5974-F84C5A460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3566"/>
              <a:ext cx="90" cy="1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sz="17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</p:grpSp>
      <p:cxnSp>
        <p:nvCxnSpPr>
          <p:cNvPr id="21595" name="AutoShape 91">
            <a:extLst>
              <a:ext uri="{FF2B5EF4-FFF2-40B4-BE49-F238E27FC236}">
                <a16:creationId xmlns:a16="http://schemas.microsoft.com/office/drawing/2014/main" id="{D74F2A23-BC9B-2802-749C-5B169541A6A1}"/>
              </a:ext>
            </a:extLst>
          </p:cNvPr>
          <p:cNvCxnSpPr>
            <a:cxnSpLocks noChangeShapeType="1"/>
            <a:stCxn id="30765" idx="3"/>
            <a:endCxn id="30758" idx="1"/>
          </p:cNvCxnSpPr>
          <p:nvPr/>
        </p:nvCxnSpPr>
        <p:spPr bwMode="auto">
          <a:xfrm flipH="1">
            <a:off x="755650" y="6092825"/>
            <a:ext cx="7632700" cy="504825"/>
          </a:xfrm>
          <a:prstGeom prst="curvedConnector5">
            <a:avLst>
              <a:gd name="adj1" fmla="val -2995"/>
              <a:gd name="adj2" fmla="val 50000"/>
              <a:gd name="adj3" fmla="val 10299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57" name="Espaço Reservado para Número de Slide 10">
            <a:extLst>
              <a:ext uri="{FF2B5EF4-FFF2-40B4-BE49-F238E27FC236}">
                <a16:creationId xmlns:a16="http://schemas.microsoft.com/office/drawing/2014/main" id="{4CA2E947-F191-13AE-6EAD-8870955032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7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5BBE855D-C2F4-4EE0-A421-9AF8C9C578EC}" type="slidenum">
              <a:rPr lang="pt-BR" altLang="en-US" sz="1100" smtClean="0">
                <a:latin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23</a:t>
            </a:fld>
            <a:endParaRPr lang="pt-BR" altLang="en-US" sz="11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4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4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4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4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5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5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5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5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6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6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1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77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3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9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9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95" presetID="3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9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9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2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nimBg="1"/>
      <p:bldP spid="21509" grpId="0" animBg="1"/>
      <p:bldP spid="21510" grpId="0" animBg="1"/>
      <p:bldP spid="21511" grpId="0" animBg="1"/>
      <p:bldP spid="21512" grpId="0" animBg="1"/>
      <p:bldP spid="21513" grpId="0" animBg="1"/>
      <p:bldP spid="21514" grpId="0" animBg="1"/>
      <p:bldP spid="21515" grpId="0" animBg="1"/>
      <p:bldP spid="21516" grpId="0" animBg="1"/>
      <p:bldP spid="21517" grpId="0" animBg="1"/>
      <p:bldP spid="21518" grpId="0" animBg="1"/>
      <p:bldP spid="21519" grpId="0" animBg="1"/>
      <p:bldP spid="21520" grpId="0" animBg="1"/>
      <p:bldP spid="21521" grpId="0" animBg="1"/>
      <p:bldP spid="21522" grpId="0" animBg="1"/>
      <p:bldP spid="21523" grpId="0" animBg="1"/>
    </p:bldLst>
  </p:timing>
</p:sld>
</file>

<file path=ppt/theme/theme1.xml><?xml version="1.0" encoding="utf-8"?>
<a:theme xmlns:a="http://schemas.openxmlformats.org/drawingml/2006/main" name="Horizonte">
  <a:themeElements>
    <a:clrScheme name="Horizonte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te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te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386</TotalTime>
  <Words>994</Words>
  <Application>Microsoft Office PowerPoint</Application>
  <PresentationFormat>Apresentação na tela (4:3)</PresentationFormat>
  <Paragraphs>230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Arial</vt:lpstr>
      <vt:lpstr>Arial Narrow</vt:lpstr>
      <vt:lpstr>Calibri</vt:lpstr>
      <vt:lpstr>Times New Roman</vt:lpstr>
      <vt:lpstr>Courier New</vt:lpstr>
      <vt:lpstr>Symbol</vt:lpstr>
      <vt:lpstr>Horizonte</vt:lpstr>
      <vt:lpstr>Gerenciamento de Memória</vt:lpstr>
      <vt:lpstr>Plano de Aula</vt:lpstr>
      <vt:lpstr>Gerenciamento de memória</vt:lpstr>
      <vt:lpstr>Hierarquia de Memória</vt:lpstr>
      <vt:lpstr>Comparação entre SSD e HD</vt:lpstr>
      <vt:lpstr>Memórias</vt:lpstr>
      <vt:lpstr>Princípio da localidade de referência</vt:lpstr>
      <vt:lpstr>Relocação e Proteção</vt:lpstr>
      <vt:lpstr>Relocação e Proteção</vt:lpstr>
      <vt:lpstr>Criação de um programa executável</vt:lpstr>
      <vt:lpstr>Relocação dinâmica de endereços</vt:lpstr>
      <vt:lpstr>Gerenciamento básico de memória.</vt:lpstr>
      <vt:lpstr>Gerenciamento básico de memória.</vt:lpstr>
      <vt:lpstr>Gerenciamento básico de memória.</vt:lpstr>
      <vt:lpstr>Gerenciamento de partições fixas: Política Melhor encaixe.</vt:lpstr>
      <vt:lpstr>Gerenciamento de partições fixas: Política pior encaixe.</vt:lpstr>
      <vt:lpstr>Gerenciamento de partições fixas: Política Primeiro encaixe.</vt:lpstr>
      <vt:lpstr>Troca de Processos</vt:lpstr>
      <vt:lpstr>Swapping</vt:lpstr>
      <vt:lpstr>Troca de Processos: Compactação</vt:lpstr>
      <vt:lpstr>Quanto de memória alocar a cada processo?</vt:lpstr>
      <vt:lpstr>Gerenciamento de Memória</vt:lpstr>
      <vt:lpstr>Gerenciamento de Memória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Gerenciamento de Memória e Memória Virtual</dc:title>
  <dc:creator>André Leon S. Gradvohl, Dr.</dc:creator>
  <cp:lastModifiedBy>Andre Leon Gradvohl</cp:lastModifiedBy>
  <cp:revision>37</cp:revision>
  <cp:lastPrinted>2020-03-18T16:06:53Z</cp:lastPrinted>
  <dcterms:created xsi:type="dcterms:W3CDTF">2007-09-20T22:59:12Z</dcterms:created>
  <dcterms:modified xsi:type="dcterms:W3CDTF">2024-09-25T12:21:04Z</dcterms:modified>
</cp:coreProperties>
</file>