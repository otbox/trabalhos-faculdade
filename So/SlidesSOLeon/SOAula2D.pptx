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0" r:id="rId5"/>
    <p:sldId id="258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0388F0-9AB9-4077-855E-D14895DBFEDE}" v="220" dt="2023-03-09T19:37:12.0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1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 Leon Gradvohl" userId="06cc6c77ff9aaaf9" providerId="LiveId" clId="{120388F0-9AB9-4077-855E-D14895DBFEDE}"/>
    <pc:docChg chg="custSel addSld delSld modSld">
      <pc:chgData name="Andre Leon Gradvohl" userId="06cc6c77ff9aaaf9" providerId="LiveId" clId="{120388F0-9AB9-4077-855E-D14895DBFEDE}" dt="2023-03-09T19:37:12.055" v="500"/>
      <pc:docMkLst>
        <pc:docMk/>
      </pc:docMkLst>
      <pc:sldChg chg="addSp modSp mod setBg">
        <pc:chgData name="Andre Leon Gradvohl" userId="06cc6c77ff9aaaf9" providerId="LiveId" clId="{120388F0-9AB9-4077-855E-D14895DBFEDE}" dt="2023-03-01T12:56:46.363" v="456" actId="26606"/>
        <pc:sldMkLst>
          <pc:docMk/>
          <pc:sldMk cId="3691142567" sldId="256"/>
        </pc:sldMkLst>
        <pc:spChg chg="mod">
          <ac:chgData name="Andre Leon Gradvohl" userId="06cc6c77ff9aaaf9" providerId="LiveId" clId="{120388F0-9AB9-4077-855E-D14895DBFEDE}" dt="2023-03-01T12:56:46.363" v="456" actId="26606"/>
          <ac:spMkLst>
            <pc:docMk/>
            <pc:sldMk cId="3691142567" sldId="256"/>
            <ac:spMk id="2" creationId="{ECCACD8E-2B35-2658-CDFD-C0716CE39852}"/>
          </ac:spMkLst>
        </pc:spChg>
        <pc:spChg chg="mod">
          <ac:chgData name="Andre Leon Gradvohl" userId="06cc6c77ff9aaaf9" providerId="LiveId" clId="{120388F0-9AB9-4077-855E-D14895DBFEDE}" dt="2023-03-01T12:56:46.363" v="456" actId="26606"/>
          <ac:spMkLst>
            <pc:docMk/>
            <pc:sldMk cId="3691142567" sldId="256"/>
            <ac:spMk id="3" creationId="{40EA72B1-32F2-5592-267D-164832029E27}"/>
          </ac:spMkLst>
        </pc:spChg>
        <pc:spChg chg="add">
          <ac:chgData name="Andre Leon Gradvohl" userId="06cc6c77ff9aaaf9" providerId="LiveId" clId="{120388F0-9AB9-4077-855E-D14895DBFEDE}" dt="2023-03-01T12:56:46.363" v="456" actId="26606"/>
          <ac:spMkLst>
            <pc:docMk/>
            <pc:sldMk cId="3691142567" sldId="256"/>
            <ac:spMk id="9" creationId="{E91DC736-0EF8-4F87-9146-EBF1D2EE4D3D}"/>
          </ac:spMkLst>
        </pc:spChg>
        <pc:spChg chg="add">
          <ac:chgData name="Andre Leon Gradvohl" userId="06cc6c77ff9aaaf9" providerId="LiveId" clId="{120388F0-9AB9-4077-855E-D14895DBFEDE}" dt="2023-03-01T12:56:46.363" v="456" actId="26606"/>
          <ac:spMkLst>
            <pc:docMk/>
            <pc:sldMk cId="3691142567" sldId="256"/>
            <ac:spMk id="11" creationId="{097CD68E-23E3-4007-8847-CD0944C4F7BE}"/>
          </ac:spMkLst>
        </pc:spChg>
        <pc:spChg chg="add">
          <ac:chgData name="Andre Leon Gradvohl" userId="06cc6c77ff9aaaf9" providerId="LiveId" clId="{120388F0-9AB9-4077-855E-D14895DBFEDE}" dt="2023-03-01T12:56:46.363" v="456" actId="26606"/>
          <ac:spMkLst>
            <pc:docMk/>
            <pc:sldMk cId="3691142567" sldId="256"/>
            <ac:spMk id="13" creationId="{AF2F604E-43BE-4DC3-B983-E071523364F8}"/>
          </ac:spMkLst>
        </pc:spChg>
        <pc:spChg chg="add">
          <ac:chgData name="Andre Leon Gradvohl" userId="06cc6c77ff9aaaf9" providerId="LiveId" clId="{120388F0-9AB9-4077-855E-D14895DBFEDE}" dt="2023-03-01T12:56:46.363" v="456" actId="26606"/>
          <ac:spMkLst>
            <pc:docMk/>
            <pc:sldMk cId="3691142567" sldId="256"/>
            <ac:spMk id="15" creationId="{08C9B587-E65E-4B52-B37C-ABEBB6E87928}"/>
          </ac:spMkLst>
        </pc:spChg>
        <pc:picChg chg="add">
          <ac:chgData name="Andre Leon Gradvohl" userId="06cc6c77ff9aaaf9" providerId="LiveId" clId="{120388F0-9AB9-4077-855E-D14895DBFEDE}" dt="2023-03-01T12:56:46.363" v="456" actId="26606"/>
          <ac:picMkLst>
            <pc:docMk/>
            <pc:sldMk cId="3691142567" sldId="256"/>
            <ac:picMk id="5" creationId="{07B6A569-5872-7A3F-07DA-A2C1972CCD50}"/>
          </ac:picMkLst>
        </pc:picChg>
      </pc:sldChg>
      <pc:sldChg chg="modSp mod modTransition modAnim">
        <pc:chgData name="Andre Leon Gradvohl" userId="06cc6c77ff9aaaf9" providerId="LiveId" clId="{120388F0-9AB9-4077-855E-D14895DBFEDE}" dt="2023-03-01T13:02:50.465" v="478"/>
        <pc:sldMkLst>
          <pc:docMk/>
          <pc:sldMk cId="4175335909" sldId="257"/>
        </pc:sldMkLst>
        <pc:spChg chg="mod">
          <ac:chgData name="Andre Leon Gradvohl" userId="06cc6c77ff9aaaf9" providerId="LiveId" clId="{120388F0-9AB9-4077-855E-D14895DBFEDE}" dt="2023-03-01T12:29:23.439" v="167" actId="114"/>
          <ac:spMkLst>
            <pc:docMk/>
            <pc:sldMk cId="4175335909" sldId="257"/>
            <ac:spMk id="2" creationId="{8A8BD334-BA3F-4245-A537-66178F94FA48}"/>
          </ac:spMkLst>
        </pc:spChg>
        <pc:graphicFrameChg chg="modGraphic">
          <ac:chgData name="Andre Leon Gradvohl" userId="06cc6c77ff9aaaf9" providerId="LiveId" clId="{120388F0-9AB9-4077-855E-D14895DBFEDE}" dt="2023-02-28T23:40:06.309" v="34" actId="2166"/>
          <ac:graphicFrameMkLst>
            <pc:docMk/>
            <pc:sldMk cId="4175335909" sldId="257"/>
            <ac:graphicFrameMk id="4" creationId="{945CEDB9-1F2D-649B-50C9-F95AC81F7091}"/>
          </ac:graphicFrameMkLst>
        </pc:graphicFrameChg>
      </pc:sldChg>
      <pc:sldChg chg="add modTransition modAnim">
        <pc:chgData name="Andre Leon Gradvohl" userId="06cc6c77ff9aaaf9" providerId="LiveId" clId="{120388F0-9AB9-4077-855E-D14895DBFEDE}" dt="2023-03-09T19:37:12.055" v="500"/>
        <pc:sldMkLst>
          <pc:docMk/>
          <pc:sldMk cId="2225672128" sldId="258"/>
        </pc:sldMkLst>
      </pc:sldChg>
      <pc:sldChg chg="modSp add del mod">
        <pc:chgData name="Andre Leon Gradvohl" userId="06cc6c77ff9aaaf9" providerId="LiveId" clId="{120388F0-9AB9-4077-855E-D14895DBFEDE}" dt="2023-03-01T12:42:15.974" v="233" actId="47"/>
        <pc:sldMkLst>
          <pc:docMk/>
          <pc:sldMk cId="1267652125" sldId="259"/>
        </pc:sldMkLst>
        <pc:spChg chg="mod">
          <ac:chgData name="Andre Leon Gradvohl" userId="06cc6c77ff9aaaf9" providerId="LiveId" clId="{120388F0-9AB9-4077-855E-D14895DBFEDE}" dt="2023-03-01T12:29:18.422" v="166" actId="114"/>
          <ac:spMkLst>
            <pc:docMk/>
            <pc:sldMk cId="1267652125" sldId="259"/>
            <ac:spMk id="2" creationId="{8A8BD334-BA3F-4245-A537-66178F94FA48}"/>
          </ac:spMkLst>
        </pc:spChg>
      </pc:sldChg>
      <pc:sldChg chg="modSp add mod modTransition modAnim">
        <pc:chgData name="Andre Leon Gradvohl" userId="06cc6c77ff9aaaf9" providerId="LiveId" clId="{120388F0-9AB9-4077-855E-D14895DBFEDE}" dt="2023-03-01T13:03:41.960" v="483"/>
        <pc:sldMkLst>
          <pc:docMk/>
          <pc:sldMk cId="720460849" sldId="260"/>
        </pc:sldMkLst>
        <pc:spChg chg="mod">
          <ac:chgData name="Andre Leon Gradvohl" userId="06cc6c77ff9aaaf9" providerId="LiveId" clId="{120388F0-9AB9-4077-855E-D14895DBFEDE}" dt="2023-03-01T12:29:52.427" v="197" actId="114"/>
          <ac:spMkLst>
            <pc:docMk/>
            <pc:sldMk cId="720460849" sldId="260"/>
            <ac:spMk id="2" creationId="{8A8BD334-BA3F-4245-A537-66178F94FA48}"/>
          </ac:spMkLst>
        </pc:spChg>
      </pc:sldChg>
      <pc:sldChg chg="modSp add mod modTransition modAnim">
        <pc:chgData name="Andre Leon Gradvohl" userId="06cc6c77ff9aaaf9" providerId="LiveId" clId="{120388F0-9AB9-4077-855E-D14895DBFEDE}" dt="2023-03-01T13:03:16.704" v="481"/>
        <pc:sldMkLst>
          <pc:docMk/>
          <pc:sldMk cId="1876804030" sldId="261"/>
        </pc:sldMkLst>
        <pc:spChg chg="mod">
          <ac:chgData name="Andre Leon Gradvohl" userId="06cc6c77ff9aaaf9" providerId="LiveId" clId="{120388F0-9AB9-4077-855E-D14895DBFEDE}" dt="2023-03-01T12:42:37.314" v="255" actId="20577"/>
          <ac:spMkLst>
            <pc:docMk/>
            <pc:sldMk cId="1876804030" sldId="261"/>
            <ac:spMk id="2" creationId="{8A8BD334-BA3F-4245-A537-66178F94FA4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785523-46C2-FDA7-1E46-A3613708F4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19F1ACF-FF52-5F5E-ACB6-867645FBA3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70FB73-C7C7-70F9-18A7-9E16E57B1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52C70-6FD0-4E5D-A773-902970EF3253}" type="datetimeFigureOut">
              <a:rPr lang="pt-BR" smtClean="0"/>
              <a:t>09/03/2023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E17280-DDFD-43C9-3251-718CA7A2D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9E65288-004B-2CC5-B791-A3B7AD3C4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B215E-2C62-4B67-B83E-4631B2A68A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3965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2E24F9-33E8-BA7A-A610-64D24A104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9C2DC03-D565-7BF4-9FC5-78068C1A5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3E8DE8-7DED-6C56-89ED-BB8E7C266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52C70-6FD0-4E5D-A773-902970EF3253}" type="datetimeFigureOut">
              <a:rPr lang="pt-BR" smtClean="0"/>
              <a:t>09/03/2023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BAA56FB-453C-63E3-F9DC-2C57FEE81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4F8920-6BE4-5323-577F-64EBCE5D3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B215E-2C62-4B67-B83E-4631B2A68A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5512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A495C6-6EE7-9FB0-AFD0-9A4FBC46C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75996A5-1CAD-5CCC-6D84-E3CA0456C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12EC2F2-4009-8763-0ACF-49860EAD1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52C70-6FD0-4E5D-A773-902970EF3253}" type="datetimeFigureOut">
              <a:rPr lang="pt-BR" smtClean="0"/>
              <a:t>09/03/2023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1D34E0-7B44-8FFA-48B1-4EF167E6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DED564-8EC3-854B-9C8A-6CC71008D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B215E-2C62-4B67-B83E-4631B2A68A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6335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6BC8FB-0AB0-164D-7736-A4400FE79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B69506-AD31-A68A-42F8-604A4732BE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1E37D-C057-9F10-856F-779A06C50C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65AB76-B5CF-6C64-14BA-525637D6F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52C70-6FD0-4E5D-A773-902970EF3253}" type="datetimeFigureOut">
              <a:rPr lang="pt-BR" smtClean="0"/>
              <a:t>09/03/2023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7A316E7-48FC-5123-CC37-17AF89A0D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4C221A7-FFD1-8850-4F24-399392E85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B215E-2C62-4B67-B83E-4631B2A68A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3738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FFA653-256A-085F-47FF-9D0FA7369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BC2931C-5666-0578-E664-4DDB205FF6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1CC644C-019A-A483-902E-5E484E39AD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3B79D8B-73E3-0D66-29BB-6FF1397D74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1CF6AAB-8FF5-76CE-4C95-C7F7E7A139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8AEFEB0-5C69-B490-813F-88E6807CE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52C70-6FD0-4E5D-A773-902970EF3253}" type="datetimeFigureOut">
              <a:rPr lang="pt-BR" smtClean="0"/>
              <a:t>09/03/2023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CD75561-7BA0-E600-99DD-A50CFA8B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F448154-8785-0D12-749F-B2C410F90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B215E-2C62-4B67-B83E-4631B2A68A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6883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4A16A7-A739-3722-C568-517C57949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0DE171D-5F27-0F14-8D51-79AA59618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52C70-6FD0-4E5D-A773-902970EF3253}" type="datetimeFigureOut">
              <a:rPr lang="pt-BR" smtClean="0"/>
              <a:t>09/03/2023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FE838DA-735B-4E0E-47C9-2612B32B1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791D88B-F883-3FFD-8712-F29734CFD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B215E-2C62-4B67-B83E-4631B2A68A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2797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BF543DB-57F1-5180-2421-C669D4242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52C70-6FD0-4E5D-A773-902970EF3253}" type="datetimeFigureOut">
              <a:rPr lang="pt-BR" smtClean="0"/>
              <a:t>09/03/2023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89ABCB7-AAA3-01B8-D151-AA4B86DF4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C5382FE-DC38-9829-F41A-A782AB7F5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B215E-2C62-4B67-B83E-4631B2A68A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9928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7B03EC-9837-5651-37D3-E8D50E43E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38DD12-CB9D-C83A-B72C-F4F707243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B7BE3AE-F1C0-3376-C9FB-6B69EA18DA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3AB5B3-1E1E-E546-3763-8BEB2F809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52C70-6FD0-4E5D-A773-902970EF3253}" type="datetimeFigureOut">
              <a:rPr lang="pt-BR" smtClean="0"/>
              <a:t>09/03/2023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7780656-AC0E-6E69-B863-7CAD9B81A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0674F8F-07EA-245D-786F-CC4DE7E22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B215E-2C62-4B67-B83E-4631B2A68A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1179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9F6DE5-81A9-EF62-07E0-2E891249C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008B707-6ABD-242A-B278-B44AC64CF9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8CF3830-5B9C-188F-1EA4-860F8A1DB1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D2B543B-4962-00B9-A1DB-1D1614A01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52C70-6FD0-4E5D-A773-902970EF3253}" type="datetimeFigureOut">
              <a:rPr lang="pt-BR" smtClean="0"/>
              <a:t>09/03/2023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E2C3F7A-5737-C5CA-11B0-09A479068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932516D-A2CB-58F2-065C-739EE9319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B215E-2C62-4B67-B83E-4631B2A68A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9255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B18CEE-2EDC-F4F0-6132-25C039145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7FD31E2-1495-747F-37AA-81E07313AC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19DF230-6C61-FF15-D8FC-F4A66A27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52C70-6FD0-4E5D-A773-902970EF3253}" type="datetimeFigureOut">
              <a:rPr lang="pt-BR" smtClean="0"/>
              <a:t>09/03/2023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840970-AB20-9233-D33F-FBBD7E015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90DC9D2-230B-9A9E-D987-4C2A3186C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B215E-2C62-4B67-B83E-4631B2A68A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0842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3069AD6-6D42-D5FD-F361-4D2BAD7490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70D9070-43F3-4168-96F1-E443F9EB7F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EF8D7A-BABD-8CB8-4957-BB1518744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52C70-6FD0-4E5D-A773-902970EF3253}" type="datetimeFigureOut">
              <a:rPr lang="pt-BR" smtClean="0"/>
              <a:t>09/03/2023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638ED4-AE7B-36B3-E8F3-4083E2A10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3637357-82D8-936E-EF9D-E311D2721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B215E-2C62-4B67-B83E-4631B2A68A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6830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27C8158-D892-A8AD-8826-EF1CB6DC5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28A3849-52A2-70B4-E858-AA603FC07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C0C9F5-DFA7-7172-B86B-AF9BF05AF8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52C70-6FD0-4E5D-A773-902970EF3253}" type="datetimeFigureOut">
              <a:rPr lang="pt-BR" smtClean="0"/>
              <a:t>09/03/2023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6981D0D-7C8C-82A6-5392-D9E5318A2D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083FA3-8F20-0C73-6A92-D5F22E0028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0B215E-2C62-4B67-B83E-4631B2A68A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7920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esign vibrante de piso xadrez multicolor">
            <a:extLst>
              <a:ext uri="{FF2B5EF4-FFF2-40B4-BE49-F238E27FC236}">
                <a16:creationId xmlns:a16="http://schemas.microsoft.com/office/drawing/2014/main" id="{07B6A569-5872-7A3F-07DA-A2C1972CCD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4680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CCACD8E-2B35-2658-CDFD-C0716CE398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pt-BR" sz="4800" dirty="0"/>
              <a:t>Exemplos de execuções dos algoritmos de escalonamento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0EA72B1-32F2-5592-267D-164832029E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pt-BR" sz="2000"/>
              <a:t>Prof. André Leon S. Gradvohl, Dr.</a:t>
            </a:r>
          </a:p>
          <a:p>
            <a:pPr algn="l"/>
            <a:r>
              <a:rPr lang="pt-BR" sz="2000"/>
              <a:t>gradvohl@ft.unicamp.br</a:t>
            </a:r>
          </a:p>
          <a:p>
            <a:pPr algn="l"/>
            <a:endParaRPr lang="pt-BR" sz="20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1142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8BD334-BA3F-4245-A537-66178F94F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Escalonamento </a:t>
            </a:r>
            <a:r>
              <a:rPr lang="pt-BR" sz="4000" i="1" dirty="0" err="1"/>
              <a:t>First</a:t>
            </a:r>
            <a:r>
              <a:rPr lang="pt-BR" sz="4000" i="1" dirty="0"/>
              <a:t>-Come-</a:t>
            </a:r>
            <a:r>
              <a:rPr lang="pt-BR" sz="4000" i="1" dirty="0" err="1"/>
              <a:t>First</a:t>
            </a:r>
            <a:r>
              <a:rPr lang="pt-BR" sz="4000" i="1" dirty="0"/>
              <a:t>-</a:t>
            </a:r>
            <a:r>
              <a:rPr lang="pt-BR" sz="4000" i="1" dirty="0" err="1"/>
              <a:t>Served</a:t>
            </a:r>
            <a:r>
              <a:rPr lang="pt-BR" sz="4000" dirty="0"/>
              <a:t> (FCFS)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945CEDB9-1F2D-649B-50C9-F95AC81F70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152698"/>
              </p:ext>
            </p:extLst>
          </p:nvPr>
        </p:nvGraphicFramePr>
        <p:xfrm>
          <a:off x="838200" y="1825625"/>
          <a:ext cx="946404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">
                  <a:extLst>
                    <a:ext uri="{9D8B030D-6E8A-4147-A177-3AD203B41FA5}">
                      <a16:colId xmlns:a16="http://schemas.microsoft.com/office/drawing/2014/main" val="3703214735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641377115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4015003747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749211245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816332663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63197341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152070779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3220980575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265103132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809933958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418536266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60850577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998207078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4068723606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3837255216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3247826489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774248610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4486947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9638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</a:t>
                      </a:r>
                      <a:r>
                        <a:rPr lang="pt-BR" baseline="-25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6326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</a:t>
                      </a:r>
                      <a:r>
                        <a:rPr lang="pt-BR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834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</a:t>
                      </a:r>
                      <a:r>
                        <a:rPr lang="pt-BR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3759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</a:t>
                      </a:r>
                      <a:r>
                        <a:rPr lang="pt-BR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222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</a:t>
                      </a:r>
                      <a:r>
                        <a:rPr lang="pt-BR" baseline="-25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3110186"/>
                  </a:ext>
                </a:extLst>
              </a:tr>
            </a:tbl>
          </a:graphicData>
        </a:graphic>
      </p:graphicFrame>
      <p:graphicFrame>
        <p:nvGraphicFramePr>
          <p:cNvPr id="5" name="Tabela 5">
            <a:extLst>
              <a:ext uri="{FF2B5EF4-FFF2-40B4-BE49-F238E27FC236}">
                <a16:creationId xmlns:a16="http://schemas.microsoft.com/office/drawing/2014/main" id="{9D28D3F5-7B46-2ADE-CBC5-0E8286EA9F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5033022"/>
              </p:ext>
            </p:extLst>
          </p:nvPr>
        </p:nvGraphicFramePr>
        <p:xfrm>
          <a:off x="838200" y="4433537"/>
          <a:ext cx="815105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530">
                  <a:extLst>
                    <a:ext uri="{9D8B030D-6E8A-4147-A177-3AD203B41FA5}">
                      <a16:colId xmlns:a16="http://schemas.microsoft.com/office/drawing/2014/main" val="2947183383"/>
                    </a:ext>
                  </a:extLst>
                </a:gridCol>
                <a:gridCol w="5187012">
                  <a:extLst>
                    <a:ext uri="{9D8B030D-6E8A-4147-A177-3AD203B41FA5}">
                      <a16:colId xmlns:a16="http://schemas.microsoft.com/office/drawing/2014/main" val="2488353128"/>
                    </a:ext>
                  </a:extLst>
                </a:gridCol>
                <a:gridCol w="1561512">
                  <a:extLst>
                    <a:ext uri="{9D8B030D-6E8A-4147-A177-3AD203B41FA5}">
                      <a16:colId xmlns:a16="http://schemas.microsoft.com/office/drawing/2014/main" val="11826767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Processo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Tempo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Prioridade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843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</a:t>
                      </a:r>
                      <a:r>
                        <a:rPr lang="pt-BR" baseline="-25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156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</a:t>
                      </a:r>
                      <a:r>
                        <a:rPr lang="pt-BR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1133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</a:t>
                      </a:r>
                      <a:r>
                        <a:rPr lang="pt-BR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1493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</a:t>
                      </a:r>
                      <a:r>
                        <a:rPr lang="pt-BR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755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</a:t>
                      </a:r>
                      <a:r>
                        <a:rPr lang="pt-BR" baseline="-25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776705"/>
                  </a:ext>
                </a:extLst>
              </a:tr>
            </a:tbl>
          </a:graphicData>
        </a:graphic>
      </p:graphicFrame>
      <p:sp>
        <p:nvSpPr>
          <p:cNvPr id="6" name="Retângulo 5">
            <a:extLst>
              <a:ext uri="{FF2B5EF4-FFF2-40B4-BE49-F238E27FC236}">
                <a16:creationId xmlns:a16="http://schemas.microsoft.com/office/drawing/2014/main" id="{26F708BD-1711-E99D-48E6-1336474826A4}"/>
              </a:ext>
            </a:extLst>
          </p:cNvPr>
          <p:cNvSpPr/>
          <p:nvPr/>
        </p:nvSpPr>
        <p:spPr>
          <a:xfrm>
            <a:off x="2602523" y="4800468"/>
            <a:ext cx="492369" cy="35169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77A7428-28D5-2C77-1D09-64A73950D6CA}"/>
              </a:ext>
            </a:extLst>
          </p:cNvPr>
          <p:cNvSpPr/>
          <p:nvPr/>
        </p:nvSpPr>
        <p:spPr>
          <a:xfrm>
            <a:off x="3108958" y="4800467"/>
            <a:ext cx="492369" cy="35169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8334F3B-5E87-0B61-F60A-9D0CC40B8A06}"/>
              </a:ext>
            </a:extLst>
          </p:cNvPr>
          <p:cNvSpPr/>
          <p:nvPr/>
        </p:nvSpPr>
        <p:spPr>
          <a:xfrm>
            <a:off x="3615395" y="4800466"/>
            <a:ext cx="492369" cy="35169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CC5C136-4357-1947-6A1C-C16A09714668}"/>
              </a:ext>
            </a:extLst>
          </p:cNvPr>
          <p:cNvSpPr/>
          <p:nvPr/>
        </p:nvSpPr>
        <p:spPr>
          <a:xfrm>
            <a:off x="2602523" y="5183340"/>
            <a:ext cx="492369" cy="351693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91F379F-C932-5FCC-FAD0-397271C0E37E}"/>
              </a:ext>
            </a:extLst>
          </p:cNvPr>
          <p:cNvSpPr/>
          <p:nvPr/>
        </p:nvSpPr>
        <p:spPr>
          <a:xfrm>
            <a:off x="3108958" y="5183339"/>
            <a:ext cx="492369" cy="351693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BE67162-A065-FC2A-8FE6-4789B600B7D6}"/>
              </a:ext>
            </a:extLst>
          </p:cNvPr>
          <p:cNvSpPr/>
          <p:nvPr/>
        </p:nvSpPr>
        <p:spPr>
          <a:xfrm>
            <a:off x="3615395" y="5183338"/>
            <a:ext cx="492369" cy="351693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8841C4D-47AF-9FF0-6D2E-29820D273103}"/>
              </a:ext>
            </a:extLst>
          </p:cNvPr>
          <p:cNvSpPr/>
          <p:nvPr/>
        </p:nvSpPr>
        <p:spPr>
          <a:xfrm>
            <a:off x="4105418" y="5180990"/>
            <a:ext cx="492369" cy="351693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FD2EF2F-99BC-21FD-E0A4-F58708706A83}"/>
              </a:ext>
            </a:extLst>
          </p:cNvPr>
          <p:cNvSpPr/>
          <p:nvPr/>
        </p:nvSpPr>
        <p:spPr>
          <a:xfrm>
            <a:off x="4611854" y="5180990"/>
            <a:ext cx="492369" cy="351693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BB947A73-2104-457F-DA6D-D17555E2827F}"/>
              </a:ext>
            </a:extLst>
          </p:cNvPr>
          <p:cNvSpPr/>
          <p:nvPr/>
        </p:nvSpPr>
        <p:spPr>
          <a:xfrm>
            <a:off x="2614243" y="5560822"/>
            <a:ext cx="492369" cy="351693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083D082-50CF-4617-8101-7280302036EE}"/>
              </a:ext>
            </a:extLst>
          </p:cNvPr>
          <p:cNvSpPr/>
          <p:nvPr/>
        </p:nvSpPr>
        <p:spPr>
          <a:xfrm>
            <a:off x="3120678" y="5560821"/>
            <a:ext cx="492369" cy="351693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6F97A167-BA84-0638-FEAD-E04A6894D226}"/>
              </a:ext>
            </a:extLst>
          </p:cNvPr>
          <p:cNvSpPr/>
          <p:nvPr/>
        </p:nvSpPr>
        <p:spPr>
          <a:xfrm>
            <a:off x="2600178" y="5954710"/>
            <a:ext cx="492369" cy="351693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82813CC9-4513-52C2-1520-561599F97E3F}"/>
              </a:ext>
            </a:extLst>
          </p:cNvPr>
          <p:cNvSpPr/>
          <p:nvPr/>
        </p:nvSpPr>
        <p:spPr>
          <a:xfrm>
            <a:off x="3106615" y="5954709"/>
            <a:ext cx="492369" cy="351693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B16C74A7-590A-A6F9-8666-C495FDDAB5D0}"/>
              </a:ext>
            </a:extLst>
          </p:cNvPr>
          <p:cNvSpPr/>
          <p:nvPr/>
        </p:nvSpPr>
        <p:spPr>
          <a:xfrm>
            <a:off x="3596638" y="5952361"/>
            <a:ext cx="492369" cy="351693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71E24D7A-58F8-9DB4-BB2C-F3215C08400A}"/>
              </a:ext>
            </a:extLst>
          </p:cNvPr>
          <p:cNvSpPr/>
          <p:nvPr/>
        </p:nvSpPr>
        <p:spPr>
          <a:xfrm>
            <a:off x="4103074" y="5952361"/>
            <a:ext cx="492369" cy="351693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B51FAB13-F587-8DF8-516A-991E01D48D4C}"/>
              </a:ext>
            </a:extLst>
          </p:cNvPr>
          <p:cNvSpPr/>
          <p:nvPr/>
        </p:nvSpPr>
        <p:spPr>
          <a:xfrm>
            <a:off x="2600179" y="6345570"/>
            <a:ext cx="492369" cy="351693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8DC86A00-5AD6-DE0C-0030-6FE65F0B268F}"/>
              </a:ext>
            </a:extLst>
          </p:cNvPr>
          <p:cNvSpPr/>
          <p:nvPr/>
        </p:nvSpPr>
        <p:spPr>
          <a:xfrm>
            <a:off x="3106614" y="6345569"/>
            <a:ext cx="492369" cy="351693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462986D3-605D-1C38-3713-A557C527671A}"/>
              </a:ext>
            </a:extLst>
          </p:cNvPr>
          <p:cNvSpPr/>
          <p:nvPr/>
        </p:nvSpPr>
        <p:spPr>
          <a:xfrm>
            <a:off x="3613051" y="6345568"/>
            <a:ext cx="492369" cy="351693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5335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750"/>
                            </p:stCondLst>
                            <p:childTnLst>
                              <p:par>
                                <p:cTn id="24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750"/>
                            </p:stCondLst>
                            <p:childTnLst>
                              <p:par>
                                <p:cTn id="36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250"/>
                            </p:stCondLst>
                            <p:childTnLst>
                              <p:par>
                                <p:cTn id="44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22" presetClass="entr" presetSubtype="8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250"/>
                            </p:stCondLst>
                            <p:childTnLst>
                              <p:par>
                                <p:cTn id="56" presetID="22" presetClass="entr" presetSubtype="8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750"/>
                            </p:stCondLst>
                            <p:childTnLst>
                              <p:par>
                                <p:cTn id="60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000"/>
                            </p:stCondLst>
                            <p:childTnLst>
                              <p:par>
                                <p:cTn id="64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4250"/>
                            </p:stCondLst>
                            <p:childTnLst>
                              <p:par>
                                <p:cTn id="68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4500"/>
                            </p:stCondLst>
                            <p:childTnLst>
                              <p:par>
                                <p:cTn id="72" presetID="22" presetClass="entr" presetSubtype="8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0"/>
                            </p:stCondLst>
                            <p:childTnLst>
                              <p:par>
                                <p:cTn id="76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250"/>
                            </p:stCondLst>
                            <p:childTnLst>
                              <p:par>
                                <p:cTn id="80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2.96296E-6 L -0.09974 -0.37199 " pathEditMode="relative" rAng="0" ptsTypes="AA">
                                      <p:cBhvr>
                                        <p:cTn id="8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87" y="-186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2.96296E-6 L -0.09974 -0.37199 " pathEditMode="relative" rAng="0" ptsTypes="AA">
                                      <p:cBhvr>
                                        <p:cTn id="9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87" y="-186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2.96296E-6 L -0.09974 -0.37199 " pathEditMode="relative" rAng="0" ptsTypes="AA">
                                      <p:cBhvr>
                                        <p:cTn id="9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87" y="-186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1.48148E-6 L 0.03177 -0.38565 " pathEditMode="relative" rAng="0" ptsTypes="AA">
                                      <p:cBhvr>
                                        <p:cTn id="9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89" y="-192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1.48148E-6 L 0.03177 -0.38565 " pathEditMode="relative" rAng="0" ptsTypes="AA">
                                      <p:cBhvr>
                                        <p:cTn id="10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89" y="-192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56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1.48148E-6 L 0.03177 -0.38565 " pathEditMode="relative" rAng="0" ptsTypes="AA">
                                      <p:cBhvr>
                                        <p:cTn id="105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89" y="-192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750"/>
                            </p:stCondLst>
                            <p:childTnLst>
                              <p:par>
                                <p:cTn id="107" presetID="56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1.48148E-6 L 0.03177 -0.38565 " pathEditMode="relative" rAng="0" ptsTypes="AA">
                                      <p:cBhvr>
                                        <p:cTn id="108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89" y="-192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2500"/>
                            </p:stCondLst>
                            <p:childTnLst>
                              <p:par>
                                <p:cTn id="110" presetID="56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1.48148E-6 L 0.03177 -0.38565 " pathEditMode="relative" rAng="0" ptsTypes="AA">
                                      <p:cBhvr>
                                        <p:cTn id="11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89" y="-192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2.59259E-6 L 0.24531 -0.3831 " pathEditMode="relative" rAng="0" ptsTypes="AA">
                                      <p:cBhvr>
                                        <p:cTn id="1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266" y="-191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56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2.59259E-6 L 0.24531 -0.3831 " pathEditMode="relative" rAng="0" ptsTypes="AA">
                                      <p:cBhvr>
                                        <p:cTn id="118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266" y="-191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1.48148E-6 L 0.3319 -0.39398 " pathEditMode="relative" rAng="0" ptsTypes="AA">
                                      <p:cBhvr>
                                        <p:cTn id="1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589" y="-196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000"/>
                            </p:stCondLst>
                            <p:childTnLst>
                              <p:par>
                                <p:cTn id="124" presetID="56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1.48148E-6 L 0.3319 -0.39398 " pathEditMode="relative" rAng="0" ptsTypes="AA">
                                      <p:cBhvr>
                                        <p:cTn id="125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589" y="-196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750"/>
                            </p:stCondLst>
                            <p:childTnLst>
                              <p:par>
                                <p:cTn id="127" presetID="56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1.48148E-6 L 0.3319 -0.39398 " pathEditMode="relative" rAng="0" ptsTypes="AA">
                                      <p:cBhvr>
                                        <p:cTn id="128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589" y="-196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2500"/>
                            </p:stCondLst>
                            <p:childTnLst>
                              <p:par>
                                <p:cTn id="130" presetID="56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1.48148E-6 L 0.3319 -0.39398 " pathEditMode="relative" rAng="0" ptsTypes="AA">
                                      <p:cBhvr>
                                        <p:cTn id="131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589" y="-196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4.07407E-6 L 0.50391 -0.38681 " pathEditMode="relative" rAng="0" ptsTypes="AA">
                                      <p:cBhvr>
                                        <p:cTn id="13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195" y="-193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000"/>
                            </p:stCondLst>
                            <p:childTnLst>
                              <p:par>
                                <p:cTn id="137" presetID="56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4.07407E-6 L 0.50391 -0.38681 " pathEditMode="relative" rAng="0" ptsTypes="AA">
                                      <p:cBhvr>
                                        <p:cTn id="138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195" y="-193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750"/>
                            </p:stCondLst>
                            <p:childTnLst>
                              <p:par>
                                <p:cTn id="140" presetID="56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4.07407E-6 L 0.50391 -0.38681 " pathEditMode="relative" rAng="0" ptsTypes="AA">
                                      <p:cBhvr>
                                        <p:cTn id="141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195" y="-193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8BD334-BA3F-4245-A537-66178F94F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Escalonamento </a:t>
            </a:r>
            <a:r>
              <a:rPr lang="pt-BR" sz="4000" i="1" dirty="0" err="1"/>
              <a:t>Shortest</a:t>
            </a:r>
            <a:r>
              <a:rPr lang="pt-BR" sz="4000" i="1" dirty="0"/>
              <a:t> </a:t>
            </a:r>
            <a:r>
              <a:rPr lang="pt-BR" sz="4000" i="1" dirty="0" err="1"/>
              <a:t>Job</a:t>
            </a:r>
            <a:r>
              <a:rPr lang="pt-BR" sz="4000" i="1" dirty="0"/>
              <a:t> </a:t>
            </a:r>
            <a:r>
              <a:rPr lang="pt-BR" sz="4000" i="1" dirty="0" err="1"/>
              <a:t>First</a:t>
            </a:r>
            <a:r>
              <a:rPr lang="pt-BR" sz="4000" dirty="0"/>
              <a:t> (SJF)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945CEDB9-1F2D-649B-50C9-F95AC81F709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946404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">
                  <a:extLst>
                    <a:ext uri="{9D8B030D-6E8A-4147-A177-3AD203B41FA5}">
                      <a16:colId xmlns:a16="http://schemas.microsoft.com/office/drawing/2014/main" val="3703214735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641377115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4015003747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749211245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816332663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63197341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152070779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3220980575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265103132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809933958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418536266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60850577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998207078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4068723606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3837255216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3247826489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774248610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4486947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9638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</a:t>
                      </a:r>
                      <a:r>
                        <a:rPr lang="pt-BR" baseline="-25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6326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</a:t>
                      </a:r>
                      <a:r>
                        <a:rPr lang="pt-BR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834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</a:t>
                      </a:r>
                      <a:r>
                        <a:rPr lang="pt-BR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3759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</a:t>
                      </a:r>
                      <a:r>
                        <a:rPr lang="pt-BR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222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</a:t>
                      </a:r>
                      <a:r>
                        <a:rPr lang="pt-BR" baseline="-25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3110186"/>
                  </a:ext>
                </a:extLst>
              </a:tr>
            </a:tbl>
          </a:graphicData>
        </a:graphic>
      </p:graphicFrame>
      <p:graphicFrame>
        <p:nvGraphicFramePr>
          <p:cNvPr id="5" name="Tabela 5">
            <a:extLst>
              <a:ext uri="{FF2B5EF4-FFF2-40B4-BE49-F238E27FC236}">
                <a16:creationId xmlns:a16="http://schemas.microsoft.com/office/drawing/2014/main" id="{9D28D3F5-7B46-2ADE-CBC5-0E8286EA9F0B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4433537"/>
          <a:ext cx="815105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530">
                  <a:extLst>
                    <a:ext uri="{9D8B030D-6E8A-4147-A177-3AD203B41FA5}">
                      <a16:colId xmlns:a16="http://schemas.microsoft.com/office/drawing/2014/main" val="2947183383"/>
                    </a:ext>
                  </a:extLst>
                </a:gridCol>
                <a:gridCol w="5187012">
                  <a:extLst>
                    <a:ext uri="{9D8B030D-6E8A-4147-A177-3AD203B41FA5}">
                      <a16:colId xmlns:a16="http://schemas.microsoft.com/office/drawing/2014/main" val="2488353128"/>
                    </a:ext>
                  </a:extLst>
                </a:gridCol>
                <a:gridCol w="1561512">
                  <a:extLst>
                    <a:ext uri="{9D8B030D-6E8A-4147-A177-3AD203B41FA5}">
                      <a16:colId xmlns:a16="http://schemas.microsoft.com/office/drawing/2014/main" val="11826767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Processo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Tempo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Prioridade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843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</a:t>
                      </a:r>
                      <a:r>
                        <a:rPr lang="pt-BR" baseline="-25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156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</a:t>
                      </a:r>
                      <a:r>
                        <a:rPr lang="pt-BR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1133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</a:t>
                      </a:r>
                      <a:r>
                        <a:rPr lang="pt-BR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1493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</a:t>
                      </a:r>
                      <a:r>
                        <a:rPr lang="pt-BR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755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</a:t>
                      </a:r>
                      <a:r>
                        <a:rPr lang="pt-BR" baseline="-25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776705"/>
                  </a:ext>
                </a:extLst>
              </a:tr>
            </a:tbl>
          </a:graphicData>
        </a:graphic>
      </p:graphicFrame>
      <p:sp>
        <p:nvSpPr>
          <p:cNvPr id="6" name="Retângulo 5">
            <a:extLst>
              <a:ext uri="{FF2B5EF4-FFF2-40B4-BE49-F238E27FC236}">
                <a16:creationId xmlns:a16="http://schemas.microsoft.com/office/drawing/2014/main" id="{26F708BD-1711-E99D-48E6-1336474826A4}"/>
              </a:ext>
            </a:extLst>
          </p:cNvPr>
          <p:cNvSpPr/>
          <p:nvPr/>
        </p:nvSpPr>
        <p:spPr>
          <a:xfrm>
            <a:off x="2602523" y="4800468"/>
            <a:ext cx="492369" cy="35169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77A7428-28D5-2C77-1D09-64A73950D6CA}"/>
              </a:ext>
            </a:extLst>
          </p:cNvPr>
          <p:cNvSpPr/>
          <p:nvPr/>
        </p:nvSpPr>
        <p:spPr>
          <a:xfrm>
            <a:off x="3108958" y="4800467"/>
            <a:ext cx="492369" cy="35169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8334F3B-5E87-0B61-F60A-9D0CC40B8A06}"/>
              </a:ext>
            </a:extLst>
          </p:cNvPr>
          <p:cNvSpPr/>
          <p:nvPr/>
        </p:nvSpPr>
        <p:spPr>
          <a:xfrm>
            <a:off x="3615395" y="4800466"/>
            <a:ext cx="492369" cy="35169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CC5C136-4357-1947-6A1C-C16A09714668}"/>
              </a:ext>
            </a:extLst>
          </p:cNvPr>
          <p:cNvSpPr/>
          <p:nvPr/>
        </p:nvSpPr>
        <p:spPr>
          <a:xfrm>
            <a:off x="2602523" y="5183340"/>
            <a:ext cx="492369" cy="351693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91F379F-C932-5FCC-FAD0-397271C0E37E}"/>
              </a:ext>
            </a:extLst>
          </p:cNvPr>
          <p:cNvSpPr/>
          <p:nvPr/>
        </p:nvSpPr>
        <p:spPr>
          <a:xfrm>
            <a:off x="3108958" y="5183339"/>
            <a:ext cx="492369" cy="351693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BE67162-A065-FC2A-8FE6-4789B600B7D6}"/>
              </a:ext>
            </a:extLst>
          </p:cNvPr>
          <p:cNvSpPr/>
          <p:nvPr/>
        </p:nvSpPr>
        <p:spPr>
          <a:xfrm>
            <a:off x="3615395" y="5183338"/>
            <a:ext cx="492369" cy="351693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8841C4D-47AF-9FF0-6D2E-29820D273103}"/>
              </a:ext>
            </a:extLst>
          </p:cNvPr>
          <p:cNvSpPr/>
          <p:nvPr/>
        </p:nvSpPr>
        <p:spPr>
          <a:xfrm>
            <a:off x="4105418" y="5180990"/>
            <a:ext cx="492369" cy="351693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FD2EF2F-99BC-21FD-E0A4-F58708706A83}"/>
              </a:ext>
            </a:extLst>
          </p:cNvPr>
          <p:cNvSpPr/>
          <p:nvPr/>
        </p:nvSpPr>
        <p:spPr>
          <a:xfrm>
            <a:off x="4611854" y="5180990"/>
            <a:ext cx="492369" cy="351693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BB947A73-2104-457F-DA6D-D17555E2827F}"/>
              </a:ext>
            </a:extLst>
          </p:cNvPr>
          <p:cNvSpPr/>
          <p:nvPr/>
        </p:nvSpPr>
        <p:spPr>
          <a:xfrm>
            <a:off x="2614243" y="5560822"/>
            <a:ext cx="492369" cy="351693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083D082-50CF-4617-8101-7280302036EE}"/>
              </a:ext>
            </a:extLst>
          </p:cNvPr>
          <p:cNvSpPr/>
          <p:nvPr/>
        </p:nvSpPr>
        <p:spPr>
          <a:xfrm>
            <a:off x="3120678" y="5560821"/>
            <a:ext cx="492369" cy="351693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6F97A167-BA84-0638-FEAD-E04A6894D226}"/>
              </a:ext>
            </a:extLst>
          </p:cNvPr>
          <p:cNvSpPr/>
          <p:nvPr/>
        </p:nvSpPr>
        <p:spPr>
          <a:xfrm>
            <a:off x="2600178" y="5954710"/>
            <a:ext cx="492369" cy="351693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82813CC9-4513-52C2-1520-561599F97E3F}"/>
              </a:ext>
            </a:extLst>
          </p:cNvPr>
          <p:cNvSpPr/>
          <p:nvPr/>
        </p:nvSpPr>
        <p:spPr>
          <a:xfrm>
            <a:off x="3106615" y="5954709"/>
            <a:ext cx="492369" cy="351693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B16C74A7-590A-A6F9-8666-C495FDDAB5D0}"/>
              </a:ext>
            </a:extLst>
          </p:cNvPr>
          <p:cNvSpPr/>
          <p:nvPr/>
        </p:nvSpPr>
        <p:spPr>
          <a:xfrm>
            <a:off x="3596638" y="5952361"/>
            <a:ext cx="492369" cy="351693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71E24D7A-58F8-9DB4-BB2C-F3215C08400A}"/>
              </a:ext>
            </a:extLst>
          </p:cNvPr>
          <p:cNvSpPr/>
          <p:nvPr/>
        </p:nvSpPr>
        <p:spPr>
          <a:xfrm>
            <a:off x="4103074" y="5952361"/>
            <a:ext cx="492369" cy="351693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B51FAB13-F587-8DF8-516A-991E01D48D4C}"/>
              </a:ext>
            </a:extLst>
          </p:cNvPr>
          <p:cNvSpPr/>
          <p:nvPr/>
        </p:nvSpPr>
        <p:spPr>
          <a:xfrm>
            <a:off x="2600179" y="6345570"/>
            <a:ext cx="492369" cy="351693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8DC86A00-5AD6-DE0C-0030-6FE65F0B268F}"/>
              </a:ext>
            </a:extLst>
          </p:cNvPr>
          <p:cNvSpPr/>
          <p:nvPr/>
        </p:nvSpPr>
        <p:spPr>
          <a:xfrm>
            <a:off x="3106614" y="6345569"/>
            <a:ext cx="492369" cy="351693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462986D3-605D-1C38-3713-A557C527671A}"/>
              </a:ext>
            </a:extLst>
          </p:cNvPr>
          <p:cNvSpPr/>
          <p:nvPr/>
        </p:nvSpPr>
        <p:spPr>
          <a:xfrm>
            <a:off x="3613051" y="6345568"/>
            <a:ext cx="492369" cy="351693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6804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2.59259E-6 L -0.10404 -0.38703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08" y="-193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56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2.59259E-6 L -0.10404 -0.38703 " pathEditMode="relative" rAng="0" ptsTypes="AA">
                                      <p:cBhvr>
                                        <p:cTn id="9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08" y="-193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2.96296E-6 L -0.01914 -0.38912 " pathEditMode="relative" rAng="0" ptsTypes="AA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64" y="-194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6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2.96296E-6 L -0.01914 -0.38912 " pathEditMode="relative" rAng="0" ptsTypes="AA">
                                      <p:cBhvr>
                                        <p:cTn id="16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64" y="-194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56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2.96296E-6 L -0.01914 -0.38912 " pathEditMode="relative" rAng="0" ptsTypes="AA">
                                      <p:cBhvr>
                                        <p:cTn id="1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64" y="-194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4.07407E-6 L 0.11381 -0.38681 " pathEditMode="relative" rAng="0" ptsTypes="AA">
                                      <p:cBhvr>
                                        <p:cTn id="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90" y="-193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56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4.07407E-6 L 0.11381 -0.38681 " pathEditMode="relative" rAng="0" ptsTypes="AA">
                                      <p:cBhvr>
                                        <p:cTn id="26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90" y="-193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750"/>
                            </p:stCondLst>
                            <p:childTnLst>
                              <p:par>
                                <p:cTn id="28" presetID="56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4.07407E-6 L 0.11381 -0.38681 " pathEditMode="relative" rAng="0" ptsTypes="AA">
                                      <p:cBhvr>
                                        <p:cTn id="29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90" y="-193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1.48148E-6 L 0.24649 -0.39398 " pathEditMode="relative" rAng="0" ptsTypes="AA">
                                      <p:cBhvr>
                                        <p:cTn id="3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318" y="-196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56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1.48148E-6 L 0.24649 -0.39398 " pathEditMode="relative" rAng="0" ptsTypes="AA">
                                      <p:cBhvr>
                                        <p:cTn id="36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318" y="-196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750"/>
                            </p:stCondLst>
                            <p:childTnLst>
                              <p:par>
                                <p:cTn id="38" presetID="56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1.48148E-6 L 0.24649 -0.39398 " pathEditMode="relative" rAng="0" ptsTypes="AA">
                                      <p:cBhvr>
                                        <p:cTn id="39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318" y="-196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56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1.48148E-6 L 0.24649 -0.39398 " pathEditMode="relative" rAng="0" ptsTypes="AA">
                                      <p:cBhvr>
                                        <p:cTn id="42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318" y="-196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1.48148E-6 L 0.41602 -0.38958 " pathEditMode="relative" rAng="0" ptsTypes="AA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794" y="-194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56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1.48148E-6 L 0.41602 -0.38958 " pathEditMode="relative" rAng="0" ptsTypes="AA">
                                      <p:cBhvr>
                                        <p:cTn id="4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794" y="-194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750"/>
                            </p:stCondLst>
                            <p:childTnLst>
                              <p:par>
                                <p:cTn id="51" presetID="56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1.48148E-6 L 0.41602 -0.38958 " pathEditMode="relative" rAng="0" ptsTypes="AA">
                                      <p:cBhvr>
                                        <p:cTn id="5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794" y="-194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500"/>
                            </p:stCondLst>
                            <p:childTnLst>
                              <p:par>
                                <p:cTn id="54" presetID="56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1.48148E-6 L 0.41602 -0.38958 " pathEditMode="relative" rAng="0" ptsTypes="AA">
                                      <p:cBhvr>
                                        <p:cTn id="55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794" y="-194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250"/>
                            </p:stCondLst>
                            <p:childTnLst>
                              <p:par>
                                <p:cTn id="57" presetID="56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1.48148E-6 L 0.41602 -0.38958 " pathEditMode="relative" rAng="0" ptsTypes="AA">
                                      <p:cBhvr>
                                        <p:cTn id="58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794" y="-194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8BD334-BA3F-4245-A537-66178F94F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Escalonamento </a:t>
            </a:r>
            <a:r>
              <a:rPr lang="pt-BR" sz="4000" i="1" dirty="0"/>
              <a:t>Round Robin </a:t>
            </a:r>
            <a:r>
              <a:rPr lang="pt-BR" sz="4000" dirty="0"/>
              <a:t>(</a:t>
            </a:r>
            <a:r>
              <a:rPr lang="pt-BR" sz="4000" i="1" dirty="0"/>
              <a:t>quantum</a:t>
            </a:r>
            <a:r>
              <a:rPr lang="pt-BR" sz="4000" dirty="0"/>
              <a:t>=2)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945CEDB9-1F2D-649B-50C9-F95AC81F709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946404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">
                  <a:extLst>
                    <a:ext uri="{9D8B030D-6E8A-4147-A177-3AD203B41FA5}">
                      <a16:colId xmlns:a16="http://schemas.microsoft.com/office/drawing/2014/main" val="3703214735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641377115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4015003747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749211245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816332663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63197341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152070779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3220980575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265103132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809933958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418536266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60850577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998207078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4068723606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3837255216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3247826489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774248610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4486947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9638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</a:t>
                      </a:r>
                      <a:r>
                        <a:rPr lang="pt-BR" baseline="-25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6326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</a:t>
                      </a:r>
                      <a:r>
                        <a:rPr lang="pt-BR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834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</a:t>
                      </a:r>
                      <a:r>
                        <a:rPr lang="pt-BR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3759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</a:t>
                      </a:r>
                      <a:r>
                        <a:rPr lang="pt-BR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222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</a:t>
                      </a:r>
                      <a:r>
                        <a:rPr lang="pt-BR" baseline="-25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3110186"/>
                  </a:ext>
                </a:extLst>
              </a:tr>
            </a:tbl>
          </a:graphicData>
        </a:graphic>
      </p:graphicFrame>
      <p:graphicFrame>
        <p:nvGraphicFramePr>
          <p:cNvPr id="5" name="Tabela 5">
            <a:extLst>
              <a:ext uri="{FF2B5EF4-FFF2-40B4-BE49-F238E27FC236}">
                <a16:creationId xmlns:a16="http://schemas.microsoft.com/office/drawing/2014/main" id="{9D28D3F5-7B46-2ADE-CBC5-0E8286EA9F0B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4433537"/>
          <a:ext cx="815105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530">
                  <a:extLst>
                    <a:ext uri="{9D8B030D-6E8A-4147-A177-3AD203B41FA5}">
                      <a16:colId xmlns:a16="http://schemas.microsoft.com/office/drawing/2014/main" val="2947183383"/>
                    </a:ext>
                  </a:extLst>
                </a:gridCol>
                <a:gridCol w="5187012">
                  <a:extLst>
                    <a:ext uri="{9D8B030D-6E8A-4147-A177-3AD203B41FA5}">
                      <a16:colId xmlns:a16="http://schemas.microsoft.com/office/drawing/2014/main" val="2488353128"/>
                    </a:ext>
                  </a:extLst>
                </a:gridCol>
                <a:gridCol w="1561512">
                  <a:extLst>
                    <a:ext uri="{9D8B030D-6E8A-4147-A177-3AD203B41FA5}">
                      <a16:colId xmlns:a16="http://schemas.microsoft.com/office/drawing/2014/main" val="11826767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Processo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Tempo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Prioridade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843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</a:t>
                      </a:r>
                      <a:r>
                        <a:rPr lang="pt-BR" baseline="-25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156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</a:t>
                      </a:r>
                      <a:r>
                        <a:rPr lang="pt-BR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1133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</a:t>
                      </a:r>
                      <a:r>
                        <a:rPr lang="pt-BR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1493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</a:t>
                      </a:r>
                      <a:r>
                        <a:rPr lang="pt-BR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755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</a:t>
                      </a:r>
                      <a:r>
                        <a:rPr lang="pt-BR" baseline="-25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776705"/>
                  </a:ext>
                </a:extLst>
              </a:tr>
            </a:tbl>
          </a:graphicData>
        </a:graphic>
      </p:graphicFrame>
      <p:sp>
        <p:nvSpPr>
          <p:cNvPr id="6" name="Retângulo 5">
            <a:extLst>
              <a:ext uri="{FF2B5EF4-FFF2-40B4-BE49-F238E27FC236}">
                <a16:creationId xmlns:a16="http://schemas.microsoft.com/office/drawing/2014/main" id="{26F708BD-1711-E99D-48E6-1336474826A4}"/>
              </a:ext>
            </a:extLst>
          </p:cNvPr>
          <p:cNvSpPr/>
          <p:nvPr/>
        </p:nvSpPr>
        <p:spPr>
          <a:xfrm>
            <a:off x="2602523" y="4800468"/>
            <a:ext cx="492369" cy="35169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77A7428-28D5-2C77-1D09-64A73950D6CA}"/>
              </a:ext>
            </a:extLst>
          </p:cNvPr>
          <p:cNvSpPr/>
          <p:nvPr/>
        </p:nvSpPr>
        <p:spPr>
          <a:xfrm>
            <a:off x="3108958" y="4800467"/>
            <a:ext cx="492369" cy="35169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8334F3B-5E87-0B61-F60A-9D0CC40B8A06}"/>
              </a:ext>
            </a:extLst>
          </p:cNvPr>
          <p:cNvSpPr/>
          <p:nvPr/>
        </p:nvSpPr>
        <p:spPr>
          <a:xfrm>
            <a:off x="3615395" y="4800466"/>
            <a:ext cx="492369" cy="35169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CC5C136-4357-1947-6A1C-C16A09714668}"/>
              </a:ext>
            </a:extLst>
          </p:cNvPr>
          <p:cNvSpPr/>
          <p:nvPr/>
        </p:nvSpPr>
        <p:spPr>
          <a:xfrm>
            <a:off x="2602523" y="5183340"/>
            <a:ext cx="492369" cy="351693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91F379F-C932-5FCC-FAD0-397271C0E37E}"/>
              </a:ext>
            </a:extLst>
          </p:cNvPr>
          <p:cNvSpPr/>
          <p:nvPr/>
        </p:nvSpPr>
        <p:spPr>
          <a:xfrm>
            <a:off x="3108958" y="5183339"/>
            <a:ext cx="492369" cy="351693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BE67162-A065-FC2A-8FE6-4789B600B7D6}"/>
              </a:ext>
            </a:extLst>
          </p:cNvPr>
          <p:cNvSpPr/>
          <p:nvPr/>
        </p:nvSpPr>
        <p:spPr>
          <a:xfrm>
            <a:off x="3615395" y="5183338"/>
            <a:ext cx="492369" cy="351693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8841C4D-47AF-9FF0-6D2E-29820D273103}"/>
              </a:ext>
            </a:extLst>
          </p:cNvPr>
          <p:cNvSpPr/>
          <p:nvPr/>
        </p:nvSpPr>
        <p:spPr>
          <a:xfrm>
            <a:off x="4105418" y="5180990"/>
            <a:ext cx="492369" cy="351693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FD2EF2F-99BC-21FD-E0A4-F58708706A83}"/>
              </a:ext>
            </a:extLst>
          </p:cNvPr>
          <p:cNvSpPr/>
          <p:nvPr/>
        </p:nvSpPr>
        <p:spPr>
          <a:xfrm>
            <a:off x="4611854" y="5180990"/>
            <a:ext cx="492369" cy="351693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BB947A73-2104-457F-DA6D-D17555E2827F}"/>
              </a:ext>
            </a:extLst>
          </p:cNvPr>
          <p:cNvSpPr/>
          <p:nvPr/>
        </p:nvSpPr>
        <p:spPr>
          <a:xfrm>
            <a:off x="2614243" y="5560822"/>
            <a:ext cx="492369" cy="351693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083D082-50CF-4617-8101-7280302036EE}"/>
              </a:ext>
            </a:extLst>
          </p:cNvPr>
          <p:cNvSpPr/>
          <p:nvPr/>
        </p:nvSpPr>
        <p:spPr>
          <a:xfrm>
            <a:off x="3120678" y="5560821"/>
            <a:ext cx="492369" cy="351693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6F97A167-BA84-0638-FEAD-E04A6894D226}"/>
              </a:ext>
            </a:extLst>
          </p:cNvPr>
          <p:cNvSpPr/>
          <p:nvPr/>
        </p:nvSpPr>
        <p:spPr>
          <a:xfrm>
            <a:off x="2600178" y="5954710"/>
            <a:ext cx="492369" cy="351693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82813CC9-4513-52C2-1520-561599F97E3F}"/>
              </a:ext>
            </a:extLst>
          </p:cNvPr>
          <p:cNvSpPr/>
          <p:nvPr/>
        </p:nvSpPr>
        <p:spPr>
          <a:xfrm>
            <a:off x="3106615" y="5954709"/>
            <a:ext cx="492369" cy="351693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B16C74A7-590A-A6F9-8666-C495FDDAB5D0}"/>
              </a:ext>
            </a:extLst>
          </p:cNvPr>
          <p:cNvSpPr/>
          <p:nvPr/>
        </p:nvSpPr>
        <p:spPr>
          <a:xfrm>
            <a:off x="3596638" y="5952361"/>
            <a:ext cx="492369" cy="351693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71E24D7A-58F8-9DB4-BB2C-F3215C08400A}"/>
              </a:ext>
            </a:extLst>
          </p:cNvPr>
          <p:cNvSpPr/>
          <p:nvPr/>
        </p:nvSpPr>
        <p:spPr>
          <a:xfrm>
            <a:off x="4103074" y="5952361"/>
            <a:ext cx="492369" cy="351693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B51FAB13-F587-8DF8-516A-991E01D48D4C}"/>
              </a:ext>
            </a:extLst>
          </p:cNvPr>
          <p:cNvSpPr/>
          <p:nvPr/>
        </p:nvSpPr>
        <p:spPr>
          <a:xfrm>
            <a:off x="2600179" y="6345570"/>
            <a:ext cx="492369" cy="351693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8DC86A00-5AD6-DE0C-0030-6FE65F0B268F}"/>
              </a:ext>
            </a:extLst>
          </p:cNvPr>
          <p:cNvSpPr/>
          <p:nvPr/>
        </p:nvSpPr>
        <p:spPr>
          <a:xfrm>
            <a:off x="3106614" y="6345569"/>
            <a:ext cx="492369" cy="351693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462986D3-605D-1C38-3713-A557C527671A}"/>
              </a:ext>
            </a:extLst>
          </p:cNvPr>
          <p:cNvSpPr/>
          <p:nvPr/>
        </p:nvSpPr>
        <p:spPr>
          <a:xfrm>
            <a:off x="3613051" y="6345568"/>
            <a:ext cx="492369" cy="351693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04608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2.59259E-6 L -0.10404 -0.38703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08" y="-193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2.59259E-6 L -0.10404 -0.38703 " pathEditMode="relative" rAng="0" ptsTypes="AA">
                                      <p:cBhvr>
                                        <p:cTn id="1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08" y="-193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1.48148E-6 L -0.01914 -0.3706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64" y="-185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6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1.48148E-6 L -0.01914 -0.3706 " pathEditMode="relative" rAng="0" ptsTypes="AA">
                                      <p:cBhvr>
                                        <p:cTn id="1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64" y="-185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2.59259E-6 L 0.06992 -0.38703 " pathEditMode="relative" rAng="0" ptsTypes="AA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90" y="-193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56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2.59259E-6 L 0.06992 -0.38703 " pathEditMode="relative" rAng="0" ptsTypes="AA">
                                      <p:cBhvr>
                                        <p:cTn id="24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90" y="-193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1.48148E-6 L 0.16511 -0.39398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255" y="-196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56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1.48148E-6 L 0.16511 -0.39398 " pathEditMode="relative" rAng="0" ptsTypes="AA">
                                      <p:cBhvr>
                                        <p:cTn id="3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255" y="-196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4.07407E-6 L 0.24649 -0.39306 " pathEditMode="relative" rAng="0" ptsTypes="AA">
                                      <p:cBhvr>
                                        <p:cTn id="3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318" y="-196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56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4.07407E-6 L 0.24649 -0.39306 " pathEditMode="relative" rAng="0" ptsTypes="AA">
                                      <p:cBhvr>
                                        <p:cTn id="38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318" y="-196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96296E-6 L 0.24804 -0.37199 " pathEditMode="relative" rAng="0" ptsTypes="AA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396" y="-186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1.48148E-6 L 0.2914 -0.38356 " pathEditMode="relative" rAng="0" ptsTypes="AA">
                                      <p:cBhvr>
                                        <p:cTn id="4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570" y="-191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56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1.48148E-6 L 0.2914 -0.38356 " pathEditMode="relative" rAng="0" ptsTypes="AA">
                                      <p:cBhvr>
                                        <p:cTn id="49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570" y="-191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1.48148E-6 L 0.37709 -0.39352 " pathEditMode="relative" rAng="0" ptsTypes="AA">
                                      <p:cBhvr>
                                        <p:cTn id="5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854" y="-196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56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1.48148E-6 L 0.37709 -0.39352 " pathEditMode="relative" rAng="0" ptsTypes="AA">
                                      <p:cBhvr>
                                        <p:cTn id="56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854" y="-196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4.07407E-6 L 0.46341 -0.39699 " pathEditMode="relative" rAng="0" ptsTypes="AA">
                                      <p:cBhvr>
                                        <p:cTn id="6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164" y="-198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1.48148E-6 L 0.42174 -0.3831 " pathEditMode="relative" rAng="0" ptsTypes="AA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081" y="-191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8BD334-BA3F-4245-A537-66178F94F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Escalonamento com Prioridades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945CEDB9-1F2D-649B-50C9-F95AC81F709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946404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">
                  <a:extLst>
                    <a:ext uri="{9D8B030D-6E8A-4147-A177-3AD203B41FA5}">
                      <a16:colId xmlns:a16="http://schemas.microsoft.com/office/drawing/2014/main" val="3703214735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641377115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4015003747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749211245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816332663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63197341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152070779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3220980575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265103132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809933958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418536266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60850577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998207078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4068723606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3837255216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3247826489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774248610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4486947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9638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</a:t>
                      </a:r>
                      <a:r>
                        <a:rPr lang="pt-BR" baseline="-25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6326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</a:t>
                      </a:r>
                      <a:r>
                        <a:rPr lang="pt-BR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834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</a:t>
                      </a:r>
                      <a:r>
                        <a:rPr lang="pt-BR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3759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</a:t>
                      </a:r>
                      <a:r>
                        <a:rPr lang="pt-BR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222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</a:t>
                      </a:r>
                      <a:r>
                        <a:rPr lang="pt-BR" baseline="-25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3110186"/>
                  </a:ext>
                </a:extLst>
              </a:tr>
            </a:tbl>
          </a:graphicData>
        </a:graphic>
      </p:graphicFrame>
      <p:graphicFrame>
        <p:nvGraphicFramePr>
          <p:cNvPr id="5" name="Tabela 5">
            <a:extLst>
              <a:ext uri="{FF2B5EF4-FFF2-40B4-BE49-F238E27FC236}">
                <a16:creationId xmlns:a16="http://schemas.microsoft.com/office/drawing/2014/main" id="{9D28D3F5-7B46-2ADE-CBC5-0E8286EA9F0B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4433537"/>
          <a:ext cx="815105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530">
                  <a:extLst>
                    <a:ext uri="{9D8B030D-6E8A-4147-A177-3AD203B41FA5}">
                      <a16:colId xmlns:a16="http://schemas.microsoft.com/office/drawing/2014/main" val="2947183383"/>
                    </a:ext>
                  </a:extLst>
                </a:gridCol>
                <a:gridCol w="5187012">
                  <a:extLst>
                    <a:ext uri="{9D8B030D-6E8A-4147-A177-3AD203B41FA5}">
                      <a16:colId xmlns:a16="http://schemas.microsoft.com/office/drawing/2014/main" val="2488353128"/>
                    </a:ext>
                  </a:extLst>
                </a:gridCol>
                <a:gridCol w="1561512">
                  <a:extLst>
                    <a:ext uri="{9D8B030D-6E8A-4147-A177-3AD203B41FA5}">
                      <a16:colId xmlns:a16="http://schemas.microsoft.com/office/drawing/2014/main" val="11826767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Processo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Tempo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Prioridade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843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</a:t>
                      </a:r>
                      <a:r>
                        <a:rPr lang="pt-BR" baseline="-25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156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</a:t>
                      </a:r>
                      <a:r>
                        <a:rPr lang="pt-BR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1133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</a:t>
                      </a:r>
                      <a:r>
                        <a:rPr lang="pt-BR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1493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</a:t>
                      </a:r>
                      <a:r>
                        <a:rPr lang="pt-BR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755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</a:t>
                      </a:r>
                      <a:r>
                        <a:rPr lang="pt-BR" baseline="-25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776705"/>
                  </a:ext>
                </a:extLst>
              </a:tr>
            </a:tbl>
          </a:graphicData>
        </a:graphic>
      </p:graphicFrame>
      <p:sp>
        <p:nvSpPr>
          <p:cNvPr id="6" name="Retângulo 5">
            <a:extLst>
              <a:ext uri="{FF2B5EF4-FFF2-40B4-BE49-F238E27FC236}">
                <a16:creationId xmlns:a16="http://schemas.microsoft.com/office/drawing/2014/main" id="{26F708BD-1711-E99D-48E6-1336474826A4}"/>
              </a:ext>
            </a:extLst>
          </p:cNvPr>
          <p:cNvSpPr/>
          <p:nvPr/>
        </p:nvSpPr>
        <p:spPr>
          <a:xfrm>
            <a:off x="2602523" y="4800468"/>
            <a:ext cx="492369" cy="35169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77A7428-28D5-2C77-1D09-64A73950D6CA}"/>
              </a:ext>
            </a:extLst>
          </p:cNvPr>
          <p:cNvSpPr/>
          <p:nvPr/>
        </p:nvSpPr>
        <p:spPr>
          <a:xfrm>
            <a:off x="3108958" y="4800467"/>
            <a:ext cx="492369" cy="35169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8334F3B-5E87-0B61-F60A-9D0CC40B8A06}"/>
              </a:ext>
            </a:extLst>
          </p:cNvPr>
          <p:cNvSpPr/>
          <p:nvPr/>
        </p:nvSpPr>
        <p:spPr>
          <a:xfrm>
            <a:off x="3615395" y="4800466"/>
            <a:ext cx="492369" cy="35169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CC5C136-4357-1947-6A1C-C16A09714668}"/>
              </a:ext>
            </a:extLst>
          </p:cNvPr>
          <p:cNvSpPr/>
          <p:nvPr/>
        </p:nvSpPr>
        <p:spPr>
          <a:xfrm>
            <a:off x="2602523" y="5183340"/>
            <a:ext cx="492369" cy="351693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91F379F-C932-5FCC-FAD0-397271C0E37E}"/>
              </a:ext>
            </a:extLst>
          </p:cNvPr>
          <p:cNvSpPr/>
          <p:nvPr/>
        </p:nvSpPr>
        <p:spPr>
          <a:xfrm>
            <a:off x="3108958" y="5183339"/>
            <a:ext cx="492369" cy="351693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BE67162-A065-FC2A-8FE6-4789B600B7D6}"/>
              </a:ext>
            </a:extLst>
          </p:cNvPr>
          <p:cNvSpPr/>
          <p:nvPr/>
        </p:nvSpPr>
        <p:spPr>
          <a:xfrm>
            <a:off x="3615395" y="5183338"/>
            <a:ext cx="492369" cy="351693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8841C4D-47AF-9FF0-6D2E-29820D273103}"/>
              </a:ext>
            </a:extLst>
          </p:cNvPr>
          <p:cNvSpPr/>
          <p:nvPr/>
        </p:nvSpPr>
        <p:spPr>
          <a:xfrm>
            <a:off x="4105418" y="5180990"/>
            <a:ext cx="492369" cy="351693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FD2EF2F-99BC-21FD-E0A4-F58708706A83}"/>
              </a:ext>
            </a:extLst>
          </p:cNvPr>
          <p:cNvSpPr/>
          <p:nvPr/>
        </p:nvSpPr>
        <p:spPr>
          <a:xfrm>
            <a:off x="4611854" y="5180990"/>
            <a:ext cx="492369" cy="351693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BB947A73-2104-457F-DA6D-D17555E2827F}"/>
              </a:ext>
            </a:extLst>
          </p:cNvPr>
          <p:cNvSpPr/>
          <p:nvPr/>
        </p:nvSpPr>
        <p:spPr>
          <a:xfrm>
            <a:off x="2614243" y="5560822"/>
            <a:ext cx="492369" cy="351693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083D082-50CF-4617-8101-7280302036EE}"/>
              </a:ext>
            </a:extLst>
          </p:cNvPr>
          <p:cNvSpPr/>
          <p:nvPr/>
        </p:nvSpPr>
        <p:spPr>
          <a:xfrm>
            <a:off x="3120678" y="5560821"/>
            <a:ext cx="492369" cy="351693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6F97A167-BA84-0638-FEAD-E04A6894D226}"/>
              </a:ext>
            </a:extLst>
          </p:cNvPr>
          <p:cNvSpPr/>
          <p:nvPr/>
        </p:nvSpPr>
        <p:spPr>
          <a:xfrm>
            <a:off x="2600178" y="5954710"/>
            <a:ext cx="492369" cy="351693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82813CC9-4513-52C2-1520-561599F97E3F}"/>
              </a:ext>
            </a:extLst>
          </p:cNvPr>
          <p:cNvSpPr/>
          <p:nvPr/>
        </p:nvSpPr>
        <p:spPr>
          <a:xfrm>
            <a:off x="3106615" y="5954709"/>
            <a:ext cx="492369" cy="351693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B16C74A7-590A-A6F9-8666-C495FDDAB5D0}"/>
              </a:ext>
            </a:extLst>
          </p:cNvPr>
          <p:cNvSpPr/>
          <p:nvPr/>
        </p:nvSpPr>
        <p:spPr>
          <a:xfrm>
            <a:off x="3596638" y="5952361"/>
            <a:ext cx="492369" cy="351693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71E24D7A-58F8-9DB4-BB2C-F3215C08400A}"/>
              </a:ext>
            </a:extLst>
          </p:cNvPr>
          <p:cNvSpPr/>
          <p:nvPr/>
        </p:nvSpPr>
        <p:spPr>
          <a:xfrm>
            <a:off x="4103074" y="5952361"/>
            <a:ext cx="492369" cy="351693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B51FAB13-F587-8DF8-516A-991E01D48D4C}"/>
              </a:ext>
            </a:extLst>
          </p:cNvPr>
          <p:cNvSpPr/>
          <p:nvPr/>
        </p:nvSpPr>
        <p:spPr>
          <a:xfrm>
            <a:off x="2600179" y="6345570"/>
            <a:ext cx="492369" cy="351693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8DC86A00-5AD6-DE0C-0030-6FE65F0B268F}"/>
              </a:ext>
            </a:extLst>
          </p:cNvPr>
          <p:cNvSpPr/>
          <p:nvPr/>
        </p:nvSpPr>
        <p:spPr>
          <a:xfrm>
            <a:off x="3106614" y="6345569"/>
            <a:ext cx="492369" cy="351693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462986D3-605D-1C38-3713-A557C527671A}"/>
              </a:ext>
            </a:extLst>
          </p:cNvPr>
          <p:cNvSpPr/>
          <p:nvPr/>
        </p:nvSpPr>
        <p:spPr>
          <a:xfrm>
            <a:off x="3613051" y="6345568"/>
            <a:ext cx="492369" cy="351693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5672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1.48148E-6 L -0.10299 -0.38773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156" y="-193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1.48148E-6 L -0.10299 -0.38773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156" y="-193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1.48148E-6 L -0.10222 -0.38773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117" y="-193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2.96296E-6 L 0.0306 -0.38703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23" y="-193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2.96296E-6 L 0.0306 -0.38703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23" y="-193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2.59259E-6 L 0.11263 -0.38495 " pathEditMode="relative" rAng="0" ptsTypes="AA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25" y="-192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1.48148E-6 L 0.0319 -0.38102 " pathEditMode="relative" rAng="0" ptsTypes="AA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89" y="-190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1.48148E-6 L 0.0319 -0.37894 " pathEditMode="relative" rAng="0" ptsTypes="AA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89" y="-189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96296E-6 L 0.16497 -0.38703 " pathEditMode="relative" rAng="0" ptsTypes="AA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242" y="-193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1.48148E-6 L 0.28581 -0.39398 " pathEditMode="relative" rAng="0" ptsTypes="AA">
                                      <p:cBhvr>
                                        <p:cTn id="4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284" y="-196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2.59259E-6 L 0.29154 -0.38495 " pathEditMode="relative" rAng="0" ptsTypes="AA">
                                      <p:cBhvr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570" y="-192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48148E-6 L 0.33424 -0.39398 " pathEditMode="relative" rAng="0" ptsTypes="AA">
                                      <p:cBhvr>
                                        <p:cTn id="5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706" y="-196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1.48148E-6 L 0.33555 -0.39352 " pathEditMode="relative" rAng="0" ptsTypes="AA">
                                      <p:cBhvr>
                                        <p:cTn id="5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771" y="-196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4.07407E-6 L 0.46237 -0.38264 " pathEditMode="relative" rAng="0" ptsTypes="AA">
                                      <p:cBhvr>
                                        <p:cTn id="5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112" y="-191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1.48148E-6 L 0.3806 -0.39352 " pathEditMode="relative" rAng="0" ptsTypes="AA">
                                      <p:cBhvr>
                                        <p:cTn id="6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23" y="-196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4.07407E-6 L 0.50495 -0.38681 " pathEditMode="relative" rAng="0" ptsTypes="AA">
                                      <p:cBhvr>
                                        <p:cTn id="6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247" y="-193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4.07407E-6 L 0.50494 -0.38889 " pathEditMode="relative" rAng="0" ptsTypes="AA">
                                      <p:cBhvr>
                                        <p:cTn id="7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247" y="-19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207</Words>
  <Application>Microsoft Office PowerPoint</Application>
  <PresentationFormat>Widescreen</PresentationFormat>
  <Paragraphs>167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do Office</vt:lpstr>
      <vt:lpstr>Exemplos de execuções dos algoritmos de escalonamento</vt:lpstr>
      <vt:lpstr>Escalonamento First-Come-First-Served (FCFS)</vt:lpstr>
      <vt:lpstr>Escalonamento Shortest Job First (SJF)</vt:lpstr>
      <vt:lpstr>Escalonamento Round Robin (quantum=2)</vt:lpstr>
      <vt:lpstr>Escalonamento com Prioridades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Andre Leon Gradvohl</dc:creator>
  <cp:lastModifiedBy>Andre Leon Gradvohl</cp:lastModifiedBy>
  <cp:revision>1</cp:revision>
  <dcterms:created xsi:type="dcterms:W3CDTF">2023-02-28T23:19:47Z</dcterms:created>
  <dcterms:modified xsi:type="dcterms:W3CDTF">2023-03-09T19:37:20Z</dcterms:modified>
</cp:coreProperties>
</file>