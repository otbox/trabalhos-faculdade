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07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E3611-38D1-409E-B28C-2348F9FE6272}" v="1" dt="2024-10-23T21:25:57.645"/>
    <p1510:client id="{B67953B7-58BB-40BC-A724-058B206CE71E}" v="350" dt="2024-10-23T18:27:32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eon Gradvohl" userId="06cc6c77ff9aaaf9" providerId="LiveId" clId="{3E0E3611-38D1-409E-B28C-2348F9FE6272}"/>
    <pc:docChg chg="modSld">
      <pc:chgData name="Andre Leon Gradvohl" userId="06cc6c77ff9aaaf9" providerId="LiveId" clId="{3E0E3611-38D1-409E-B28C-2348F9FE6272}" dt="2024-10-23T23:58:33.956" v="17" actId="20577"/>
      <pc:docMkLst>
        <pc:docMk/>
      </pc:docMkLst>
      <pc:sldChg chg="modSp mod">
        <pc:chgData name="Andre Leon Gradvohl" userId="06cc6c77ff9aaaf9" providerId="LiveId" clId="{3E0E3611-38D1-409E-B28C-2348F9FE6272}" dt="2024-10-23T23:58:33.956" v="17" actId="20577"/>
        <pc:sldMkLst>
          <pc:docMk/>
          <pc:sldMk cId="3685688642" sldId="258"/>
        </pc:sldMkLst>
        <pc:spChg chg="mod">
          <ac:chgData name="Andre Leon Gradvohl" userId="06cc6c77ff9aaaf9" providerId="LiveId" clId="{3E0E3611-38D1-409E-B28C-2348F9FE6272}" dt="2024-10-23T23:58:33.956" v="17" actId="20577"/>
          <ac:spMkLst>
            <pc:docMk/>
            <pc:sldMk cId="3685688642" sldId="258"/>
            <ac:spMk id="8" creationId="{8A0ED987-F0DE-A42E-3607-83B3C33544BE}"/>
          </ac:spMkLst>
        </pc:spChg>
      </pc:sldChg>
      <pc:sldChg chg="modSp mod">
        <pc:chgData name="Andre Leon Gradvohl" userId="06cc6c77ff9aaaf9" providerId="LiveId" clId="{3E0E3611-38D1-409E-B28C-2348F9FE6272}" dt="2024-10-23T23:58:21.127" v="13" actId="1076"/>
        <pc:sldMkLst>
          <pc:docMk/>
          <pc:sldMk cId="751807716" sldId="259"/>
        </pc:sldMkLst>
        <pc:spChg chg="mod">
          <ac:chgData name="Andre Leon Gradvohl" userId="06cc6c77ff9aaaf9" providerId="LiveId" clId="{3E0E3611-38D1-409E-B28C-2348F9FE6272}" dt="2024-10-23T23:58:21.127" v="13" actId="1076"/>
          <ac:spMkLst>
            <pc:docMk/>
            <pc:sldMk cId="751807716" sldId="259"/>
            <ac:spMk id="8" creationId="{1BABB012-F9DE-1981-8E5B-3D87FFE753A9}"/>
          </ac:spMkLst>
        </pc:spChg>
      </pc:sldChg>
    </pc:docChg>
  </pc:docChgLst>
  <pc:docChgLst>
    <pc:chgData name="Andre Leon Gradvohl" userId="06cc6c77ff9aaaf9" providerId="LiveId" clId="{B67953B7-58BB-40BC-A724-058B206CE71E}"/>
    <pc:docChg chg="undo custSel addSld delSld modSld">
      <pc:chgData name="Andre Leon Gradvohl" userId="06cc6c77ff9aaaf9" providerId="LiveId" clId="{B67953B7-58BB-40BC-A724-058B206CE71E}" dt="2024-10-23T18:27:35.416" v="1065" actId="14100"/>
      <pc:docMkLst>
        <pc:docMk/>
      </pc:docMkLst>
      <pc:sldChg chg="addSp modSp mod setBg addAnim modAnim">
        <pc:chgData name="Andre Leon Gradvohl" userId="06cc6c77ff9aaaf9" providerId="LiveId" clId="{B67953B7-58BB-40BC-A724-058B206CE71E}" dt="2024-10-23T18:22:46.290" v="1050"/>
        <pc:sldMkLst>
          <pc:docMk/>
          <pc:sldMk cId="1113681875" sldId="256"/>
        </pc:sldMkLst>
        <pc:spChg chg="mod">
          <ac:chgData name="Andre Leon Gradvohl" userId="06cc6c77ff9aaaf9" providerId="LiveId" clId="{B67953B7-58BB-40BC-A724-058B206CE71E}" dt="2024-10-23T18:21:27.657" v="1036" actId="26606"/>
          <ac:spMkLst>
            <pc:docMk/>
            <pc:sldMk cId="1113681875" sldId="256"/>
            <ac:spMk id="2" creationId="{4A0F0CBF-5A3B-20BD-1E57-5C70AF828488}"/>
          </ac:spMkLst>
        </pc:spChg>
        <pc:spChg chg="mod">
          <ac:chgData name="Andre Leon Gradvohl" userId="06cc6c77ff9aaaf9" providerId="LiveId" clId="{B67953B7-58BB-40BC-A724-058B206CE71E}" dt="2024-10-23T18:21:38.587" v="1040" actId="962"/>
          <ac:spMkLst>
            <pc:docMk/>
            <pc:sldMk cId="1113681875" sldId="256"/>
            <ac:spMk id="3" creationId="{55783525-CC78-C6EF-048F-B41881529E38}"/>
          </ac:spMkLst>
        </pc:spChg>
        <pc:spChg chg="add">
          <ac:chgData name="Andre Leon Gradvohl" userId="06cc6c77ff9aaaf9" providerId="LiveId" clId="{B67953B7-58BB-40BC-A724-058B206CE71E}" dt="2024-10-23T18:21:27.657" v="1036" actId="26606"/>
          <ac:spMkLst>
            <pc:docMk/>
            <pc:sldMk cId="1113681875" sldId="256"/>
            <ac:spMk id="9" creationId="{9B7AD9F6-8CE7-4299-8FC6-328F4DCD3FF9}"/>
          </ac:spMkLst>
        </pc:spChg>
        <pc:spChg chg="add">
          <ac:chgData name="Andre Leon Gradvohl" userId="06cc6c77ff9aaaf9" providerId="LiveId" clId="{B67953B7-58BB-40BC-A724-058B206CE71E}" dt="2024-10-23T18:21:27.657" v="1036" actId="26606"/>
          <ac:spMkLst>
            <pc:docMk/>
            <pc:sldMk cId="1113681875" sldId="256"/>
            <ac:spMk id="11" creationId="{F49775AF-8896-43EE-92C6-83497D6DC56F}"/>
          </ac:spMkLst>
        </pc:spChg>
        <pc:picChg chg="add mod">
          <ac:chgData name="Andre Leon Gradvohl" userId="06cc6c77ff9aaaf9" providerId="LiveId" clId="{B67953B7-58BB-40BC-A724-058B206CE71E}" dt="2024-10-23T18:21:38.587" v="1039" actId="27614"/>
          <ac:picMkLst>
            <pc:docMk/>
            <pc:sldMk cId="1113681875" sldId="256"/>
            <ac:picMk id="5" creationId="{14402B55-346D-A7AE-A0FD-5A7205BFD72C}"/>
          </ac:picMkLst>
        </pc:picChg>
      </pc:sldChg>
      <pc:sldChg chg="addSp delSp modSp mod delAnim modAnim">
        <pc:chgData name="Andre Leon Gradvohl" userId="06cc6c77ff9aaaf9" providerId="LiveId" clId="{B67953B7-58BB-40BC-A724-058B206CE71E}" dt="2024-10-23T18:27:21.500" v="1058" actId="14100"/>
        <pc:sldMkLst>
          <pc:docMk/>
          <pc:sldMk cId="1974071361" sldId="257"/>
        </pc:sldMkLst>
        <pc:spChg chg="add mod">
          <ac:chgData name="Andre Leon Gradvohl" userId="06cc6c77ff9aaaf9" providerId="LiveId" clId="{B67953B7-58BB-40BC-A724-058B206CE71E}" dt="2024-10-23T13:40:30.018" v="318" actId="1036"/>
          <ac:spMkLst>
            <pc:docMk/>
            <pc:sldMk cId="1974071361" sldId="257"/>
            <ac:spMk id="3" creationId="{A75DFB99-F533-FB2D-8FF4-5C0D1C379FF4}"/>
          </ac:spMkLst>
        </pc:spChg>
        <pc:spChg chg="add mod">
          <ac:chgData name="Andre Leon Gradvohl" userId="06cc6c77ff9aaaf9" providerId="LiveId" clId="{B67953B7-58BB-40BC-A724-058B206CE71E}" dt="2024-10-23T16:26:39.297" v="571" actId="20577"/>
          <ac:spMkLst>
            <pc:docMk/>
            <pc:sldMk cId="1974071361" sldId="257"/>
            <ac:spMk id="6" creationId="{8891590D-CA91-2E25-4745-11232A66612D}"/>
          </ac:spMkLst>
        </pc:spChg>
        <pc:spChg chg="add mod">
          <ac:chgData name="Andre Leon Gradvohl" userId="06cc6c77ff9aaaf9" providerId="LiveId" clId="{B67953B7-58BB-40BC-A724-058B206CE71E}" dt="2024-10-23T13:40:43.167" v="320" actId="1076"/>
          <ac:spMkLst>
            <pc:docMk/>
            <pc:sldMk cId="1974071361" sldId="257"/>
            <ac:spMk id="9" creationId="{51863D68-CABD-BE4B-1E4B-B8F10E72C292}"/>
          </ac:spMkLst>
        </pc:spChg>
        <pc:spChg chg="add mod">
          <ac:chgData name="Andre Leon Gradvohl" userId="06cc6c77ff9aaaf9" providerId="LiveId" clId="{B67953B7-58BB-40BC-A724-058B206CE71E}" dt="2024-10-23T13:40:48.895" v="322" actId="1076"/>
          <ac:spMkLst>
            <pc:docMk/>
            <pc:sldMk cId="1974071361" sldId="257"/>
            <ac:spMk id="12" creationId="{8DD8319C-BD30-0BF9-393D-A6294510CEBD}"/>
          </ac:spMkLst>
        </pc:spChg>
        <pc:spChg chg="add mod">
          <ac:chgData name="Andre Leon Gradvohl" userId="06cc6c77ff9aaaf9" providerId="LiveId" clId="{B67953B7-58BB-40BC-A724-058B206CE71E}" dt="2024-10-23T13:40:56.777" v="324" actId="1076"/>
          <ac:spMkLst>
            <pc:docMk/>
            <pc:sldMk cId="1974071361" sldId="257"/>
            <ac:spMk id="13" creationId="{3F525A7C-2353-9C6A-3938-B69FBC672801}"/>
          </ac:spMkLst>
        </pc:spChg>
        <pc:spChg chg="add mod">
          <ac:chgData name="Andre Leon Gradvohl" userId="06cc6c77ff9aaaf9" providerId="LiveId" clId="{B67953B7-58BB-40BC-A724-058B206CE71E}" dt="2024-10-23T13:42:40.491" v="329" actId="1076"/>
          <ac:spMkLst>
            <pc:docMk/>
            <pc:sldMk cId="1974071361" sldId="257"/>
            <ac:spMk id="15" creationId="{FAE31A0A-2B63-CC36-495F-981F9E98675E}"/>
          </ac:spMkLst>
        </pc:spChg>
        <pc:spChg chg="add mod">
          <ac:chgData name="Andre Leon Gradvohl" userId="06cc6c77ff9aaaf9" providerId="LiveId" clId="{B67953B7-58BB-40BC-A724-058B206CE71E}" dt="2024-10-23T13:42:40.491" v="329" actId="1076"/>
          <ac:spMkLst>
            <pc:docMk/>
            <pc:sldMk cId="1974071361" sldId="257"/>
            <ac:spMk id="17" creationId="{43738DFC-8ACD-C281-3874-EEAC4CF6F8BE}"/>
          </ac:spMkLst>
        </pc:spChg>
        <pc:spChg chg="add mod">
          <ac:chgData name="Andre Leon Gradvohl" userId="06cc6c77ff9aaaf9" providerId="LiveId" clId="{B67953B7-58BB-40BC-A724-058B206CE71E}" dt="2024-10-23T13:42:40.491" v="329" actId="1076"/>
          <ac:spMkLst>
            <pc:docMk/>
            <pc:sldMk cId="1974071361" sldId="257"/>
            <ac:spMk id="18" creationId="{E015F867-0718-3E7A-5232-677AA5E5506F}"/>
          </ac:spMkLst>
        </pc:spChg>
        <pc:spChg chg="add mod">
          <ac:chgData name="Andre Leon Gradvohl" userId="06cc6c77ff9aaaf9" providerId="LiveId" clId="{B67953B7-58BB-40BC-A724-058B206CE71E}" dt="2024-10-23T13:42:40.491" v="329" actId="1076"/>
          <ac:spMkLst>
            <pc:docMk/>
            <pc:sldMk cId="1974071361" sldId="257"/>
            <ac:spMk id="20" creationId="{F6594ABD-2D6E-77B0-3799-FA56661529E7}"/>
          </ac:spMkLst>
        </pc:spChg>
        <pc:spChg chg="add mod">
          <ac:chgData name="Andre Leon Gradvohl" userId="06cc6c77ff9aaaf9" providerId="LiveId" clId="{B67953B7-58BB-40BC-A724-058B206CE71E}" dt="2024-10-23T13:43:37.470" v="333" actId="1076"/>
          <ac:spMkLst>
            <pc:docMk/>
            <pc:sldMk cId="1974071361" sldId="257"/>
            <ac:spMk id="21" creationId="{AECA0121-7A6F-FF96-974C-5916EE6D5EA3}"/>
          </ac:spMkLst>
        </pc:spChg>
        <pc:spChg chg="add mod">
          <ac:chgData name="Andre Leon Gradvohl" userId="06cc6c77ff9aaaf9" providerId="LiveId" clId="{B67953B7-58BB-40BC-A724-058B206CE71E}" dt="2024-10-23T13:44:51.695" v="336" actId="1076"/>
          <ac:spMkLst>
            <pc:docMk/>
            <pc:sldMk cId="1974071361" sldId="257"/>
            <ac:spMk id="22" creationId="{F75A5DC7-8EA4-5DDA-A104-21FF36F7D9B9}"/>
          </ac:spMkLst>
        </pc:spChg>
        <pc:spChg chg="add del mod">
          <ac:chgData name="Andre Leon Gradvohl" userId="06cc6c77ff9aaaf9" providerId="LiveId" clId="{B67953B7-58BB-40BC-A724-058B206CE71E}" dt="2024-10-23T13:45:32.161" v="339" actId="478"/>
          <ac:spMkLst>
            <pc:docMk/>
            <pc:sldMk cId="1974071361" sldId="257"/>
            <ac:spMk id="24" creationId="{03F7C82E-2B2B-61E5-FCCD-06078257BA7A}"/>
          </ac:spMkLst>
        </pc:spChg>
        <pc:spChg chg="add del mod">
          <ac:chgData name="Andre Leon Gradvohl" userId="06cc6c77ff9aaaf9" providerId="LiveId" clId="{B67953B7-58BB-40BC-A724-058B206CE71E}" dt="2024-10-23T13:45:32.161" v="339" actId="478"/>
          <ac:spMkLst>
            <pc:docMk/>
            <pc:sldMk cId="1974071361" sldId="257"/>
            <ac:spMk id="26" creationId="{DE33EFD5-EB12-4DFF-1C2C-407EA191EEF4}"/>
          </ac:spMkLst>
        </pc:spChg>
        <pc:spChg chg="add del mod">
          <ac:chgData name="Andre Leon Gradvohl" userId="06cc6c77ff9aaaf9" providerId="LiveId" clId="{B67953B7-58BB-40BC-A724-058B206CE71E}" dt="2024-10-23T13:45:32.161" v="339" actId="478"/>
          <ac:spMkLst>
            <pc:docMk/>
            <pc:sldMk cId="1974071361" sldId="257"/>
            <ac:spMk id="27" creationId="{E97EA080-8054-5096-66BF-D4369FF20D8C}"/>
          </ac:spMkLst>
        </pc:spChg>
        <pc:spChg chg="add del mod">
          <ac:chgData name="Andre Leon Gradvohl" userId="06cc6c77ff9aaaf9" providerId="LiveId" clId="{B67953B7-58BB-40BC-A724-058B206CE71E}" dt="2024-10-23T13:45:32.161" v="339" actId="478"/>
          <ac:spMkLst>
            <pc:docMk/>
            <pc:sldMk cId="1974071361" sldId="257"/>
            <ac:spMk id="29" creationId="{236C9444-8EA1-B64B-24C4-12F25C6CF9EF}"/>
          </ac:spMkLst>
        </pc:spChg>
        <pc:spChg chg="add del mod">
          <ac:chgData name="Andre Leon Gradvohl" userId="06cc6c77ff9aaaf9" providerId="LiveId" clId="{B67953B7-58BB-40BC-A724-058B206CE71E}" dt="2024-10-23T13:45:32.161" v="339" actId="478"/>
          <ac:spMkLst>
            <pc:docMk/>
            <pc:sldMk cId="1974071361" sldId="257"/>
            <ac:spMk id="32" creationId="{B45742AE-DDEC-8B9F-F38B-70D86B6601D5}"/>
          </ac:spMkLst>
        </pc:spChg>
        <pc:spChg chg="add mod">
          <ac:chgData name="Andre Leon Gradvohl" userId="06cc6c77ff9aaaf9" providerId="LiveId" clId="{B67953B7-58BB-40BC-A724-058B206CE71E}" dt="2024-10-23T13:45:58.164" v="341" actId="1076"/>
          <ac:spMkLst>
            <pc:docMk/>
            <pc:sldMk cId="1974071361" sldId="257"/>
            <ac:spMk id="34" creationId="{DB50C508-4701-5737-AF0A-0EFE6BB776FC}"/>
          </ac:spMkLst>
        </pc:spChg>
        <pc:spChg chg="add mod">
          <ac:chgData name="Andre Leon Gradvohl" userId="06cc6c77ff9aaaf9" providerId="LiveId" clId="{B67953B7-58BB-40BC-A724-058B206CE71E}" dt="2024-10-23T13:45:58.164" v="341" actId="1076"/>
          <ac:spMkLst>
            <pc:docMk/>
            <pc:sldMk cId="1974071361" sldId="257"/>
            <ac:spMk id="36" creationId="{217D12F0-E836-6ECF-1CC4-019C1CC15D5C}"/>
          </ac:spMkLst>
        </pc:spChg>
        <pc:spChg chg="add mod">
          <ac:chgData name="Andre Leon Gradvohl" userId="06cc6c77ff9aaaf9" providerId="LiveId" clId="{B67953B7-58BB-40BC-A724-058B206CE71E}" dt="2024-10-23T13:45:58.164" v="341" actId="1076"/>
          <ac:spMkLst>
            <pc:docMk/>
            <pc:sldMk cId="1974071361" sldId="257"/>
            <ac:spMk id="38" creationId="{B3E6AAF3-1302-AF37-E533-F72A7FB8E577}"/>
          </ac:spMkLst>
        </pc:spChg>
        <pc:spChg chg="add mod">
          <ac:chgData name="Andre Leon Gradvohl" userId="06cc6c77ff9aaaf9" providerId="LiveId" clId="{B67953B7-58BB-40BC-A724-058B206CE71E}" dt="2024-10-23T13:45:58.164" v="341" actId="1076"/>
          <ac:spMkLst>
            <pc:docMk/>
            <pc:sldMk cId="1974071361" sldId="257"/>
            <ac:spMk id="40" creationId="{B63026BD-718A-AE69-6F21-7D181CAD266B}"/>
          </ac:spMkLst>
        </pc:spChg>
        <pc:spChg chg="add mod">
          <ac:chgData name="Andre Leon Gradvohl" userId="06cc6c77ff9aaaf9" providerId="LiveId" clId="{B67953B7-58BB-40BC-A724-058B206CE71E}" dt="2024-10-23T13:45:58.164" v="341" actId="1076"/>
          <ac:spMkLst>
            <pc:docMk/>
            <pc:sldMk cId="1974071361" sldId="257"/>
            <ac:spMk id="42" creationId="{2F9BEBCC-843F-A15C-4011-26630298C3F8}"/>
          </ac:spMkLst>
        </pc:spChg>
        <pc:spChg chg="add mod">
          <ac:chgData name="Andre Leon Gradvohl" userId="06cc6c77ff9aaaf9" providerId="LiveId" clId="{B67953B7-58BB-40BC-A724-058B206CE71E}" dt="2024-10-23T13:47:27.518" v="346" actId="1076"/>
          <ac:spMkLst>
            <pc:docMk/>
            <pc:sldMk cId="1974071361" sldId="257"/>
            <ac:spMk id="46" creationId="{FDBC3377-9FDD-E31D-2F8A-53F212E87FBF}"/>
          </ac:spMkLst>
        </pc:spChg>
        <pc:spChg chg="add mod">
          <ac:chgData name="Andre Leon Gradvohl" userId="06cc6c77ff9aaaf9" providerId="LiveId" clId="{B67953B7-58BB-40BC-A724-058B206CE71E}" dt="2024-10-23T13:47:27.518" v="346" actId="1076"/>
          <ac:spMkLst>
            <pc:docMk/>
            <pc:sldMk cId="1974071361" sldId="257"/>
            <ac:spMk id="48" creationId="{415C1390-A2D9-74ED-E947-C8D9AFE43DD5}"/>
          </ac:spMkLst>
        </pc:spChg>
        <pc:spChg chg="add mod">
          <ac:chgData name="Andre Leon Gradvohl" userId="06cc6c77ff9aaaf9" providerId="LiveId" clId="{B67953B7-58BB-40BC-A724-058B206CE71E}" dt="2024-10-23T13:47:27.518" v="346" actId="1076"/>
          <ac:spMkLst>
            <pc:docMk/>
            <pc:sldMk cId="1974071361" sldId="257"/>
            <ac:spMk id="50" creationId="{D6A901BE-135A-F138-0F81-3F58D4E27AB4}"/>
          </ac:spMkLst>
        </pc:spChg>
        <pc:spChg chg="add mod">
          <ac:chgData name="Andre Leon Gradvohl" userId="06cc6c77ff9aaaf9" providerId="LiveId" clId="{B67953B7-58BB-40BC-A724-058B206CE71E}" dt="2024-10-23T13:47:27.518" v="346" actId="1076"/>
          <ac:spMkLst>
            <pc:docMk/>
            <pc:sldMk cId="1974071361" sldId="257"/>
            <ac:spMk id="52" creationId="{CED73DCA-51A8-41D4-3800-F0FF27E4EC72}"/>
          </ac:spMkLst>
        </pc:spChg>
        <pc:spChg chg="add mod">
          <ac:chgData name="Andre Leon Gradvohl" userId="06cc6c77ff9aaaf9" providerId="LiveId" clId="{B67953B7-58BB-40BC-A724-058B206CE71E}" dt="2024-10-23T13:47:27.518" v="346" actId="1076"/>
          <ac:spMkLst>
            <pc:docMk/>
            <pc:sldMk cId="1974071361" sldId="257"/>
            <ac:spMk id="54" creationId="{D308982B-4061-C6EA-2740-B9544F98C27D}"/>
          </ac:spMkLst>
        </pc:spChg>
        <pc:spChg chg="add mod">
          <ac:chgData name="Andre Leon Gradvohl" userId="06cc6c77ff9aaaf9" providerId="LiveId" clId="{B67953B7-58BB-40BC-A724-058B206CE71E}" dt="2024-10-23T13:49:10.941" v="352" actId="1076"/>
          <ac:spMkLst>
            <pc:docMk/>
            <pc:sldMk cId="1974071361" sldId="257"/>
            <ac:spMk id="56" creationId="{9C627EA3-1803-D14C-8933-EA8176556742}"/>
          </ac:spMkLst>
        </pc:spChg>
        <pc:spChg chg="add mod">
          <ac:chgData name="Andre Leon Gradvohl" userId="06cc6c77ff9aaaf9" providerId="LiveId" clId="{B67953B7-58BB-40BC-A724-058B206CE71E}" dt="2024-10-23T18:27:21.500" v="1058" actId="14100"/>
          <ac:spMkLst>
            <pc:docMk/>
            <pc:sldMk cId="1974071361" sldId="257"/>
            <ac:spMk id="58" creationId="{25CAA0B6-A927-7E79-483D-909AB50B240F}"/>
          </ac:spMkLst>
        </pc:spChg>
        <pc:spChg chg="add mod">
          <ac:chgData name="Andre Leon Gradvohl" userId="06cc6c77ff9aaaf9" providerId="LiveId" clId="{B67953B7-58BB-40BC-A724-058B206CE71E}" dt="2024-10-23T13:49:18.954" v="353" actId="1076"/>
          <ac:spMkLst>
            <pc:docMk/>
            <pc:sldMk cId="1974071361" sldId="257"/>
            <ac:spMk id="59" creationId="{1FD3EB84-B2AD-5DE1-7903-4A6753BAEB71}"/>
          </ac:spMkLst>
        </pc:spChg>
        <pc:spChg chg="add mod">
          <ac:chgData name="Andre Leon Gradvohl" userId="06cc6c77ff9aaaf9" providerId="LiveId" clId="{B67953B7-58BB-40BC-A724-058B206CE71E}" dt="2024-10-23T13:50:54.378" v="365" actId="1076"/>
          <ac:spMkLst>
            <pc:docMk/>
            <pc:sldMk cId="1974071361" sldId="257"/>
            <ac:spMk id="68" creationId="{DDB457D8-91B4-F7AE-5E09-C867AC45786F}"/>
          </ac:spMkLst>
        </pc:spChg>
        <pc:spChg chg="add mod">
          <ac:chgData name="Andre Leon Gradvohl" userId="06cc6c77ff9aaaf9" providerId="LiveId" clId="{B67953B7-58BB-40BC-A724-058B206CE71E}" dt="2024-10-23T13:49:55.445" v="363" actId="1076"/>
          <ac:spMkLst>
            <pc:docMk/>
            <pc:sldMk cId="1974071361" sldId="257"/>
            <ac:spMk id="69" creationId="{02776B66-C67B-6FE7-D3C7-3F2103BA6318}"/>
          </ac:spMkLst>
        </pc:spChg>
        <pc:spChg chg="add mod">
          <ac:chgData name="Andre Leon Gradvohl" userId="06cc6c77ff9aaaf9" providerId="LiveId" clId="{B67953B7-58BB-40BC-A724-058B206CE71E}" dt="2024-10-23T13:48:54.269" v="351" actId="1076"/>
          <ac:spMkLst>
            <pc:docMk/>
            <pc:sldMk cId="1974071361" sldId="257"/>
            <ac:spMk id="70" creationId="{5BE6388C-09FF-9B55-3761-188FC45AB6BE}"/>
          </ac:spMkLst>
        </pc:spChg>
        <pc:spChg chg="add mod">
          <ac:chgData name="Andre Leon Gradvohl" userId="06cc6c77ff9aaaf9" providerId="LiveId" clId="{B67953B7-58BB-40BC-A724-058B206CE71E}" dt="2024-10-23T13:56:02.175" v="377" actId="1076"/>
          <ac:spMkLst>
            <pc:docMk/>
            <pc:sldMk cId="1974071361" sldId="257"/>
            <ac:spMk id="71" creationId="{B1091DFE-A360-6D4F-E6AC-8781665F4510}"/>
          </ac:spMkLst>
        </pc:spChg>
        <pc:spChg chg="add mod">
          <ac:chgData name="Andre Leon Gradvohl" userId="06cc6c77ff9aaaf9" providerId="LiveId" clId="{B67953B7-58BB-40BC-A724-058B206CE71E}" dt="2024-10-23T13:56:02.175" v="377" actId="1076"/>
          <ac:spMkLst>
            <pc:docMk/>
            <pc:sldMk cId="1974071361" sldId="257"/>
            <ac:spMk id="72" creationId="{BB8A112A-78A6-BB19-EED2-D4E9049537A8}"/>
          </ac:spMkLst>
        </pc:spChg>
        <pc:spChg chg="add mod">
          <ac:chgData name="Andre Leon Gradvohl" userId="06cc6c77ff9aaaf9" providerId="LiveId" clId="{B67953B7-58BB-40BC-A724-058B206CE71E}" dt="2024-10-23T13:56:02.175" v="377" actId="1076"/>
          <ac:spMkLst>
            <pc:docMk/>
            <pc:sldMk cId="1974071361" sldId="257"/>
            <ac:spMk id="73" creationId="{B80C12CA-F88B-B3F4-13E4-64C0A4E8246B}"/>
          </ac:spMkLst>
        </pc:spChg>
        <pc:spChg chg="add mod">
          <ac:chgData name="Andre Leon Gradvohl" userId="06cc6c77ff9aaaf9" providerId="LiveId" clId="{B67953B7-58BB-40BC-A724-058B206CE71E}" dt="2024-10-23T13:56:02.175" v="377" actId="1076"/>
          <ac:spMkLst>
            <pc:docMk/>
            <pc:sldMk cId="1974071361" sldId="257"/>
            <ac:spMk id="74" creationId="{370A92D1-8938-CC53-E472-CC0FA4D20F48}"/>
          </ac:spMkLst>
        </pc:spChg>
        <pc:spChg chg="add mod">
          <ac:chgData name="Andre Leon Gradvohl" userId="06cc6c77ff9aaaf9" providerId="LiveId" clId="{B67953B7-58BB-40BC-A724-058B206CE71E}" dt="2024-10-23T13:56:02.175" v="377" actId="1076"/>
          <ac:spMkLst>
            <pc:docMk/>
            <pc:sldMk cId="1974071361" sldId="257"/>
            <ac:spMk id="75" creationId="{D940A8AA-D8F2-D570-0B6D-F52D158AA9FA}"/>
          </ac:spMkLst>
        </pc:spChg>
        <pc:spChg chg="add mod">
          <ac:chgData name="Andre Leon Gradvohl" userId="06cc6c77ff9aaaf9" providerId="LiveId" clId="{B67953B7-58BB-40BC-A724-058B206CE71E}" dt="2024-10-23T13:56:14.028" v="379" actId="1076"/>
          <ac:spMkLst>
            <pc:docMk/>
            <pc:sldMk cId="1974071361" sldId="257"/>
            <ac:spMk id="76" creationId="{643A501A-3D63-EA5A-8A7D-150CCD750CDB}"/>
          </ac:spMkLst>
        </pc:spChg>
        <pc:spChg chg="add mod">
          <ac:chgData name="Andre Leon Gradvohl" userId="06cc6c77ff9aaaf9" providerId="LiveId" clId="{B67953B7-58BB-40BC-A724-058B206CE71E}" dt="2024-10-23T13:56:14.028" v="379" actId="1076"/>
          <ac:spMkLst>
            <pc:docMk/>
            <pc:sldMk cId="1974071361" sldId="257"/>
            <ac:spMk id="77" creationId="{92B9CFAC-F2E7-98DC-BF7C-391C2A9AE8BB}"/>
          </ac:spMkLst>
        </pc:spChg>
        <pc:spChg chg="add mod">
          <ac:chgData name="Andre Leon Gradvohl" userId="06cc6c77ff9aaaf9" providerId="LiveId" clId="{B67953B7-58BB-40BC-A724-058B206CE71E}" dt="2024-10-23T13:56:14.028" v="379" actId="1076"/>
          <ac:spMkLst>
            <pc:docMk/>
            <pc:sldMk cId="1974071361" sldId="257"/>
            <ac:spMk id="78" creationId="{7EA04059-E9DC-0754-7FAF-142CEB2D2F61}"/>
          </ac:spMkLst>
        </pc:spChg>
        <pc:spChg chg="add mod">
          <ac:chgData name="Andre Leon Gradvohl" userId="06cc6c77ff9aaaf9" providerId="LiveId" clId="{B67953B7-58BB-40BC-A724-058B206CE71E}" dt="2024-10-23T13:56:14.028" v="379" actId="1076"/>
          <ac:spMkLst>
            <pc:docMk/>
            <pc:sldMk cId="1974071361" sldId="257"/>
            <ac:spMk id="79" creationId="{01063C21-8B30-8A4C-E36E-F3FF2BCFAD95}"/>
          </ac:spMkLst>
        </pc:spChg>
        <pc:spChg chg="add mod">
          <ac:chgData name="Andre Leon Gradvohl" userId="06cc6c77ff9aaaf9" providerId="LiveId" clId="{B67953B7-58BB-40BC-A724-058B206CE71E}" dt="2024-10-23T13:56:14.028" v="379" actId="1076"/>
          <ac:spMkLst>
            <pc:docMk/>
            <pc:sldMk cId="1974071361" sldId="257"/>
            <ac:spMk id="80" creationId="{960DC299-D39A-FED0-1EB4-77EFA941B173}"/>
          </ac:spMkLst>
        </pc:spChg>
        <pc:spChg chg="add mod">
          <ac:chgData name="Andre Leon Gradvohl" userId="06cc6c77ff9aaaf9" providerId="LiveId" clId="{B67953B7-58BB-40BC-A724-058B206CE71E}" dt="2024-10-23T13:57:45.349" v="383" actId="1076"/>
          <ac:spMkLst>
            <pc:docMk/>
            <pc:sldMk cId="1974071361" sldId="257"/>
            <ac:spMk id="81" creationId="{AD94DF92-A9CD-D6AC-B692-4FFB19A8F385}"/>
          </ac:spMkLst>
        </pc:spChg>
        <pc:spChg chg="add mod">
          <ac:chgData name="Andre Leon Gradvohl" userId="06cc6c77ff9aaaf9" providerId="LiveId" clId="{B67953B7-58BB-40BC-A724-058B206CE71E}" dt="2024-10-23T13:57:45.349" v="383" actId="1076"/>
          <ac:spMkLst>
            <pc:docMk/>
            <pc:sldMk cId="1974071361" sldId="257"/>
            <ac:spMk id="82" creationId="{DC9455A2-02B0-B3B3-5559-3A89CEE3A702}"/>
          </ac:spMkLst>
        </pc:spChg>
        <pc:spChg chg="add mod">
          <ac:chgData name="Andre Leon Gradvohl" userId="06cc6c77ff9aaaf9" providerId="LiveId" clId="{B67953B7-58BB-40BC-A724-058B206CE71E}" dt="2024-10-23T13:57:45.349" v="383" actId="1076"/>
          <ac:spMkLst>
            <pc:docMk/>
            <pc:sldMk cId="1974071361" sldId="257"/>
            <ac:spMk id="83" creationId="{7291B2D1-8D25-FDF8-A531-333EE2074664}"/>
          </ac:spMkLst>
        </pc:spChg>
        <pc:spChg chg="add mod">
          <ac:chgData name="Andre Leon Gradvohl" userId="06cc6c77ff9aaaf9" providerId="LiveId" clId="{B67953B7-58BB-40BC-A724-058B206CE71E}" dt="2024-10-23T13:57:45.349" v="383" actId="1076"/>
          <ac:spMkLst>
            <pc:docMk/>
            <pc:sldMk cId="1974071361" sldId="257"/>
            <ac:spMk id="84" creationId="{DF31B1E5-3BDB-6812-51DA-5974194CDFDB}"/>
          </ac:spMkLst>
        </pc:spChg>
        <pc:spChg chg="add mod">
          <ac:chgData name="Andre Leon Gradvohl" userId="06cc6c77ff9aaaf9" providerId="LiveId" clId="{B67953B7-58BB-40BC-A724-058B206CE71E}" dt="2024-10-23T13:57:45.349" v="383" actId="1076"/>
          <ac:spMkLst>
            <pc:docMk/>
            <pc:sldMk cId="1974071361" sldId="257"/>
            <ac:spMk id="85" creationId="{41D48D6F-9BCA-480C-D7D6-4ABAB2E172CC}"/>
          </ac:spMkLst>
        </pc:spChg>
        <pc:spChg chg="add mod">
          <ac:chgData name="Andre Leon Gradvohl" userId="06cc6c77ff9aaaf9" providerId="LiveId" clId="{B67953B7-58BB-40BC-A724-058B206CE71E}" dt="2024-10-23T14:01:09.516" v="397" actId="1076"/>
          <ac:spMkLst>
            <pc:docMk/>
            <pc:sldMk cId="1974071361" sldId="257"/>
            <ac:spMk id="86" creationId="{C2100551-7A04-D898-EF91-556AD7581782}"/>
          </ac:spMkLst>
        </pc:spChg>
        <pc:spChg chg="add mod">
          <ac:chgData name="Andre Leon Gradvohl" userId="06cc6c77ff9aaaf9" providerId="LiveId" clId="{B67953B7-58BB-40BC-A724-058B206CE71E}" dt="2024-10-23T14:01:09.516" v="397" actId="1076"/>
          <ac:spMkLst>
            <pc:docMk/>
            <pc:sldMk cId="1974071361" sldId="257"/>
            <ac:spMk id="87" creationId="{9215767B-2686-9AF8-2D11-8FDF1905C225}"/>
          </ac:spMkLst>
        </pc:spChg>
        <pc:spChg chg="add mod">
          <ac:chgData name="Andre Leon Gradvohl" userId="06cc6c77ff9aaaf9" providerId="LiveId" clId="{B67953B7-58BB-40BC-A724-058B206CE71E}" dt="2024-10-23T14:01:09.516" v="397" actId="1076"/>
          <ac:spMkLst>
            <pc:docMk/>
            <pc:sldMk cId="1974071361" sldId="257"/>
            <ac:spMk id="88" creationId="{71D85B12-FCC3-9ABD-B768-54381DD205B8}"/>
          </ac:spMkLst>
        </pc:spChg>
        <pc:spChg chg="add mod">
          <ac:chgData name="Andre Leon Gradvohl" userId="06cc6c77ff9aaaf9" providerId="LiveId" clId="{B67953B7-58BB-40BC-A724-058B206CE71E}" dt="2024-10-23T14:01:09.516" v="397" actId="1076"/>
          <ac:spMkLst>
            <pc:docMk/>
            <pc:sldMk cId="1974071361" sldId="257"/>
            <ac:spMk id="89" creationId="{CE262F60-DA7F-7F8E-72CA-8CAAC7DA35E0}"/>
          </ac:spMkLst>
        </pc:spChg>
        <pc:graphicFrameChg chg="mod">
          <ac:chgData name="Andre Leon Gradvohl" userId="06cc6c77ff9aaaf9" providerId="LiveId" clId="{B67953B7-58BB-40BC-A724-058B206CE71E}" dt="2024-10-23T13:39:42.866" v="312" actId="1038"/>
          <ac:graphicFrameMkLst>
            <pc:docMk/>
            <pc:sldMk cId="1974071361" sldId="257"/>
            <ac:graphicFrameMk id="5" creationId="{BF2777B3-F641-080A-7982-5A8996847E74}"/>
          </ac:graphicFrameMkLst>
        </pc:graphicFrameChg>
        <pc:graphicFrameChg chg="add del mod">
          <ac:chgData name="Andre Leon Gradvohl" userId="06cc6c77ff9aaaf9" providerId="LiveId" clId="{B67953B7-58BB-40BC-A724-058B206CE71E}" dt="2024-10-23T13:45:32.161" v="339" actId="478"/>
          <ac:graphicFrameMkLst>
            <pc:docMk/>
            <pc:sldMk cId="1974071361" sldId="257"/>
            <ac:graphicFrameMk id="23" creationId="{03368D6A-03C7-A61D-6C5B-6007E1BCB11D}"/>
          </ac:graphicFrameMkLst>
        </pc:graphicFrameChg>
        <pc:graphicFrameChg chg="add mod modGraphic">
          <ac:chgData name="Andre Leon Gradvohl" userId="06cc6c77ff9aaaf9" providerId="LiveId" clId="{B67953B7-58BB-40BC-A724-058B206CE71E}" dt="2024-10-23T13:11:56.957" v="169" actId="1076"/>
          <ac:graphicFrameMkLst>
            <pc:docMk/>
            <pc:sldMk cId="1974071361" sldId="257"/>
            <ac:graphicFrameMk id="55" creationId="{B8ABD396-F4AA-8545-2100-AED48ECD8D6C}"/>
          </ac:graphicFrameMkLst>
        </pc:graphicFrameChg>
        <pc:graphicFrameChg chg="add del mod">
          <ac:chgData name="Andre Leon Gradvohl" userId="06cc6c77ff9aaaf9" providerId="LiveId" clId="{B67953B7-58BB-40BC-A724-058B206CE71E}" dt="2024-10-23T13:05:20.145" v="103" actId="478"/>
          <ac:graphicFrameMkLst>
            <pc:docMk/>
            <pc:sldMk cId="1974071361" sldId="257"/>
            <ac:graphicFrameMk id="56" creationId="{48F44C10-60E3-FED8-1FFD-31C71A1C08A3}"/>
          </ac:graphicFrameMkLst>
        </pc:graphicFrameChg>
        <pc:graphicFrameChg chg="add mod modGraphic">
          <ac:chgData name="Andre Leon Gradvohl" userId="06cc6c77ff9aaaf9" providerId="LiveId" clId="{B67953B7-58BB-40BC-A724-058B206CE71E}" dt="2024-10-23T13:12:02.959" v="170" actId="1076"/>
          <ac:graphicFrameMkLst>
            <pc:docMk/>
            <pc:sldMk cId="1974071361" sldId="257"/>
            <ac:graphicFrameMk id="57" creationId="{EFC3048B-A077-4B45-0D7A-9D5668CF3CC9}"/>
          </ac:graphicFrameMkLst>
        </pc:graphicFrame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2" creationId="{D8C2923D-9559-B214-84A3-8358D5E2A90C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0" creationId="{B4F45919-1638-8044-C2FC-D4F40028FDE6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1" creationId="{1D3E91F7-E9BE-E70B-2B92-3BBB4DA0C8D7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2" creationId="{CA84F3C9-E8D2-5645-2B0A-73313C921F3D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3" creationId="{11F7C303-3365-0B01-940C-A606C252C075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4" creationId="{9C79CEFD-36B2-3B12-57C8-4A752D0F7D36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5" creationId="{AC70AA91-CA20-BA4B-3926-4E9800B5559D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6" creationId="{7CDBDB0A-93AF-D7FC-3945-9697226B8A51}"/>
          </ac:cxnSpMkLst>
        </pc:cxnChg>
        <pc:cxnChg chg="add mod">
          <ac:chgData name="Andre Leon Gradvohl" userId="06cc6c77ff9aaaf9" providerId="LiveId" clId="{B67953B7-58BB-40BC-A724-058B206CE71E}" dt="2024-10-23T13:39:42.866" v="312" actId="1038"/>
          <ac:cxnSpMkLst>
            <pc:docMk/>
            <pc:sldMk cId="1974071361" sldId="257"/>
            <ac:cxnSpMk id="67" creationId="{9950847F-AF75-0B18-A6D1-E4BAAA2B8CBD}"/>
          </ac:cxnSpMkLst>
        </pc:cxnChg>
      </pc:sldChg>
      <pc:sldChg chg="del">
        <pc:chgData name="Andre Leon Gradvohl" userId="06cc6c77ff9aaaf9" providerId="LiveId" clId="{B67953B7-58BB-40BC-A724-058B206CE71E}" dt="2024-10-23T13:07:10.198" v="119" actId="47"/>
        <pc:sldMkLst>
          <pc:docMk/>
          <pc:sldMk cId="3543738784" sldId="258"/>
        </pc:sldMkLst>
      </pc:sldChg>
      <pc:sldChg chg="addSp delSp modSp add mod addAnim delAnim modAnim">
        <pc:chgData name="Andre Leon Gradvohl" userId="06cc6c77ff9aaaf9" providerId="LiveId" clId="{B67953B7-58BB-40BC-A724-058B206CE71E}" dt="2024-10-23T18:27:26.317" v="1061" actId="20577"/>
        <pc:sldMkLst>
          <pc:docMk/>
          <pc:sldMk cId="3685688642" sldId="258"/>
        </pc:sldMkLst>
        <pc:spChg chg="mod">
          <ac:chgData name="Andre Leon Gradvohl" userId="06cc6c77ff9aaaf9" providerId="LiveId" clId="{B67953B7-58BB-40BC-A724-058B206CE71E}" dt="2024-10-23T16:30:04.567" v="588" actId="1076"/>
          <ac:spMkLst>
            <pc:docMk/>
            <pc:sldMk cId="3685688642" sldId="258"/>
            <ac:spMk id="3" creationId="{58ABAA14-88B9-04AC-2EA9-EA4E99A6B087}"/>
          </ac:spMkLst>
        </pc:spChg>
        <pc:spChg chg="mod">
          <ac:chgData name="Andre Leon Gradvohl" userId="06cc6c77ff9aaaf9" providerId="LiveId" clId="{B67953B7-58BB-40BC-A724-058B206CE71E}" dt="2024-10-23T16:26:32.834" v="567" actId="20577"/>
          <ac:spMkLst>
            <pc:docMk/>
            <pc:sldMk cId="3685688642" sldId="258"/>
            <ac:spMk id="6" creationId="{2A387DDD-1CD9-3714-6A72-E515B9D134BB}"/>
          </ac:spMkLst>
        </pc:spChg>
        <pc:spChg chg="mod">
          <ac:chgData name="Andre Leon Gradvohl" userId="06cc6c77ff9aaaf9" providerId="LiveId" clId="{B67953B7-58BB-40BC-A724-058B206CE71E}" dt="2024-10-23T14:25:23.103" v="551" actId="20577"/>
          <ac:spMkLst>
            <pc:docMk/>
            <pc:sldMk cId="3685688642" sldId="258"/>
            <ac:spMk id="8" creationId="{8A0ED987-F0DE-A42E-3607-83B3C33544BE}"/>
          </ac:spMkLst>
        </pc:spChg>
        <pc:spChg chg="mod">
          <ac:chgData name="Andre Leon Gradvohl" userId="06cc6c77ff9aaaf9" providerId="LiveId" clId="{B67953B7-58BB-40BC-A724-058B206CE71E}" dt="2024-10-23T16:30:04.567" v="588" actId="1076"/>
          <ac:spMkLst>
            <pc:docMk/>
            <pc:sldMk cId="3685688642" sldId="258"/>
            <ac:spMk id="9" creationId="{79A421D5-6289-5D62-BE07-AD65E046C39D}"/>
          </ac:spMkLst>
        </pc:spChg>
        <pc:spChg chg="add del mod">
          <ac:chgData name="Andre Leon Gradvohl" userId="06cc6c77ff9aaaf9" providerId="LiveId" clId="{B67953B7-58BB-40BC-A724-058B206CE71E}" dt="2024-10-23T16:30:04.567" v="588" actId="1076"/>
          <ac:spMkLst>
            <pc:docMk/>
            <pc:sldMk cId="3685688642" sldId="258"/>
            <ac:spMk id="12" creationId="{24FFA8F4-6E79-A3AE-5ECE-AE0324D0925B}"/>
          </ac:spMkLst>
        </pc:spChg>
        <pc:spChg chg="add del mod">
          <ac:chgData name="Andre Leon Gradvohl" userId="06cc6c77ff9aaaf9" providerId="LiveId" clId="{B67953B7-58BB-40BC-A724-058B206CE71E}" dt="2024-10-23T16:30:04.567" v="588" actId="1076"/>
          <ac:spMkLst>
            <pc:docMk/>
            <pc:sldMk cId="3685688642" sldId="258"/>
            <ac:spMk id="13" creationId="{9549A49F-116C-017E-F774-5B2E13FA10DB}"/>
          </ac:spMkLst>
        </pc:spChg>
        <pc:spChg chg="mod">
          <ac:chgData name="Andre Leon Gradvohl" userId="06cc6c77ff9aaaf9" providerId="LiveId" clId="{B67953B7-58BB-40BC-A724-058B206CE71E}" dt="2024-10-23T16:34:24.988" v="595" actId="1076"/>
          <ac:spMkLst>
            <pc:docMk/>
            <pc:sldMk cId="3685688642" sldId="258"/>
            <ac:spMk id="15" creationId="{3A314290-EE26-6991-565F-4C5EFE89B1E3}"/>
          </ac:spMkLst>
        </pc:spChg>
        <pc:spChg chg="mod">
          <ac:chgData name="Andre Leon Gradvohl" userId="06cc6c77ff9aaaf9" providerId="LiveId" clId="{B67953B7-58BB-40BC-A724-058B206CE71E}" dt="2024-10-23T16:34:24.988" v="595" actId="1076"/>
          <ac:spMkLst>
            <pc:docMk/>
            <pc:sldMk cId="3685688642" sldId="258"/>
            <ac:spMk id="17" creationId="{A0047984-9A71-51F1-02B4-4587C86F7871}"/>
          </ac:spMkLst>
        </pc:spChg>
        <pc:spChg chg="add del mod">
          <ac:chgData name="Andre Leon Gradvohl" userId="06cc6c77ff9aaaf9" providerId="LiveId" clId="{B67953B7-58BB-40BC-A724-058B206CE71E}" dt="2024-10-23T16:34:24.988" v="595" actId="1076"/>
          <ac:spMkLst>
            <pc:docMk/>
            <pc:sldMk cId="3685688642" sldId="258"/>
            <ac:spMk id="18" creationId="{11C3DC2E-627D-5BF1-FCEC-B840C6DECA33}"/>
          </ac:spMkLst>
        </pc:spChg>
        <pc:spChg chg="add del mod">
          <ac:chgData name="Andre Leon Gradvohl" userId="06cc6c77ff9aaaf9" providerId="LiveId" clId="{B67953B7-58BB-40BC-A724-058B206CE71E}" dt="2024-10-23T16:34:24.988" v="595" actId="1076"/>
          <ac:spMkLst>
            <pc:docMk/>
            <pc:sldMk cId="3685688642" sldId="258"/>
            <ac:spMk id="20" creationId="{044F4EFD-0B45-B739-F4E2-05CC62AF2DFE}"/>
          </ac:spMkLst>
        </pc:spChg>
        <pc:spChg chg="mod">
          <ac:chgData name="Andre Leon Gradvohl" userId="06cc6c77ff9aaaf9" providerId="LiveId" clId="{B67953B7-58BB-40BC-A724-058B206CE71E}" dt="2024-10-23T16:30:04.567" v="588" actId="1076"/>
          <ac:spMkLst>
            <pc:docMk/>
            <pc:sldMk cId="3685688642" sldId="258"/>
            <ac:spMk id="21" creationId="{2DC760C4-FD24-8400-778C-E8C38CBEC3A6}"/>
          </ac:spMkLst>
        </pc:spChg>
        <pc:spChg chg="mod">
          <ac:chgData name="Andre Leon Gradvohl" userId="06cc6c77ff9aaaf9" providerId="LiveId" clId="{B67953B7-58BB-40BC-A724-058B206CE71E}" dt="2024-10-23T16:34:24.988" v="595" actId="1076"/>
          <ac:spMkLst>
            <pc:docMk/>
            <pc:sldMk cId="3685688642" sldId="258"/>
            <ac:spMk id="22" creationId="{4C72A9DC-E600-1D66-7FE6-3386C95FE800}"/>
          </ac:spMkLst>
        </pc:spChg>
        <pc:spChg chg="mod">
          <ac:chgData name="Andre Leon Gradvohl" userId="06cc6c77ff9aaaf9" providerId="LiveId" clId="{B67953B7-58BB-40BC-A724-058B206CE71E}" dt="2024-10-23T16:36:53.465" v="600" actId="1076"/>
          <ac:spMkLst>
            <pc:docMk/>
            <pc:sldMk cId="3685688642" sldId="258"/>
            <ac:spMk id="34" creationId="{5713F12E-A4AD-973B-D1BD-253E30DCCBC8}"/>
          </ac:spMkLst>
        </pc:spChg>
        <pc:spChg chg="mod">
          <ac:chgData name="Andre Leon Gradvohl" userId="06cc6c77ff9aaaf9" providerId="LiveId" clId="{B67953B7-58BB-40BC-A724-058B206CE71E}" dt="2024-10-23T16:36:53.465" v="600" actId="1076"/>
          <ac:spMkLst>
            <pc:docMk/>
            <pc:sldMk cId="3685688642" sldId="258"/>
            <ac:spMk id="36" creationId="{AC8725AC-F395-4518-EB24-52A993916813}"/>
          </ac:spMkLst>
        </pc:spChg>
        <pc:spChg chg="mod">
          <ac:chgData name="Andre Leon Gradvohl" userId="06cc6c77ff9aaaf9" providerId="LiveId" clId="{B67953B7-58BB-40BC-A724-058B206CE71E}" dt="2024-10-23T16:36:53.465" v="600" actId="1076"/>
          <ac:spMkLst>
            <pc:docMk/>
            <pc:sldMk cId="3685688642" sldId="258"/>
            <ac:spMk id="38" creationId="{BAADB33C-377D-7F7E-1B5E-B79E8DE68C8B}"/>
          </ac:spMkLst>
        </pc:spChg>
        <pc:spChg chg="mod">
          <ac:chgData name="Andre Leon Gradvohl" userId="06cc6c77ff9aaaf9" providerId="LiveId" clId="{B67953B7-58BB-40BC-A724-058B206CE71E}" dt="2024-10-23T16:36:53.465" v="600" actId="1076"/>
          <ac:spMkLst>
            <pc:docMk/>
            <pc:sldMk cId="3685688642" sldId="258"/>
            <ac:spMk id="40" creationId="{109D9789-33AA-0EFB-10CF-23E4E51D0F3A}"/>
          </ac:spMkLst>
        </pc:spChg>
        <pc:spChg chg="mod">
          <ac:chgData name="Andre Leon Gradvohl" userId="06cc6c77ff9aaaf9" providerId="LiveId" clId="{B67953B7-58BB-40BC-A724-058B206CE71E}" dt="2024-10-23T16:36:53.465" v="600" actId="1076"/>
          <ac:spMkLst>
            <pc:docMk/>
            <pc:sldMk cId="3685688642" sldId="258"/>
            <ac:spMk id="42" creationId="{F30179A5-4BF0-670B-2057-5272091D7708}"/>
          </ac:spMkLst>
        </pc:spChg>
        <pc:spChg chg="mod">
          <ac:chgData name="Andre Leon Gradvohl" userId="06cc6c77ff9aaaf9" providerId="LiveId" clId="{B67953B7-58BB-40BC-A724-058B206CE71E}" dt="2024-10-23T16:37:37.151" v="602" actId="1076"/>
          <ac:spMkLst>
            <pc:docMk/>
            <pc:sldMk cId="3685688642" sldId="258"/>
            <ac:spMk id="46" creationId="{DEC0188E-AE2E-49C4-805B-3C329B8BDC6D}"/>
          </ac:spMkLst>
        </pc:spChg>
        <pc:spChg chg="mod">
          <ac:chgData name="Andre Leon Gradvohl" userId="06cc6c77ff9aaaf9" providerId="LiveId" clId="{B67953B7-58BB-40BC-A724-058B206CE71E}" dt="2024-10-23T16:37:37.151" v="602" actId="1076"/>
          <ac:spMkLst>
            <pc:docMk/>
            <pc:sldMk cId="3685688642" sldId="258"/>
            <ac:spMk id="48" creationId="{92970355-A368-C82A-3AD1-F9BABBBEAAD5}"/>
          </ac:spMkLst>
        </pc:spChg>
        <pc:spChg chg="mod">
          <ac:chgData name="Andre Leon Gradvohl" userId="06cc6c77ff9aaaf9" providerId="LiveId" clId="{B67953B7-58BB-40BC-A724-058B206CE71E}" dt="2024-10-23T16:37:37.151" v="602" actId="1076"/>
          <ac:spMkLst>
            <pc:docMk/>
            <pc:sldMk cId="3685688642" sldId="258"/>
            <ac:spMk id="50" creationId="{35EC6315-62E9-08FA-30F7-1DDE108D3873}"/>
          </ac:spMkLst>
        </pc:spChg>
        <pc:spChg chg="mod">
          <ac:chgData name="Andre Leon Gradvohl" userId="06cc6c77ff9aaaf9" providerId="LiveId" clId="{B67953B7-58BB-40BC-A724-058B206CE71E}" dt="2024-10-23T16:37:37.151" v="602" actId="1076"/>
          <ac:spMkLst>
            <pc:docMk/>
            <pc:sldMk cId="3685688642" sldId="258"/>
            <ac:spMk id="52" creationId="{D7395EAC-795E-006F-A345-A8DB6FC546A6}"/>
          </ac:spMkLst>
        </pc:spChg>
        <pc:spChg chg="mod">
          <ac:chgData name="Andre Leon Gradvohl" userId="06cc6c77ff9aaaf9" providerId="LiveId" clId="{B67953B7-58BB-40BC-A724-058B206CE71E}" dt="2024-10-23T16:37:37.151" v="602" actId="1076"/>
          <ac:spMkLst>
            <pc:docMk/>
            <pc:sldMk cId="3685688642" sldId="258"/>
            <ac:spMk id="54" creationId="{4C88B649-4E26-7DD9-1436-E628E5450CEF}"/>
          </ac:spMkLst>
        </pc:spChg>
        <pc:spChg chg="mod">
          <ac:chgData name="Andre Leon Gradvohl" userId="06cc6c77ff9aaaf9" providerId="LiveId" clId="{B67953B7-58BB-40BC-A724-058B206CE71E}" dt="2024-10-23T16:38:12.046" v="604" actId="1076"/>
          <ac:spMkLst>
            <pc:docMk/>
            <pc:sldMk cId="3685688642" sldId="258"/>
            <ac:spMk id="56" creationId="{4247CA6B-CB10-7138-68EF-0EB3F0E2DEFA}"/>
          </ac:spMkLst>
        </pc:spChg>
        <pc:spChg chg="mod">
          <ac:chgData name="Andre Leon Gradvohl" userId="06cc6c77ff9aaaf9" providerId="LiveId" clId="{B67953B7-58BB-40BC-A724-058B206CE71E}" dt="2024-10-23T18:27:26.317" v="1061" actId="20577"/>
          <ac:spMkLst>
            <pc:docMk/>
            <pc:sldMk cId="3685688642" sldId="258"/>
            <ac:spMk id="58" creationId="{092D0CE2-E217-DB36-F735-5036D9873C99}"/>
          </ac:spMkLst>
        </pc:spChg>
        <pc:spChg chg="mod">
          <ac:chgData name="Andre Leon Gradvohl" userId="06cc6c77ff9aaaf9" providerId="LiveId" clId="{B67953B7-58BB-40BC-A724-058B206CE71E}" dt="2024-10-23T16:38:12.046" v="604" actId="1076"/>
          <ac:spMkLst>
            <pc:docMk/>
            <pc:sldMk cId="3685688642" sldId="258"/>
            <ac:spMk id="59" creationId="{684AD62A-35D3-C8D3-44F6-BE2355698BF3}"/>
          </ac:spMkLst>
        </pc:spChg>
        <pc:spChg chg="mod">
          <ac:chgData name="Andre Leon Gradvohl" userId="06cc6c77ff9aaaf9" providerId="LiveId" clId="{B67953B7-58BB-40BC-A724-058B206CE71E}" dt="2024-10-23T16:38:12.046" v="604" actId="1076"/>
          <ac:spMkLst>
            <pc:docMk/>
            <pc:sldMk cId="3685688642" sldId="258"/>
            <ac:spMk id="68" creationId="{BD3EE903-4FBE-DEB2-F37E-D04D5BC8C9B9}"/>
          </ac:spMkLst>
        </pc:spChg>
        <pc:spChg chg="mod">
          <ac:chgData name="Andre Leon Gradvohl" userId="06cc6c77ff9aaaf9" providerId="LiveId" clId="{B67953B7-58BB-40BC-A724-058B206CE71E}" dt="2024-10-23T16:38:12.046" v="604" actId="1076"/>
          <ac:spMkLst>
            <pc:docMk/>
            <pc:sldMk cId="3685688642" sldId="258"/>
            <ac:spMk id="69" creationId="{F7F8288E-31F8-A2C1-17F4-F5844479D55D}"/>
          </ac:spMkLst>
        </pc:spChg>
        <pc:spChg chg="mod">
          <ac:chgData name="Andre Leon Gradvohl" userId="06cc6c77ff9aaaf9" providerId="LiveId" clId="{B67953B7-58BB-40BC-A724-058B206CE71E}" dt="2024-10-23T16:38:12.046" v="604" actId="1076"/>
          <ac:spMkLst>
            <pc:docMk/>
            <pc:sldMk cId="3685688642" sldId="258"/>
            <ac:spMk id="70" creationId="{018F06AA-9802-3D76-6E27-A59727BA90D9}"/>
          </ac:spMkLst>
        </pc:spChg>
        <pc:spChg chg="mod">
          <ac:chgData name="Andre Leon Gradvohl" userId="06cc6c77ff9aaaf9" providerId="LiveId" clId="{B67953B7-58BB-40BC-A724-058B206CE71E}" dt="2024-10-23T16:39:00.880" v="608" actId="1076"/>
          <ac:spMkLst>
            <pc:docMk/>
            <pc:sldMk cId="3685688642" sldId="258"/>
            <ac:spMk id="71" creationId="{81A68626-1997-6011-1ECD-9B4B39BAF1C5}"/>
          </ac:spMkLst>
        </pc:spChg>
        <pc:spChg chg="mod">
          <ac:chgData name="Andre Leon Gradvohl" userId="06cc6c77ff9aaaf9" providerId="LiveId" clId="{B67953B7-58BB-40BC-A724-058B206CE71E}" dt="2024-10-23T16:39:00.880" v="608" actId="1076"/>
          <ac:spMkLst>
            <pc:docMk/>
            <pc:sldMk cId="3685688642" sldId="258"/>
            <ac:spMk id="72" creationId="{D0E3E72C-BF92-089C-0C3D-05A1715E7A87}"/>
          </ac:spMkLst>
        </pc:spChg>
        <pc:spChg chg="mod">
          <ac:chgData name="Andre Leon Gradvohl" userId="06cc6c77ff9aaaf9" providerId="LiveId" clId="{B67953B7-58BB-40BC-A724-058B206CE71E}" dt="2024-10-23T16:39:00.880" v="608" actId="1076"/>
          <ac:spMkLst>
            <pc:docMk/>
            <pc:sldMk cId="3685688642" sldId="258"/>
            <ac:spMk id="73" creationId="{1043FDE1-88F3-ED5A-033A-A7135CE927A8}"/>
          </ac:spMkLst>
        </pc:spChg>
        <pc:spChg chg="mod">
          <ac:chgData name="Andre Leon Gradvohl" userId="06cc6c77ff9aaaf9" providerId="LiveId" clId="{B67953B7-58BB-40BC-A724-058B206CE71E}" dt="2024-10-23T16:39:00.880" v="608" actId="1076"/>
          <ac:spMkLst>
            <pc:docMk/>
            <pc:sldMk cId="3685688642" sldId="258"/>
            <ac:spMk id="74" creationId="{1F3EB7A3-9465-6C93-EADC-E89D5036B19F}"/>
          </ac:spMkLst>
        </pc:spChg>
        <pc:spChg chg="mod">
          <ac:chgData name="Andre Leon Gradvohl" userId="06cc6c77ff9aaaf9" providerId="LiveId" clId="{B67953B7-58BB-40BC-A724-058B206CE71E}" dt="2024-10-23T16:39:00.880" v="608" actId="1076"/>
          <ac:spMkLst>
            <pc:docMk/>
            <pc:sldMk cId="3685688642" sldId="258"/>
            <ac:spMk id="75" creationId="{0D248B26-679D-DB89-3861-A9D30B88DD38}"/>
          </ac:spMkLst>
        </pc:spChg>
        <pc:spChg chg="mod">
          <ac:chgData name="Andre Leon Gradvohl" userId="06cc6c77ff9aaaf9" providerId="LiveId" clId="{B67953B7-58BB-40BC-A724-058B206CE71E}" dt="2024-10-23T16:47:30.065" v="619" actId="1076"/>
          <ac:spMkLst>
            <pc:docMk/>
            <pc:sldMk cId="3685688642" sldId="258"/>
            <ac:spMk id="76" creationId="{C6B8F216-A3DE-2D0B-9C38-44F467A35E87}"/>
          </ac:spMkLst>
        </pc:spChg>
        <pc:spChg chg="mod">
          <ac:chgData name="Andre Leon Gradvohl" userId="06cc6c77ff9aaaf9" providerId="LiveId" clId="{B67953B7-58BB-40BC-A724-058B206CE71E}" dt="2024-10-23T16:47:30.065" v="619" actId="1076"/>
          <ac:spMkLst>
            <pc:docMk/>
            <pc:sldMk cId="3685688642" sldId="258"/>
            <ac:spMk id="77" creationId="{3335F100-560D-0C48-CB31-7AFC2A53B985}"/>
          </ac:spMkLst>
        </pc:spChg>
        <pc:spChg chg="mod">
          <ac:chgData name="Andre Leon Gradvohl" userId="06cc6c77ff9aaaf9" providerId="LiveId" clId="{B67953B7-58BB-40BC-A724-058B206CE71E}" dt="2024-10-23T16:47:30.065" v="619" actId="1076"/>
          <ac:spMkLst>
            <pc:docMk/>
            <pc:sldMk cId="3685688642" sldId="258"/>
            <ac:spMk id="78" creationId="{122BB27C-5805-398C-789D-C2B11CD0BD28}"/>
          </ac:spMkLst>
        </pc:spChg>
        <pc:spChg chg="mod">
          <ac:chgData name="Andre Leon Gradvohl" userId="06cc6c77ff9aaaf9" providerId="LiveId" clId="{B67953B7-58BB-40BC-A724-058B206CE71E}" dt="2024-10-23T16:47:30.065" v="619" actId="1076"/>
          <ac:spMkLst>
            <pc:docMk/>
            <pc:sldMk cId="3685688642" sldId="258"/>
            <ac:spMk id="79" creationId="{CDD149FD-73EF-FF93-DB11-6BD3C18E611B}"/>
          </ac:spMkLst>
        </pc:spChg>
        <pc:spChg chg="mod">
          <ac:chgData name="Andre Leon Gradvohl" userId="06cc6c77ff9aaaf9" providerId="LiveId" clId="{B67953B7-58BB-40BC-A724-058B206CE71E}" dt="2024-10-23T16:47:30.065" v="619" actId="1076"/>
          <ac:spMkLst>
            <pc:docMk/>
            <pc:sldMk cId="3685688642" sldId="258"/>
            <ac:spMk id="80" creationId="{151D0195-D627-9E0B-E9E8-C642F4CB94ED}"/>
          </ac:spMkLst>
        </pc:spChg>
        <pc:spChg chg="mod">
          <ac:chgData name="Andre Leon Gradvohl" userId="06cc6c77ff9aaaf9" providerId="LiveId" clId="{B67953B7-58BB-40BC-A724-058B206CE71E}" dt="2024-10-23T16:47:47.948" v="620" actId="1076"/>
          <ac:spMkLst>
            <pc:docMk/>
            <pc:sldMk cId="3685688642" sldId="258"/>
            <ac:spMk id="81" creationId="{F90CAA1D-EB9F-B53A-E27B-3A0E424B8F79}"/>
          </ac:spMkLst>
        </pc:spChg>
        <pc:spChg chg="mod">
          <ac:chgData name="Andre Leon Gradvohl" userId="06cc6c77ff9aaaf9" providerId="LiveId" clId="{B67953B7-58BB-40BC-A724-058B206CE71E}" dt="2024-10-23T16:47:47.948" v="620" actId="1076"/>
          <ac:spMkLst>
            <pc:docMk/>
            <pc:sldMk cId="3685688642" sldId="258"/>
            <ac:spMk id="82" creationId="{E9A7942A-FE7C-B366-A0C5-E26799059E7B}"/>
          </ac:spMkLst>
        </pc:spChg>
        <pc:spChg chg="mod">
          <ac:chgData name="Andre Leon Gradvohl" userId="06cc6c77ff9aaaf9" providerId="LiveId" clId="{B67953B7-58BB-40BC-A724-058B206CE71E}" dt="2024-10-23T16:47:47.948" v="620" actId="1076"/>
          <ac:spMkLst>
            <pc:docMk/>
            <pc:sldMk cId="3685688642" sldId="258"/>
            <ac:spMk id="83" creationId="{02A87A28-A98F-E60A-D7F8-8E81E5E64271}"/>
          </ac:spMkLst>
        </pc:spChg>
        <pc:spChg chg="mod">
          <ac:chgData name="Andre Leon Gradvohl" userId="06cc6c77ff9aaaf9" providerId="LiveId" clId="{B67953B7-58BB-40BC-A724-058B206CE71E}" dt="2024-10-23T16:47:47.948" v="620" actId="1076"/>
          <ac:spMkLst>
            <pc:docMk/>
            <pc:sldMk cId="3685688642" sldId="258"/>
            <ac:spMk id="84" creationId="{4D320354-CA31-F3BE-CD7D-BB664C73CBCC}"/>
          </ac:spMkLst>
        </pc:spChg>
        <pc:spChg chg="mod">
          <ac:chgData name="Andre Leon Gradvohl" userId="06cc6c77ff9aaaf9" providerId="LiveId" clId="{B67953B7-58BB-40BC-A724-058B206CE71E}" dt="2024-10-23T16:47:47.948" v="620" actId="1076"/>
          <ac:spMkLst>
            <pc:docMk/>
            <pc:sldMk cId="3685688642" sldId="258"/>
            <ac:spMk id="85" creationId="{CE9A945F-299E-27AA-3A8B-ACAC9546EC5A}"/>
          </ac:spMkLst>
        </pc:spChg>
        <pc:spChg chg="mod">
          <ac:chgData name="Andre Leon Gradvohl" userId="06cc6c77ff9aaaf9" providerId="LiveId" clId="{B67953B7-58BB-40BC-A724-058B206CE71E}" dt="2024-10-23T16:48:06.220" v="623" actId="1076"/>
          <ac:spMkLst>
            <pc:docMk/>
            <pc:sldMk cId="3685688642" sldId="258"/>
            <ac:spMk id="86" creationId="{0CCE1789-CE6E-A2C6-3657-E09DDD60E28F}"/>
          </ac:spMkLst>
        </pc:spChg>
        <pc:spChg chg="mod">
          <ac:chgData name="Andre Leon Gradvohl" userId="06cc6c77ff9aaaf9" providerId="LiveId" clId="{B67953B7-58BB-40BC-A724-058B206CE71E}" dt="2024-10-23T16:48:06.220" v="623" actId="1076"/>
          <ac:spMkLst>
            <pc:docMk/>
            <pc:sldMk cId="3685688642" sldId="258"/>
            <ac:spMk id="87" creationId="{1D64300C-3356-FF25-3A02-7833B0619DE8}"/>
          </ac:spMkLst>
        </pc:spChg>
        <pc:spChg chg="mod">
          <ac:chgData name="Andre Leon Gradvohl" userId="06cc6c77ff9aaaf9" providerId="LiveId" clId="{B67953B7-58BB-40BC-A724-058B206CE71E}" dt="2024-10-23T16:48:06.220" v="623" actId="1076"/>
          <ac:spMkLst>
            <pc:docMk/>
            <pc:sldMk cId="3685688642" sldId="258"/>
            <ac:spMk id="88" creationId="{1A5664BB-D874-2DD0-7648-47BAE51E596A}"/>
          </ac:spMkLst>
        </pc:spChg>
        <pc:spChg chg="mod">
          <ac:chgData name="Andre Leon Gradvohl" userId="06cc6c77ff9aaaf9" providerId="LiveId" clId="{B67953B7-58BB-40BC-A724-058B206CE71E}" dt="2024-10-23T16:48:06.220" v="623" actId="1076"/>
          <ac:spMkLst>
            <pc:docMk/>
            <pc:sldMk cId="3685688642" sldId="258"/>
            <ac:spMk id="89" creationId="{856AF644-E4FC-1BFB-0C89-A1CA9552B9FB}"/>
          </ac:spMkLst>
        </pc:spChg>
        <pc:graphicFrameChg chg="mod modGraphic">
          <ac:chgData name="Andre Leon Gradvohl" userId="06cc6c77ff9aaaf9" providerId="LiveId" clId="{B67953B7-58BB-40BC-A724-058B206CE71E}" dt="2024-10-23T14:14:36.409" v="475" actId="20577"/>
          <ac:graphicFrameMkLst>
            <pc:docMk/>
            <pc:sldMk cId="3685688642" sldId="258"/>
            <ac:graphicFrameMk id="55" creationId="{D0F6C360-71AC-042A-0AB6-8548910243EE}"/>
          </ac:graphicFrameMkLst>
        </pc:graphicFrameChg>
        <pc:graphicFrameChg chg="mod modGraphic">
          <ac:chgData name="Andre Leon Gradvohl" userId="06cc6c77ff9aaaf9" providerId="LiveId" clId="{B67953B7-58BB-40BC-A724-058B206CE71E}" dt="2024-10-23T14:15:06.081" v="481" actId="20577"/>
          <ac:graphicFrameMkLst>
            <pc:docMk/>
            <pc:sldMk cId="3685688642" sldId="258"/>
            <ac:graphicFrameMk id="57" creationId="{C56D83D5-F3B1-75A0-A0F9-4755A5E311B8}"/>
          </ac:graphicFrameMkLst>
        </pc:graphicFrameChg>
        <pc:cxnChg chg="del mod">
          <ac:chgData name="Andre Leon Gradvohl" userId="06cc6c77ff9aaaf9" providerId="LiveId" clId="{B67953B7-58BB-40BC-A724-058B206CE71E}" dt="2024-10-23T14:19:12.137" v="504" actId="478"/>
          <ac:cxnSpMkLst>
            <pc:docMk/>
            <pc:sldMk cId="3685688642" sldId="258"/>
            <ac:cxnSpMk id="10" creationId="{21F9B8A9-7537-6E4A-C138-F5F7A4BB897E}"/>
          </ac:cxnSpMkLst>
        </pc:cxnChg>
        <pc:cxnChg chg="del">
          <ac:chgData name="Andre Leon Gradvohl" userId="06cc6c77ff9aaaf9" providerId="LiveId" clId="{B67953B7-58BB-40BC-A724-058B206CE71E}" dt="2024-10-23T14:15:41.240" v="483" actId="478"/>
          <ac:cxnSpMkLst>
            <pc:docMk/>
            <pc:sldMk cId="3685688642" sldId="258"/>
            <ac:cxnSpMk id="11" creationId="{90E9F39C-0FE7-F951-37FB-D12F090F0C8A}"/>
          </ac:cxnSpMkLst>
        </pc:cxnChg>
        <pc:cxnChg chg="del">
          <ac:chgData name="Andre Leon Gradvohl" userId="06cc6c77ff9aaaf9" providerId="LiveId" clId="{B67953B7-58BB-40BC-A724-058B206CE71E}" dt="2024-10-23T14:17:41.532" v="492" actId="478"/>
          <ac:cxnSpMkLst>
            <pc:docMk/>
            <pc:sldMk cId="3685688642" sldId="258"/>
            <ac:cxnSpMk id="14" creationId="{8B6AB833-E832-4CDE-0491-F6D4DAAF5035}"/>
          </ac:cxnSpMkLst>
        </pc:cxnChg>
        <pc:cxnChg chg="del">
          <ac:chgData name="Andre Leon Gradvohl" userId="06cc6c77ff9aaaf9" providerId="LiveId" clId="{B67953B7-58BB-40BC-A724-058B206CE71E}" dt="2024-10-23T14:18:09.087" v="501" actId="478"/>
          <ac:cxnSpMkLst>
            <pc:docMk/>
            <pc:sldMk cId="3685688642" sldId="258"/>
            <ac:cxnSpMk id="16" creationId="{ECD88683-F73A-1F68-BA96-5D082F33DA6F}"/>
          </ac:cxnSpMkLst>
        </pc:cxnChg>
        <pc:cxnChg chg="del">
          <ac:chgData name="Andre Leon Gradvohl" userId="06cc6c77ff9aaaf9" providerId="LiveId" clId="{B67953B7-58BB-40BC-A724-058B206CE71E}" dt="2024-10-23T14:18:12.687" v="502" actId="478"/>
          <ac:cxnSpMkLst>
            <pc:docMk/>
            <pc:sldMk cId="3685688642" sldId="258"/>
            <ac:cxnSpMk id="19" creationId="{52E8D132-C15B-F4AA-A13A-954289566D10}"/>
          </ac:cxnSpMkLst>
        </pc:cxnChg>
        <pc:cxnChg chg="add mod">
          <ac:chgData name="Andre Leon Gradvohl" userId="06cc6c77ff9aaaf9" providerId="LiveId" clId="{B67953B7-58BB-40BC-A724-058B206CE71E}" dt="2024-10-23T14:22:46.088" v="529" actId="1038"/>
          <ac:cxnSpMkLst>
            <pc:docMk/>
            <pc:sldMk cId="3685688642" sldId="258"/>
            <ac:cxnSpMk id="24" creationId="{C1ABEA22-98EB-DCD9-C005-271DB3F6EDE7}"/>
          </ac:cxnSpMkLst>
        </pc:cxnChg>
        <pc:cxnChg chg="del">
          <ac:chgData name="Andre Leon Gradvohl" userId="06cc6c77ff9aaaf9" providerId="LiveId" clId="{B67953B7-58BB-40BC-A724-058B206CE71E}" dt="2024-10-23T14:17:49.643" v="495" actId="478"/>
          <ac:cxnSpMkLst>
            <pc:docMk/>
            <pc:sldMk cId="3685688642" sldId="258"/>
            <ac:cxnSpMk id="25" creationId="{9CCF5A82-514F-C2F4-ABF7-D9D82D8E1818}"/>
          </ac:cxnSpMkLst>
        </pc:cxnChg>
        <pc:cxnChg chg="add mod">
          <ac:chgData name="Andre Leon Gradvohl" userId="06cc6c77ff9aaaf9" providerId="LiveId" clId="{B67953B7-58BB-40BC-A724-058B206CE71E}" dt="2024-10-23T14:23:30.154" v="532" actId="14100"/>
          <ac:cxnSpMkLst>
            <pc:docMk/>
            <pc:sldMk cId="3685688642" sldId="258"/>
            <ac:cxnSpMk id="27" creationId="{5BC0EA30-4DC3-F355-8C02-F4034DC793D8}"/>
          </ac:cxnSpMkLst>
        </pc:cxnChg>
        <pc:cxnChg chg="del">
          <ac:chgData name="Andre Leon Gradvohl" userId="06cc6c77ff9aaaf9" providerId="LiveId" clId="{B67953B7-58BB-40BC-A724-058B206CE71E}" dt="2024-10-23T14:17:31.247" v="489" actId="478"/>
          <ac:cxnSpMkLst>
            <pc:docMk/>
            <pc:sldMk cId="3685688642" sldId="258"/>
            <ac:cxnSpMk id="28" creationId="{75F2AADA-F67E-AB3B-D69B-4C7C4E1AD7D4}"/>
          </ac:cxnSpMkLst>
        </pc:cxnChg>
        <pc:cxnChg chg="del">
          <ac:chgData name="Andre Leon Gradvohl" userId="06cc6c77ff9aaaf9" providerId="LiveId" clId="{B67953B7-58BB-40BC-A724-058B206CE71E}" dt="2024-10-23T14:18:06.124" v="500" actId="478"/>
          <ac:cxnSpMkLst>
            <pc:docMk/>
            <pc:sldMk cId="3685688642" sldId="258"/>
            <ac:cxnSpMk id="30" creationId="{BFD26E00-24C6-C350-18DF-60310498DC73}"/>
          </ac:cxnSpMkLst>
        </pc:cxnChg>
        <pc:cxnChg chg="del">
          <ac:chgData name="Andre Leon Gradvohl" userId="06cc6c77ff9aaaf9" providerId="LiveId" clId="{B67953B7-58BB-40BC-A724-058B206CE71E}" dt="2024-10-23T14:17:44.474" v="493" actId="478"/>
          <ac:cxnSpMkLst>
            <pc:docMk/>
            <pc:sldMk cId="3685688642" sldId="258"/>
            <ac:cxnSpMk id="31" creationId="{7796B657-945D-6553-E97E-FF2A17B31385}"/>
          </ac:cxnSpMkLst>
        </pc:cxnChg>
        <pc:cxnChg chg="add mod">
          <ac:chgData name="Andre Leon Gradvohl" userId="06cc6c77ff9aaaf9" providerId="LiveId" clId="{B67953B7-58BB-40BC-A724-058B206CE71E}" dt="2024-10-23T14:23:42.605" v="535" actId="14100"/>
          <ac:cxnSpMkLst>
            <pc:docMk/>
            <pc:sldMk cId="3685688642" sldId="258"/>
            <ac:cxnSpMk id="32" creationId="{146ABD4D-3674-4AA6-DCF5-6786BE0D43DC}"/>
          </ac:cxnSpMkLst>
        </pc:cxnChg>
        <pc:cxnChg chg="del">
          <ac:chgData name="Andre Leon Gradvohl" userId="06cc6c77ff9aaaf9" providerId="LiveId" clId="{B67953B7-58BB-40BC-A724-058B206CE71E}" dt="2024-10-23T14:17:25.622" v="487" actId="478"/>
          <ac:cxnSpMkLst>
            <pc:docMk/>
            <pc:sldMk cId="3685688642" sldId="258"/>
            <ac:cxnSpMk id="33" creationId="{F6FFA730-A4DF-9B29-5BE1-67F25D6A4982}"/>
          </ac:cxnSpMkLst>
        </pc:cxnChg>
        <pc:cxnChg chg="del">
          <ac:chgData name="Andre Leon Gradvohl" userId="06cc6c77ff9aaaf9" providerId="LiveId" clId="{B67953B7-58BB-40BC-A724-058B206CE71E}" dt="2024-10-23T14:17:34.987" v="490" actId="478"/>
          <ac:cxnSpMkLst>
            <pc:docMk/>
            <pc:sldMk cId="3685688642" sldId="258"/>
            <ac:cxnSpMk id="35" creationId="{8A218D95-3998-D71C-72FC-0BB571E37106}"/>
          </ac:cxnSpMkLst>
        </pc:cxnChg>
        <pc:cxnChg chg="del">
          <ac:chgData name="Andre Leon Gradvohl" userId="06cc6c77ff9aaaf9" providerId="LiveId" clId="{B67953B7-58BB-40BC-A724-058B206CE71E}" dt="2024-10-23T14:17:38.353" v="491" actId="478"/>
          <ac:cxnSpMkLst>
            <pc:docMk/>
            <pc:sldMk cId="3685688642" sldId="258"/>
            <ac:cxnSpMk id="37" creationId="{F69AC3FE-D30B-306D-375E-C61FE91FDE60}"/>
          </ac:cxnSpMkLst>
        </pc:cxnChg>
        <pc:cxnChg chg="del">
          <ac:chgData name="Andre Leon Gradvohl" userId="06cc6c77ff9aaaf9" providerId="LiveId" clId="{B67953B7-58BB-40BC-A724-058B206CE71E}" dt="2024-10-23T14:18:02.935" v="499" actId="478"/>
          <ac:cxnSpMkLst>
            <pc:docMk/>
            <pc:sldMk cId="3685688642" sldId="258"/>
            <ac:cxnSpMk id="39" creationId="{0F3AAC25-78F9-CDB6-3819-EED6E4B19E59}"/>
          </ac:cxnSpMkLst>
        </pc:cxnChg>
        <pc:cxnChg chg="del">
          <ac:chgData name="Andre Leon Gradvohl" userId="06cc6c77ff9aaaf9" providerId="LiveId" clId="{B67953B7-58BB-40BC-A724-058B206CE71E}" dt="2024-10-23T14:17:16.434" v="484" actId="478"/>
          <ac:cxnSpMkLst>
            <pc:docMk/>
            <pc:sldMk cId="3685688642" sldId="258"/>
            <ac:cxnSpMk id="41" creationId="{15B92C7E-EBB0-4E94-8555-4C0ED0300195}"/>
          </ac:cxnSpMkLst>
        </pc:cxnChg>
        <pc:cxnChg chg="del">
          <ac:chgData name="Andre Leon Gradvohl" userId="06cc6c77ff9aaaf9" providerId="LiveId" clId="{B67953B7-58BB-40BC-A724-058B206CE71E}" dt="2024-10-23T14:17:19.608" v="485" actId="478"/>
          <ac:cxnSpMkLst>
            <pc:docMk/>
            <pc:sldMk cId="3685688642" sldId="258"/>
            <ac:cxnSpMk id="43" creationId="{8B4AA708-CF44-2C5B-100C-0BA03F9DEBD5}"/>
          </ac:cxnSpMkLst>
        </pc:cxnChg>
        <pc:cxnChg chg="del">
          <ac:chgData name="Andre Leon Gradvohl" userId="06cc6c77ff9aaaf9" providerId="LiveId" clId="{B67953B7-58BB-40BC-A724-058B206CE71E}" dt="2024-10-23T14:17:58.280" v="498" actId="478"/>
          <ac:cxnSpMkLst>
            <pc:docMk/>
            <pc:sldMk cId="3685688642" sldId="258"/>
            <ac:cxnSpMk id="44" creationId="{79633205-51D7-B9FA-D06D-0650836E052D}"/>
          </ac:cxnSpMkLst>
        </pc:cxnChg>
        <pc:cxnChg chg="del">
          <ac:chgData name="Andre Leon Gradvohl" userId="06cc6c77ff9aaaf9" providerId="LiveId" clId="{B67953B7-58BB-40BC-A724-058B206CE71E}" dt="2024-10-23T14:17:55.461" v="497" actId="478"/>
          <ac:cxnSpMkLst>
            <pc:docMk/>
            <pc:sldMk cId="3685688642" sldId="258"/>
            <ac:cxnSpMk id="45" creationId="{30443C0D-7C7A-8947-9D91-386DB608AB2A}"/>
          </ac:cxnSpMkLst>
        </pc:cxnChg>
        <pc:cxnChg chg="del">
          <ac:chgData name="Andre Leon Gradvohl" userId="06cc6c77ff9aaaf9" providerId="LiveId" clId="{B67953B7-58BB-40BC-A724-058B206CE71E}" dt="2024-10-23T14:17:52.565" v="496" actId="478"/>
          <ac:cxnSpMkLst>
            <pc:docMk/>
            <pc:sldMk cId="3685688642" sldId="258"/>
            <ac:cxnSpMk id="47" creationId="{1C3979B7-67B2-7336-A099-03809BDE0EDB}"/>
          </ac:cxnSpMkLst>
        </pc:cxnChg>
        <pc:cxnChg chg="del">
          <ac:chgData name="Andre Leon Gradvohl" userId="06cc6c77ff9aaaf9" providerId="LiveId" clId="{B67953B7-58BB-40BC-A724-058B206CE71E}" dt="2024-10-23T14:17:47.184" v="494" actId="478"/>
          <ac:cxnSpMkLst>
            <pc:docMk/>
            <pc:sldMk cId="3685688642" sldId="258"/>
            <ac:cxnSpMk id="49" creationId="{6B9EBCA9-A814-027D-B4CD-667716E60C17}"/>
          </ac:cxnSpMkLst>
        </pc:cxnChg>
        <pc:cxnChg chg="del">
          <ac:chgData name="Andre Leon Gradvohl" userId="06cc6c77ff9aaaf9" providerId="LiveId" clId="{B67953B7-58BB-40BC-A724-058B206CE71E}" dt="2024-10-23T14:17:28.567" v="488" actId="478"/>
          <ac:cxnSpMkLst>
            <pc:docMk/>
            <pc:sldMk cId="3685688642" sldId="258"/>
            <ac:cxnSpMk id="51" creationId="{56B8072D-B98D-F979-4C1C-C99A4A219BCA}"/>
          </ac:cxnSpMkLst>
        </pc:cxnChg>
        <pc:cxnChg chg="del">
          <ac:chgData name="Andre Leon Gradvohl" userId="06cc6c77ff9aaaf9" providerId="LiveId" clId="{B67953B7-58BB-40BC-A724-058B206CE71E}" dt="2024-10-23T14:17:22.908" v="486" actId="478"/>
          <ac:cxnSpMkLst>
            <pc:docMk/>
            <pc:sldMk cId="3685688642" sldId="258"/>
            <ac:cxnSpMk id="53" creationId="{B88C3B2D-7A20-307C-00FD-59C35C297AC3}"/>
          </ac:cxnSpMkLst>
        </pc:cxnChg>
        <pc:cxnChg chg="add mod">
          <ac:chgData name="Andre Leon Gradvohl" userId="06cc6c77ff9aaaf9" providerId="LiveId" clId="{B67953B7-58BB-40BC-A724-058B206CE71E}" dt="2024-10-23T14:24:27.933" v="540" actId="14100"/>
          <ac:cxnSpMkLst>
            <pc:docMk/>
            <pc:sldMk cId="3685688642" sldId="258"/>
            <ac:cxnSpMk id="92" creationId="{5731C4E1-DE79-C875-26BE-C7540A22D16A}"/>
          </ac:cxnSpMkLst>
        </pc:cxnChg>
        <pc:cxnChg chg="add mod">
          <ac:chgData name="Andre Leon Gradvohl" userId="06cc6c77ff9aaaf9" providerId="LiveId" clId="{B67953B7-58BB-40BC-A724-058B206CE71E}" dt="2024-10-23T14:24:42.927" v="543" actId="14100"/>
          <ac:cxnSpMkLst>
            <pc:docMk/>
            <pc:sldMk cId="3685688642" sldId="258"/>
            <ac:cxnSpMk id="94" creationId="{D7B91765-4C94-6AB6-590D-DAF7AD60F31D}"/>
          </ac:cxnSpMkLst>
        </pc:cxnChg>
        <pc:cxnChg chg="add mod">
          <ac:chgData name="Andre Leon Gradvohl" userId="06cc6c77ff9aaaf9" providerId="LiveId" clId="{B67953B7-58BB-40BC-A724-058B206CE71E}" dt="2024-10-23T14:25:03.659" v="547" actId="14100"/>
          <ac:cxnSpMkLst>
            <pc:docMk/>
            <pc:sldMk cId="3685688642" sldId="258"/>
            <ac:cxnSpMk id="97" creationId="{89B56324-4BF4-0682-1FAD-3DE1B94C9135}"/>
          </ac:cxnSpMkLst>
        </pc:cxnChg>
        <pc:cxnChg chg="add mod">
          <ac:chgData name="Andre Leon Gradvohl" userId="06cc6c77ff9aaaf9" providerId="LiveId" clId="{B67953B7-58BB-40BC-A724-058B206CE71E}" dt="2024-10-23T14:25:42.002" v="554" actId="14100"/>
          <ac:cxnSpMkLst>
            <pc:docMk/>
            <pc:sldMk cId="3685688642" sldId="258"/>
            <ac:cxnSpMk id="100" creationId="{CA581B25-B578-D846-B05F-0EDDDB26A56C}"/>
          </ac:cxnSpMkLst>
        </pc:cxnChg>
        <pc:cxnChg chg="add mod">
          <ac:chgData name="Andre Leon Gradvohl" userId="06cc6c77ff9aaaf9" providerId="LiveId" clId="{B67953B7-58BB-40BC-A724-058B206CE71E}" dt="2024-10-23T14:25:54.612" v="556" actId="1076"/>
          <ac:cxnSpMkLst>
            <pc:docMk/>
            <pc:sldMk cId="3685688642" sldId="258"/>
            <ac:cxnSpMk id="102" creationId="{186A597C-B749-DAF8-A669-AE43B55751FB}"/>
          </ac:cxnSpMkLst>
        </pc:cxnChg>
        <pc:cxnChg chg="add mod">
          <ac:chgData name="Andre Leon Gradvohl" userId="06cc6c77ff9aaaf9" providerId="LiveId" clId="{B67953B7-58BB-40BC-A724-058B206CE71E}" dt="2024-10-23T14:26:15.536" v="559" actId="14100"/>
          <ac:cxnSpMkLst>
            <pc:docMk/>
            <pc:sldMk cId="3685688642" sldId="258"/>
            <ac:cxnSpMk id="103" creationId="{A6033D6E-0E20-970A-F6F3-75652C28ECCC}"/>
          </ac:cxnSpMkLst>
        </pc:cxnChg>
        <pc:cxnChg chg="add del mod">
          <ac:chgData name="Andre Leon Gradvohl" userId="06cc6c77ff9aaaf9" providerId="LiveId" clId="{B67953B7-58BB-40BC-A724-058B206CE71E}" dt="2024-10-23T14:26:49.676" v="562" actId="478"/>
          <ac:cxnSpMkLst>
            <pc:docMk/>
            <pc:sldMk cId="3685688642" sldId="258"/>
            <ac:cxnSpMk id="105" creationId="{B30B5237-92AF-3FCB-E302-348B24A979D6}"/>
          </ac:cxnSpMkLst>
        </pc:cxnChg>
        <pc:cxnChg chg="add mod">
          <ac:chgData name="Andre Leon Gradvohl" userId="06cc6c77ff9aaaf9" providerId="LiveId" clId="{B67953B7-58BB-40BC-A724-058B206CE71E}" dt="2024-10-23T16:27:18.801" v="573" actId="14100"/>
          <ac:cxnSpMkLst>
            <pc:docMk/>
            <pc:sldMk cId="3685688642" sldId="258"/>
            <ac:cxnSpMk id="106" creationId="{4466854E-6C7D-F8A4-E8D5-7003AFFFBB4C}"/>
          </ac:cxnSpMkLst>
        </pc:cxnChg>
        <pc:cxnChg chg="add mod">
          <ac:chgData name="Andre Leon Gradvohl" userId="06cc6c77ff9aaaf9" providerId="LiveId" clId="{B67953B7-58BB-40BC-A724-058B206CE71E}" dt="2024-10-23T16:27:32.964" v="575" actId="1076"/>
          <ac:cxnSpMkLst>
            <pc:docMk/>
            <pc:sldMk cId="3685688642" sldId="258"/>
            <ac:cxnSpMk id="108" creationId="{5ADC79CA-3E80-A54C-16EF-38213B693FA5}"/>
          </ac:cxnSpMkLst>
        </pc:cxnChg>
        <pc:cxnChg chg="add mod">
          <ac:chgData name="Andre Leon Gradvohl" userId="06cc6c77ff9aaaf9" providerId="LiveId" clId="{B67953B7-58BB-40BC-A724-058B206CE71E}" dt="2024-10-23T16:27:56.247" v="579" actId="14100"/>
          <ac:cxnSpMkLst>
            <pc:docMk/>
            <pc:sldMk cId="3685688642" sldId="258"/>
            <ac:cxnSpMk id="109" creationId="{BBC6BBB8-3D96-E801-4626-245631FA2F04}"/>
          </ac:cxnSpMkLst>
        </pc:cxnChg>
        <pc:cxnChg chg="add mod">
          <ac:chgData name="Andre Leon Gradvohl" userId="06cc6c77ff9aaaf9" providerId="LiveId" clId="{B67953B7-58BB-40BC-A724-058B206CE71E}" dt="2024-10-23T16:28:10.219" v="581" actId="1076"/>
          <ac:cxnSpMkLst>
            <pc:docMk/>
            <pc:sldMk cId="3685688642" sldId="258"/>
            <ac:cxnSpMk id="112" creationId="{4F40DC62-8728-93D6-6C41-460689D69566}"/>
          </ac:cxnSpMkLst>
        </pc:cxnChg>
      </pc:sldChg>
      <pc:sldChg chg="addSp delSp modSp add mod delAnim modAnim">
        <pc:chgData name="Andre Leon Gradvohl" userId="06cc6c77ff9aaaf9" providerId="LiveId" clId="{B67953B7-58BB-40BC-A724-058B206CE71E}" dt="2024-10-23T18:27:35.416" v="1065" actId="14100"/>
        <pc:sldMkLst>
          <pc:docMk/>
          <pc:sldMk cId="751807716" sldId="259"/>
        </pc:sldMkLst>
        <pc:spChg chg="mod">
          <ac:chgData name="Andre Leon Gradvohl" userId="06cc6c77ff9aaaf9" providerId="LiveId" clId="{B67953B7-58BB-40BC-A724-058B206CE71E}" dt="2024-10-23T17:38:34.237" v="856" actId="1076"/>
          <ac:spMkLst>
            <pc:docMk/>
            <pc:sldMk cId="751807716" sldId="259"/>
            <ac:spMk id="3" creationId="{7C13B27E-5286-C584-8433-4B986BF242D5}"/>
          </ac:spMkLst>
        </pc:spChg>
        <pc:spChg chg="mod">
          <ac:chgData name="Andre Leon Gradvohl" userId="06cc6c77ff9aaaf9" providerId="LiveId" clId="{B67953B7-58BB-40BC-A724-058B206CE71E}" dt="2024-10-23T18:27:07.347" v="1054" actId="20577"/>
          <ac:spMkLst>
            <pc:docMk/>
            <pc:sldMk cId="751807716" sldId="259"/>
            <ac:spMk id="8" creationId="{1BABB012-F9DE-1981-8E5B-3D87FFE753A9}"/>
          </ac:spMkLst>
        </pc:spChg>
        <pc:spChg chg="mod">
          <ac:chgData name="Andre Leon Gradvohl" userId="06cc6c77ff9aaaf9" providerId="LiveId" clId="{B67953B7-58BB-40BC-A724-058B206CE71E}" dt="2024-10-23T17:40:07.692" v="859" actId="1076"/>
          <ac:spMkLst>
            <pc:docMk/>
            <pc:sldMk cId="751807716" sldId="259"/>
            <ac:spMk id="9" creationId="{EC09F2E2-475F-FA50-8764-BB58AC500C03}"/>
          </ac:spMkLst>
        </pc:spChg>
        <pc:spChg chg="mod">
          <ac:chgData name="Andre Leon Gradvohl" userId="06cc6c77ff9aaaf9" providerId="LiveId" clId="{B67953B7-58BB-40BC-A724-058B206CE71E}" dt="2024-10-23T17:40:07.692" v="859" actId="1076"/>
          <ac:spMkLst>
            <pc:docMk/>
            <pc:sldMk cId="751807716" sldId="259"/>
            <ac:spMk id="12" creationId="{21F8E2B7-B572-68B7-E939-88DD3B525D72}"/>
          </ac:spMkLst>
        </pc:spChg>
        <pc:spChg chg="mod">
          <ac:chgData name="Andre Leon Gradvohl" userId="06cc6c77ff9aaaf9" providerId="LiveId" clId="{B67953B7-58BB-40BC-A724-058B206CE71E}" dt="2024-10-23T17:40:07.692" v="859" actId="1076"/>
          <ac:spMkLst>
            <pc:docMk/>
            <pc:sldMk cId="751807716" sldId="259"/>
            <ac:spMk id="13" creationId="{9C7BEE38-013E-582F-0FC0-0961FAAEF32D}"/>
          </ac:spMkLst>
        </pc:spChg>
        <pc:spChg chg="mod">
          <ac:chgData name="Andre Leon Gradvohl" userId="06cc6c77ff9aaaf9" providerId="LiveId" clId="{B67953B7-58BB-40BC-A724-058B206CE71E}" dt="2024-10-23T17:41:11.326" v="862" actId="1076"/>
          <ac:spMkLst>
            <pc:docMk/>
            <pc:sldMk cId="751807716" sldId="259"/>
            <ac:spMk id="15" creationId="{3A5DDE50-E038-7B25-2944-E4F631B9C85C}"/>
          </ac:spMkLst>
        </pc:spChg>
        <pc:spChg chg="mod">
          <ac:chgData name="Andre Leon Gradvohl" userId="06cc6c77ff9aaaf9" providerId="LiveId" clId="{B67953B7-58BB-40BC-A724-058B206CE71E}" dt="2024-10-23T17:44:06.109" v="869" actId="1076"/>
          <ac:spMkLst>
            <pc:docMk/>
            <pc:sldMk cId="751807716" sldId="259"/>
            <ac:spMk id="17" creationId="{3915903C-5156-0676-C63B-E80D6BE44647}"/>
          </ac:spMkLst>
        </pc:spChg>
        <pc:spChg chg="mod">
          <ac:chgData name="Andre Leon Gradvohl" userId="06cc6c77ff9aaaf9" providerId="LiveId" clId="{B67953B7-58BB-40BC-A724-058B206CE71E}" dt="2024-10-23T17:44:06.109" v="869" actId="1076"/>
          <ac:spMkLst>
            <pc:docMk/>
            <pc:sldMk cId="751807716" sldId="259"/>
            <ac:spMk id="18" creationId="{3D838343-5D99-AB34-160E-403788AD4E68}"/>
          </ac:spMkLst>
        </pc:spChg>
        <pc:spChg chg="mod">
          <ac:chgData name="Andre Leon Gradvohl" userId="06cc6c77ff9aaaf9" providerId="LiveId" clId="{B67953B7-58BB-40BC-A724-058B206CE71E}" dt="2024-10-23T17:44:06.109" v="869" actId="1076"/>
          <ac:spMkLst>
            <pc:docMk/>
            <pc:sldMk cId="751807716" sldId="259"/>
            <ac:spMk id="20" creationId="{67BF97B7-DD22-B85B-7DD0-587FE594F05D}"/>
          </ac:spMkLst>
        </pc:spChg>
        <pc:spChg chg="mod">
          <ac:chgData name="Andre Leon Gradvohl" userId="06cc6c77ff9aaaf9" providerId="LiveId" clId="{B67953B7-58BB-40BC-A724-058B206CE71E}" dt="2024-10-23T17:38:47.168" v="857" actId="1076"/>
          <ac:spMkLst>
            <pc:docMk/>
            <pc:sldMk cId="751807716" sldId="259"/>
            <ac:spMk id="21" creationId="{5DE4182D-4740-ADD2-B7DA-941FBEFFB1F9}"/>
          </ac:spMkLst>
        </pc:spChg>
        <pc:spChg chg="mod">
          <ac:chgData name="Andre Leon Gradvohl" userId="06cc6c77ff9aaaf9" providerId="LiveId" clId="{B67953B7-58BB-40BC-A724-058B206CE71E}" dt="2024-10-23T17:41:11.326" v="862" actId="1076"/>
          <ac:spMkLst>
            <pc:docMk/>
            <pc:sldMk cId="751807716" sldId="259"/>
            <ac:spMk id="22" creationId="{E1721563-3F87-3B82-9C57-12D4A65143F7}"/>
          </ac:spMkLst>
        </pc:spChg>
        <pc:spChg chg="mod">
          <ac:chgData name="Andre Leon Gradvohl" userId="06cc6c77ff9aaaf9" providerId="LiveId" clId="{B67953B7-58BB-40BC-A724-058B206CE71E}" dt="2024-10-23T17:44:57.392" v="870" actId="1076"/>
          <ac:spMkLst>
            <pc:docMk/>
            <pc:sldMk cId="751807716" sldId="259"/>
            <ac:spMk id="34" creationId="{8A27E398-AB9F-69B4-B043-86361946DCAF}"/>
          </ac:spMkLst>
        </pc:spChg>
        <pc:spChg chg="mod">
          <ac:chgData name="Andre Leon Gradvohl" userId="06cc6c77ff9aaaf9" providerId="LiveId" clId="{B67953B7-58BB-40BC-A724-058B206CE71E}" dt="2024-10-23T17:47:36.811" v="873" actId="1076"/>
          <ac:spMkLst>
            <pc:docMk/>
            <pc:sldMk cId="751807716" sldId="259"/>
            <ac:spMk id="36" creationId="{08DEB6AA-4623-DE65-DE82-FF768AB47F86}"/>
          </ac:spMkLst>
        </pc:spChg>
        <pc:spChg chg="mod">
          <ac:chgData name="Andre Leon Gradvohl" userId="06cc6c77ff9aaaf9" providerId="LiveId" clId="{B67953B7-58BB-40BC-A724-058B206CE71E}" dt="2024-10-23T17:47:36.811" v="873" actId="1076"/>
          <ac:spMkLst>
            <pc:docMk/>
            <pc:sldMk cId="751807716" sldId="259"/>
            <ac:spMk id="38" creationId="{FAAF430A-448D-33D4-76B4-020603DE7939}"/>
          </ac:spMkLst>
        </pc:spChg>
        <pc:spChg chg="mod">
          <ac:chgData name="Andre Leon Gradvohl" userId="06cc6c77ff9aaaf9" providerId="LiveId" clId="{B67953B7-58BB-40BC-A724-058B206CE71E}" dt="2024-10-23T17:47:36.811" v="873" actId="1076"/>
          <ac:spMkLst>
            <pc:docMk/>
            <pc:sldMk cId="751807716" sldId="259"/>
            <ac:spMk id="40" creationId="{8F0A3EA2-2AC4-B472-DBF9-0DF791802879}"/>
          </ac:spMkLst>
        </pc:spChg>
        <pc:spChg chg="mod">
          <ac:chgData name="Andre Leon Gradvohl" userId="06cc6c77ff9aaaf9" providerId="LiveId" clId="{B67953B7-58BB-40BC-A724-058B206CE71E}" dt="2024-10-23T17:44:57.392" v="870" actId="1076"/>
          <ac:spMkLst>
            <pc:docMk/>
            <pc:sldMk cId="751807716" sldId="259"/>
            <ac:spMk id="42" creationId="{F1212149-AFDB-D868-C23A-36576F9670DC}"/>
          </ac:spMkLst>
        </pc:spChg>
        <pc:spChg chg="mod">
          <ac:chgData name="Andre Leon Gradvohl" userId="06cc6c77ff9aaaf9" providerId="LiveId" clId="{B67953B7-58BB-40BC-A724-058B206CE71E}" dt="2024-10-23T17:51:39.805" v="875" actId="1076"/>
          <ac:spMkLst>
            <pc:docMk/>
            <pc:sldMk cId="751807716" sldId="259"/>
            <ac:spMk id="46" creationId="{B58CDFAE-8C1D-7E09-7F6B-19213FCB610E}"/>
          </ac:spMkLst>
        </pc:spChg>
        <pc:spChg chg="mod">
          <ac:chgData name="Andre Leon Gradvohl" userId="06cc6c77ff9aaaf9" providerId="LiveId" clId="{B67953B7-58BB-40BC-A724-058B206CE71E}" dt="2024-10-23T17:51:39.805" v="875" actId="1076"/>
          <ac:spMkLst>
            <pc:docMk/>
            <pc:sldMk cId="751807716" sldId="259"/>
            <ac:spMk id="48" creationId="{0C227BBB-DF0D-5C74-BBCB-AD8888C75C45}"/>
          </ac:spMkLst>
        </pc:spChg>
        <pc:spChg chg="mod">
          <ac:chgData name="Andre Leon Gradvohl" userId="06cc6c77ff9aaaf9" providerId="LiveId" clId="{B67953B7-58BB-40BC-A724-058B206CE71E}" dt="2024-10-23T17:51:39.805" v="875" actId="1076"/>
          <ac:spMkLst>
            <pc:docMk/>
            <pc:sldMk cId="751807716" sldId="259"/>
            <ac:spMk id="50" creationId="{885448D2-330B-B233-183F-B3F28F57B9F9}"/>
          </ac:spMkLst>
        </pc:spChg>
        <pc:spChg chg="mod">
          <ac:chgData name="Andre Leon Gradvohl" userId="06cc6c77ff9aaaf9" providerId="LiveId" clId="{B67953B7-58BB-40BC-A724-058B206CE71E}" dt="2024-10-23T17:51:39.805" v="875" actId="1076"/>
          <ac:spMkLst>
            <pc:docMk/>
            <pc:sldMk cId="751807716" sldId="259"/>
            <ac:spMk id="52" creationId="{2397DB6F-7CBA-5348-7D0F-C4F89A5C650E}"/>
          </ac:spMkLst>
        </pc:spChg>
        <pc:spChg chg="mod">
          <ac:chgData name="Andre Leon Gradvohl" userId="06cc6c77ff9aaaf9" providerId="LiveId" clId="{B67953B7-58BB-40BC-A724-058B206CE71E}" dt="2024-10-23T17:51:39.805" v="875" actId="1076"/>
          <ac:spMkLst>
            <pc:docMk/>
            <pc:sldMk cId="751807716" sldId="259"/>
            <ac:spMk id="54" creationId="{78C4033F-A0ED-7753-DC35-5AD19AFB52C2}"/>
          </ac:spMkLst>
        </pc:spChg>
        <pc:spChg chg="mod">
          <ac:chgData name="Andre Leon Gradvohl" userId="06cc6c77ff9aaaf9" providerId="LiveId" clId="{B67953B7-58BB-40BC-A724-058B206CE71E}" dt="2024-10-23T18:01:06.793" v="887" actId="1076"/>
          <ac:spMkLst>
            <pc:docMk/>
            <pc:sldMk cId="751807716" sldId="259"/>
            <ac:spMk id="56" creationId="{FA52B2F2-25A6-E72D-76A7-8C41083F7AC8}"/>
          </ac:spMkLst>
        </pc:spChg>
        <pc:spChg chg="mod">
          <ac:chgData name="Andre Leon Gradvohl" userId="06cc6c77ff9aaaf9" providerId="LiveId" clId="{B67953B7-58BB-40BC-A724-058B206CE71E}" dt="2024-10-23T18:27:35.416" v="1065" actId="14100"/>
          <ac:spMkLst>
            <pc:docMk/>
            <pc:sldMk cId="751807716" sldId="259"/>
            <ac:spMk id="58" creationId="{D196114F-B9AA-41B6-7FCD-7B3B03B30DBF}"/>
          </ac:spMkLst>
        </pc:spChg>
        <pc:spChg chg="mod">
          <ac:chgData name="Andre Leon Gradvohl" userId="06cc6c77ff9aaaf9" providerId="LiveId" clId="{B67953B7-58BB-40BC-A724-058B206CE71E}" dt="2024-10-23T18:01:06.793" v="887" actId="1076"/>
          <ac:spMkLst>
            <pc:docMk/>
            <pc:sldMk cId="751807716" sldId="259"/>
            <ac:spMk id="59" creationId="{9CD2E76C-7D43-34CC-ED0A-8C57445A071B}"/>
          </ac:spMkLst>
        </pc:spChg>
        <pc:spChg chg="mod">
          <ac:chgData name="Andre Leon Gradvohl" userId="06cc6c77ff9aaaf9" providerId="LiveId" clId="{B67953B7-58BB-40BC-A724-058B206CE71E}" dt="2024-10-23T18:01:06.793" v="887" actId="1076"/>
          <ac:spMkLst>
            <pc:docMk/>
            <pc:sldMk cId="751807716" sldId="259"/>
            <ac:spMk id="68" creationId="{3222DA03-9F35-07DF-E025-0966EBBF53FA}"/>
          </ac:spMkLst>
        </pc:spChg>
        <pc:spChg chg="mod">
          <ac:chgData name="Andre Leon Gradvohl" userId="06cc6c77ff9aaaf9" providerId="LiveId" clId="{B67953B7-58BB-40BC-A724-058B206CE71E}" dt="2024-10-23T18:01:06.793" v="887" actId="1076"/>
          <ac:spMkLst>
            <pc:docMk/>
            <pc:sldMk cId="751807716" sldId="259"/>
            <ac:spMk id="69" creationId="{0076A572-D65A-65DD-1BA6-364A2DE2B6F2}"/>
          </ac:spMkLst>
        </pc:spChg>
        <pc:spChg chg="mod">
          <ac:chgData name="Andre Leon Gradvohl" userId="06cc6c77ff9aaaf9" providerId="LiveId" clId="{B67953B7-58BB-40BC-A724-058B206CE71E}" dt="2024-10-23T18:01:43.750" v="889" actId="1076"/>
          <ac:spMkLst>
            <pc:docMk/>
            <pc:sldMk cId="751807716" sldId="259"/>
            <ac:spMk id="70" creationId="{87254901-F006-B180-2345-CB411C9668AD}"/>
          </ac:spMkLst>
        </pc:spChg>
        <pc:spChg chg="mod">
          <ac:chgData name="Andre Leon Gradvohl" userId="06cc6c77ff9aaaf9" providerId="LiveId" clId="{B67953B7-58BB-40BC-A724-058B206CE71E}" dt="2024-10-23T18:04:16.187" v="892" actId="1076"/>
          <ac:spMkLst>
            <pc:docMk/>
            <pc:sldMk cId="751807716" sldId="259"/>
            <ac:spMk id="71" creationId="{531C9252-4F06-E527-4B5E-D2535F48C76E}"/>
          </ac:spMkLst>
        </pc:spChg>
        <pc:spChg chg="mod">
          <ac:chgData name="Andre Leon Gradvohl" userId="06cc6c77ff9aaaf9" providerId="LiveId" clId="{B67953B7-58BB-40BC-A724-058B206CE71E}" dt="2024-10-23T18:04:16.187" v="892" actId="1076"/>
          <ac:spMkLst>
            <pc:docMk/>
            <pc:sldMk cId="751807716" sldId="259"/>
            <ac:spMk id="72" creationId="{7DA7BFD5-0139-B51F-674B-7959BCD54CCB}"/>
          </ac:spMkLst>
        </pc:spChg>
        <pc:spChg chg="mod">
          <ac:chgData name="Andre Leon Gradvohl" userId="06cc6c77ff9aaaf9" providerId="LiveId" clId="{B67953B7-58BB-40BC-A724-058B206CE71E}" dt="2024-10-23T18:04:16.187" v="892" actId="1076"/>
          <ac:spMkLst>
            <pc:docMk/>
            <pc:sldMk cId="751807716" sldId="259"/>
            <ac:spMk id="73" creationId="{35454E6F-7DCB-FFBF-6B4E-A1BBA64A8294}"/>
          </ac:spMkLst>
        </pc:spChg>
        <pc:spChg chg="mod">
          <ac:chgData name="Andre Leon Gradvohl" userId="06cc6c77ff9aaaf9" providerId="LiveId" clId="{B67953B7-58BB-40BC-A724-058B206CE71E}" dt="2024-10-23T18:04:02.233" v="891" actId="1076"/>
          <ac:spMkLst>
            <pc:docMk/>
            <pc:sldMk cId="751807716" sldId="259"/>
            <ac:spMk id="74" creationId="{7E8FBF51-5CAF-90B2-3740-36DD5D574AD1}"/>
          </ac:spMkLst>
        </pc:spChg>
        <pc:spChg chg="mod">
          <ac:chgData name="Andre Leon Gradvohl" userId="06cc6c77ff9aaaf9" providerId="LiveId" clId="{B67953B7-58BB-40BC-A724-058B206CE71E}" dt="2024-10-23T18:04:02.233" v="891" actId="1076"/>
          <ac:spMkLst>
            <pc:docMk/>
            <pc:sldMk cId="751807716" sldId="259"/>
            <ac:spMk id="75" creationId="{9C6EB1CD-9DB8-A389-415B-A7617B657593}"/>
          </ac:spMkLst>
        </pc:spChg>
        <pc:spChg chg="mod">
          <ac:chgData name="Andre Leon Gradvohl" userId="06cc6c77ff9aaaf9" providerId="LiveId" clId="{B67953B7-58BB-40BC-A724-058B206CE71E}" dt="2024-10-23T18:05:58.100" v="897" actId="1076"/>
          <ac:spMkLst>
            <pc:docMk/>
            <pc:sldMk cId="751807716" sldId="259"/>
            <ac:spMk id="76" creationId="{CF4CB0F4-F592-EA3A-E361-698063FC2BB5}"/>
          </ac:spMkLst>
        </pc:spChg>
        <pc:spChg chg="mod">
          <ac:chgData name="Andre Leon Gradvohl" userId="06cc6c77ff9aaaf9" providerId="LiveId" clId="{B67953B7-58BB-40BC-A724-058B206CE71E}" dt="2024-10-23T18:05:58.100" v="897" actId="1076"/>
          <ac:spMkLst>
            <pc:docMk/>
            <pc:sldMk cId="751807716" sldId="259"/>
            <ac:spMk id="77" creationId="{E70CF529-A069-C747-FB9E-F9E93016972F}"/>
          </ac:spMkLst>
        </pc:spChg>
        <pc:spChg chg="mod">
          <ac:chgData name="Andre Leon Gradvohl" userId="06cc6c77ff9aaaf9" providerId="LiveId" clId="{B67953B7-58BB-40BC-A724-058B206CE71E}" dt="2024-10-23T18:05:58.100" v="897" actId="1076"/>
          <ac:spMkLst>
            <pc:docMk/>
            <pc:sldMk cId="751807716" sldId="259"/>
            <ac:spMk id="78" creationId="{040825A9-A80C-AACD-AABB-28DE3D5E1242}"/>
          </ac:spMkLst>
        </pc:spChg>
        <pc:spChg chg="mod">
          <ac:chgData name="Andre Leon Gradvohl" userId="06cc6c77ff9aaaf9" providerId="LiveId" clId="{B67953B7-58BB-40BC-A724-058B206CE71E}" dt="2024-10-23T18:05:45.459" v="896" actId="1076"/>
          <ac:spMkLst>
            <pc:docMk/>
            <pc:sldMk cId="751807716" sldId="259"/>
            <ac:spMk id="79" creationId="{4AD65C9F-B442-BC0D-7456-5389D0E52C07}"/>
          </ac:spMkLst>
        </pc:spChg>
        <pc:spChg chg="mod">
          <ac:chgData name="Andre Leon Gradvohl" userId="06cc6c77ff9aaaf9" providerId="LiveId" clId="{B67953B7-58BB-40BC-A724-058B206CE71E}" dt="2024-10-23T18:05:45.459" v="896" actId="1076"/>
          <ac:spMkLst>
            <pc:docMk/>
            <pc:sldMk cId="751807716" sldId="259"/>
            <ac:spMk id="80" creationId="{3A161283-0DF9-2198-4263-074E661AAF0F}"/>
          </ac:spMkLst>
        </pc:spChg>
        <pc:spChg chg="mod">
          <ac:chgData name="Andre Leon Gradvohl" userId="06cc6c77ff9aaaf9" providerId="LiveId" clId="{B67953B7-58BB-40BC-A724-058B206CE71E}" dt="2024-10-23T18:07:49.506" v="900" actId="1076"/>
          <ac:spMkLst>
            <pc:docMk/>
            <pc:sldMk cId="751807716" sldId="259"/>
            <ac:spMk id="81" creationId="{648E802B-B9AE-1E21-60A5-64C47B9B645E}"/>
          </ac:spMkLst>
        </pc:spChg>
        <pc:spChg chg="mod">
          <ac:chgData name="Andre Leon Gradvohl" userId="06cc6c77ff9aaaf9" providerId="LiveId" clId="{B67953B7-58BB-40BC-A724-058B206CE71E}" dt="2024-10-23T18:07:49.506" v="900" actId="1076"/>
          <ac:spMkLst>
            <pc:docMk/>
            <pc:sldMk cId="751807716" sldId="259"/>
            <ac:spMk id="82" creationId="{4CF1179F-EF7C-0F57-7A1F-6850A2E0E324}"/>
          </ac:spMkLst>
        </pc:spChg>
        <pc:spChg chg="mod">
          <ac:chgData name="Andre Leon Gradvohl" userId="06cc6c77ff9aaaf9" providerId="LiveId" clId="{B67953B7-58BB-40BC-A724-058B206CE71E}" dt="2024-10-23T18:07:49.506" v="900" actId="1076"/>
          <ac:spMkLst>
            <pc:docMk/>
            <pc:sldMk cId="751807716" sldId="259"/>
            <ac:spMk id="83" creationId="{6907EE9F-6062-3616-5AA7-A4AE14918393}"/>
          </ac:spMkLst>
        </pc:spChg>
        <pc:spChg chg="mod">
          <ac:chgData name="Andre Leon Gradvohl" userId="06cc6c77ff9aaaf9" providerId="LiveId" clId="{B67953B7-58BB-40BC-A724-058B206CE71E}" dt="2024-10-23T18:07:35.879" v="899" actId="1076"/>
          <ac:spMkLst>
            <pc:docMk/>
            <pc:sldMk cId="751807716" sldId="259"/>
            <ac:spMk id="84" creationId="{BBFEAC64-5A59-512E-78B1-2EBCFB3BEAFD}"/>
          </ac:spMkLst>
        </pc:spChg>
        <pc:spChg chg="mod">
          <ac:chgData name="Andre Leon Gradvohl" userId="06cc6c77ff9aaaf9" providerId="LiveId" clId="{B67953B7-58BB-40BC-A724-058B206CE71E}" dt="2024-10-23T18:07:35.879" v="899" actId="1076"/>
          <ac:spMkLst>
            <pc:docMk/>
            <pc:sldMk cId="751807716" sldId="259"/>
            <ac:spMk id="85" creationId="{784C0139-3221-0EE9-A638-AC89886D0428}"/>
          </ac:spMkLst>
        </pc:spChg>
        <pc:spChg chg="mod">
          <ac:chgData name="Andre Leon Gradvohl" userId="06cc6c77ff9aaaf9" providerId="LiveId" clId="{B67953B7-58BB-40BC-A724-058B206CE71E}" dt="2024-10-23T18:08:05.785" v="901" actId="1076"/>
          <ac:spMkLst>
            <pc:docMk/>
            <pc:sldMk cId="751807716" sldId="259"/>
            <ac:spMk id="86" creationId="{76EFF590-6DDB-686E-27D5-62C6DD851748}"/>
          </ac:spMkLst>
        </pc:spChg>
        <pc:spChg chg="mod">
          <ac:chgData name="Andre Leon Gradvohl" userId="06cc6c77ff9aaaf9" providerId="LiveId" clId="{B67953B7-58BB-40BC-A724-058B206CE71E}" dt="2024-10-23T18:08:05.785" v="901" actId="1076"/>
          <ac:spMkLst>
            <pc:docMk/>
            <pc:sldMk cId="751807716" sldId="259"/>
            <ac:spMk id="87" creationId="{10958DD3-A523-FE89-97D5-29251780850D}"/>
          </ac:spMkLst>
        </pc:spChg>
        <pc:spChg chg="mod">
          <ac:chgData name="Andre Leon Gradvohl" userId="06cc6c77ff9aaaf9" providerId="LiveId" clId="{B67953B7-58BB-40BC-A724-058B206CE71E}" dt="2024-10-23T18:08:05.785" v="901" actId="1076"/>
          <ac:spMkLst>
            <pc:docMk/>
            <pc:sldMk cId="751807716" sldId="259"/>
            <ac:spMk id="88" creationId="{DF16CA7F-055B-57A6-18B8-DBBA933213C6}"/>
          </ac:spMkLst>
        </pc:spChg>
        <pc:spChg chg="mod">
          <ac:chgData name="Andre Leon Gradvohl" userId="06cc6c77ff9aaaf9" providerId="LiveId" clId="{B67953B7-58BB-40BC-A724-058B206CE71E}" dt="2024-10-23T18:08:05.785" v="901" actId="1076"/>
          <ac:spMkLst>
            <pc:docMk/>
            <pc:sldMk cId="751807716" sldId="259"/>
            <ac:spMk id="89" creationId="{5A6DEA8E-EA6E-8F20-DACC-3EDB89C9EEE8}"/>
          </ac:spMkLst>
        </pc:spChg>
        <pc:graphicFrameChg chg="mod modGraphic">
          <ac:chgData name="Andre Leon Gradvohl" userId="06cc6c77ff9aaaf9" providerId="LiveId" clId="{B67953B7-58BB-40BC-A724-058B206CE71E}" dt="2024-10-23T17:17:43.031" v="723" actId="20577"/>
          <ac:graphicFrameMkLst>
            <pc:docMk/>
            <pc:sldMk cId="751807716" sldId="259"/>
            <ac:graphicFrameMk id="55" creationId="{EF23C323-0495-0537-8AC8-6919FEE98798}"/>
          </ac:graphicFrameMkLst>
        </pc:graphicFrameChg>
        <pc:graphicFrameChg chg="mod modGraphic">
          <ac:chgData name="Andre Leon Gradvohl" userId="06cc6c77ff9aaaf9" providerId="LiveId" clId="{B67953B7-58BB-40BC-A724-058B206CE71E}" dt="2024-10-23T17:17:52.473" v="730" actId="20577"/>
          <ac:graphicFrameMkLst>
            <pc:docMk/>
            <pc:sldMk cId="751807716" sldId="259"/>
            <ac:graphicFrameMk id="57" creationId="{7A7D2ABA-6574-FFF0-FAAB-4B0BFB223B2F}"/>
          </ac:graphicFrameMkLst>
        </pc:graphicFrameChg>
        <pc:cxnChg chg="add mod">
          <ac:chgData name="Andre Leon Gradvohl" userId="06cc6c77ff9aaaf9" providerId="LiveId" clId="{B67953B7-58BB-40BC-A724-058B206CE71E}" dt="2024-10-23T17:20:49.046" v="749" actId="14100"/>
          <ac:cxnSpMkLst>
            <pc:docMk/>
            <pc:sldMk cId="751807716" sldId="259"/>
            <ac:cxnSpMk id="10" creationId="{780A156A-04DB-E3A3-A36E-9E4E616A5D42}"/>
          </ac:cxnSpMkLst>
        </pc:cxnChg>
        <pc:cxnChg chg="add mod">
          <ac:chgData name="Andre Leon Gradvohl" userId="06cc6c77ff9aaaf9" providerId="LiveId" clId="{B67953B7-58BB-40BC-A724-058B206CE71E}" dt="2024-10-23T17:21:05.755" v="752" actId="14100"/>
          <ac:cxnSpMkLst>
            <pc:docMk/>
            <pc:sldMk cId="751807716" sldId="259"/>
            <ac:cxnSpMk id="14" creationId="{F3FA812F-62B0-DB5A-3E57-E2B6FFC34F42}"/>
          </ac:cxnSpMkLst>
        </pc:cxnChg>
        <pc:cxnChg chg="add mod">
          <ac:chgData name="Andre Leon Gradvohl" userId="06cc6c77ff9aaaf9" providerId="LiveId" clId="{B67953B7-58BB-40BC-A724-058B206CE71E}" dt="2024-10-23T17:22:11.935" v="757" actId="14100"/>
          <ac:cxnSpMkLst>
            <pc:docMk/>
            <pc:sldMk cId="751807716" sldId="259"/>
            <ac:cxnSpMk id="19" creationId="{5FD674F9-8629-B919-C1DD-329A4BEA29DC}"/>
          </ac:cxnSpMkLst>
        </pc:cxnChg>
        <pc:cxnChg chg="del">
          <ac:chgData name="Andre Leon Gradvohl" userId="06cc6c77ff9aaaf9" providerId="LiveId" clId="{B67953B7-58BB-40BC-A724-058B206CE71E}" dt="2024-10-23T17:18:39.029" v="736" actId="478"/>
          <ac:cxnSpMkLst>
            <pc:docMk/>
            <pc:sldMk cId="751807716" sldId="259"/>
            <ac:cxnSpMk id="24" creationId="{1BCB44B7-D045-1AD5-BC36-DF91681D95B5}"/>
          </ac:cxnSpMkLst>
        </pc:cxnChg>
        <pc:cxnChg chg="add mod">
          <ac:chgData name="Andre Leon Gradvohl" userId="06cc6c77ff9aaaf9" providerId="LiveId" clId="{B67953B7-58BB-40BC-A724-058B206CE71E}" dt="2024-10-23T17:23:44.102" v="767" actId="14100"/>
          <ac:cxnSpMkLst>
            <pc:docMk/>
            <pc:sldMk cId="751807716" sldId="259"/>
            <ac:cxnSpMk id="25" creationId="{83228898-A248-17E6-4DA5-6C9F30A3B3EC}"/>
          </ac:cxnSpMkLst>
        </pc:cxnChg>
        <pc:cxnChg chg="del">
          <ac:chgData name="Andre Leon Gradvohl" userId="06cc6c77ff9aaaf9" providerId="LiveId" clId="{B67953B7-58BB-40BC-A724-058B206CE71E}" dt="2024-10-23T17:18:42.773" v="737" actId="478"/>
          <ac:cxnSpMkLst>
            <pc:docMk/>
            <pc:sldMk cId="751807716" sldId="259"/>
            <ac:cxnSpMk id="27" creationId="{4A170728-8B68-B009-A412-9FA29844B183}"/>
          </ac:cxnSpMkLst>
        </pc:cxnChg>
        <pc:cxnChg chg="add mod">
          <ac:chgData name="Andre Leon Gradvohl" userId="06cc6c77ff9aaaf9" providerId="LiveId" clId="{B67953B7-58BB-40BC-A724-058B206CE71E}" dt="2024-10-23T17:23:58.401" v="770" actId="14100"/>
          <ac:cxnSpMkLst>
            <pc:docMk/>
            <pc:sldMk cId="751807716" sldId="259"/>
            <ac:cxnSpMk id="28" creationId="{10D8EC5A-488A-E6E6-5AD4-35D1717276B2}"/>
          </ac:cxnSpMkLst>
        </pc:cxnChg>
        <pc:cxnChg chg="add mod">
          <ac:chgData name="Andre Leon Gradvohl" userId="06cc6c77ff9aaaf9" providerId="LiveId" clId="{B67953B7-58BB-40BC-A724-058B206CE71E}" dt="2024-10-23T17:24:10.090" v="773" actId="14100"/>
          <ac:cxnSpMkLst>
            <pc:docMk/>
            <pc:sldMk cId="751807716" sldId="259"/>
            <ac:cxnSpMk id="30" creationId="{177C077C-5682-969B-93B6-C34A96695C1F}"/>
          </ac:cxnSpMkLst>
        </pc:cxnChg>
        <pc:cxnChg chg="del">
          <ac:chgData name="Andre Leon Gradvohl" userId="06cc6c77ff9aaaf9" providerId="LiveId" clId="{B67953B7-58BB-40BC-A724-058B206CE71E}" dt="2024-10-23T17:18:45.952" v="738" actId="478"/>
          <ac:cxnSpMkLst>
            <pc:docMk/>
            <pc:sldMk cId="751807716" sldId="259"/>
            <ac:cxnSpMk id="32" creationId="{3878CBA6-F53F-DFEF-35CB-EC1200A5D682}"/>
          </ac:cxnSpMkLst>
        </pc:cxnChg>
        <pc:cxnChg chg="add mod">
          <ac:chgData name="Andre Leon Gradvohl" userId="06cc6c77ff9aaaf9" providerId="LiveId" clId="{B67953B7-58BB-40BC-A724-058B206CE71E}" dt="2024-10-23T17:26:00.520" v="779" actId="14100"/>
          <ac:cxnSpMkLst>
            <pc:docMk/>
            <pc:sldMk cId="751807716" sldId="259"/>
            <ac:cxnSpMk id="33" creationId="{CE1D7A7F-90D5-EE29-1A2D-2224EDADBDCC}"/>
          </ac:cxnSpMkLst>
        </pc:cxnChg>
        <pc:cxnChg chg="add mod">
          <ac:chgData name="Andre Leon Gradvohl" userId="06cc6c77ff9aaaf9" providerId="LiveId" clId="{B67953B7-58BB-40BC-A724-058B206CE71E}" dt="2024-10-23T17:26:25.875" v="786" actId="1035"/>
          <ac:cxnSpMkLst>
            <pc:docMk/>
            <pc:sldMk cId="751807716" sldId="259"/>
            <ac:cxnSpMk id="37" creationId="{CFAB8AF5-236D-7D5B-48A4-EE05CE1152E1}"/>
          </ac:cxnSpMkLst>
        </pc:cxnChg>
        <pc:cxnChg chg="add mod">
          <ac:chgData name="Andre Leon Gradvohl" userId="06cc6c77ff9aaaf9" providerId="LiveId" clId="{B67953B7-58BB-40BC-A724-058B206CE71E}" dt="2024-10-23T17:26:42.528" v="789" actId="14100"/>
          <ac:cxnSpMkLst>
            <pc:docMk/>
            <pc:sldMk cId="751807716" sldId="259"/>
            <ac:cxnSpMk id="41" creationId="{B0968466-E430-64D9-A86F-3C903DF6E9CB}"/>
          </ac:cxnSpMkLst>
        </pc:cxnChg>
        <pc:cxnChg chg="add mod">
          <ac:chgData name="Andre Leon Gradvohl" userId="06cc6c77ff9aaaf9" providerId="LiveId" clId="{B67953B7-58BB-40BC-A724-058B206CE71E}" dt="2024-10-23T17:27:29.143" v="793" actId="14100"/>
          <ac:cxnSpMkLst>
            <pc:docMk/>
            <pc:sldMk cId="751807716" sldId="259"/>
            <ac:cxnSpMk id="44" creationId="{61185EA2-5D07-FD60-16D9-02E7C29120F7}"/>
          </ac:cxnSpMkLst>
        </pc:cxnChg>
        <pc:cxnChg chg="add mod">
          <ac:chgData name="Andre Leon Gradvohl" userId="06cc6c77ff9aaaf9" providerId="LiveId" clId="{B67953B7-58BB-40BC-A724-058B206CE71E}" dt="2024-10-23T17:27:43.962" v="796" actId="14100"/>
          <ac:cxnSpMkLst>
            <pc:docMk/>
            <pc:sldMk cId="751807716" sldId="259"/>
            <ac:cxnSpMk id="47" creationId="{A2EFE5E6-8944-1971-3B52-504AA754B724}"/>
          </ac:cxnSpMkLst>
        </pc:cxnChg>
        <pc:cxnChg chg="add mod">
          <ac:chgData name="Andre Leon Gradvohl" userId="06cc6c77ff9aaaf9" providerId="LiveId" clId="{B67953B7-58BB-40BC-A724-058B206CE71E}" dt="2024-10-23T17:32:03.373" v="831" actId="208"/>
          <ac:cxnSpMkLst>
            <pc:docMk/>
            <pc:sldMk cId="751807716" sldId="259"/>
            <ac:cxnSpMk id="51" creationId="{48AE5984-9F8B-05DF-35F7-1B0888CFC78E}"/>
          </ac:cxnSpMkLst>
        </pc:cxnChg>
        <pc:cxnChg chg="mod">
          <ac:chgData name="Andre Leon Gradvohl" userId="06cc6c77ff9aaaf9" providerId="LiveId" clId="{B67953B7-58BB-40BC-A724-058B206CE71E}" dt="2024-10-23T17:23:01.948" v="761" actId="208"/>
          <ac:cxnSpMkLst>
            <pc:docMk/>
            <pc:sldMk cId="751807716" sldId="259"/>
            <ac:cxnSpMk id="62" creationId="{95370CD5-5076-3A3A-C344-F018F1FDE031}"/>
          </ac:cxnSpMkLst>
        </pc:cxnChg>
        <pc:cxnChg chg="mod">
          <ac:chgData name="Andre Leon Gradvohl" userId="06cc6c77ff9aaaf9" providerId="LiveId" clId="{B67953B7-58BB-40BC-A724-058B206CE71E}" dt="2024-10-23T17:23:05.493" v="762" actId="208"/>
          <ac:cxnSpMkLst>
            <pc:docMk/>
            <pc:sldMk cId="751807716" sldId="259"/>
            <ac:cxnSpMk id="63" creationId="{05CC1C9C-C52E-C3C0-193C-CAA495E3497E}"/>
          </ac:cxnSpMkLst>
        </pc:cxnChg>
        <pc:cxnChg chg="mod">
          <ac:chgData name="Andre Leon Gradvohl" userId="06cc6c77ff9aaaf9" providerId="LiveId" clId="{B67953B7-58BB-40BC-A724-058B206CE71E}" dt="2024-10-23T17:23:10.290" v="763" actId="208"/>
          <ac:cxnSpMkLst>
            <pc:docMk/>
            <pc:sldMk cId="751807716" sldId="259"/>
            <ac:cxnSpMk id="66" creationId="{5734908F-7DF3-FEB5-750E-D1BC12317C94}"/>
          </ac:cxnSpMkLst>
        </pc:cxnChg>
        <pc:cxnChg chg="mod">
          <ac:chgData name="Andre Leon Gradvohl" userId="06cc6c77ff9aaaf9" providerId="LiveId" clId="{B67953B7-58BB-40BC-A724-058B206CE71E}" dt="2024-10-23T17:23:11.930" v="764" actId="208"/>
          <ac:cxnSpMkLst>
            <pc:docMk/>
            <pc:sldMk cId="751807716" sldId="259"/>
            <ac:cxnSpMk id="67" creationId="{A7D6864A-5963-775B-40D3-EC3E1FB8EA5B}"/>
          </ac:cxnSpMkLst>
        </pc:cxnChg>
        <pc:cxnChg chg="add mod">
          <ac:chgData name="Andre Leon Gradvohl" userId="06cc6c77ff9aaaf9" providerId="LiveId" clId="{B67953B7-58BB-40BC-A724-058B206CE71E}" dt="2024-10-23T17:32:03.373" v="831" actId="208"/>
          <ac:cxnSpMkLst>
            <pc:docMk/>
            <pc:sldMk cId="751807716" sldId="259"/>
            <ac:cxnSpMk id="90" creationId="{5A6C25D4-FA23-821F-B06D-AB4EEC022E47}"/>
          </ac:cxnSpMkLst>
        </pc:cxnChg>
        <pc:cxnChg chg="del">
          <ac:chgData name="Andre Leon Gradvohl" userId="06cc6c77ff9aaaf9" providerId="LiveId" clId="{B67953B7-58BB-40BC-A724-058B206CE71E}" dt="2024-10-23T17:18:48.487" v="739" actId="478"/>
          <ac:cxnSpMkLst>
            <pc:docMk/>
            <pc:sldMk cId="751807716" sldId="259"/>
            <ac:cxnSpMk id="92" creationId="{832B7C0D-EE35-491E-B533-9405C830FF3A}"/>
          </ac:cxnSpMkLst>
        </pc:cxnChg>
        <pc:cxnChg chg="add mod">
          <ac:chgData name="Andre Leon Gradvohl" userId="06cc6c77ff9aaaf9" providerId="LiveId" clId="{B67953B7-58BB-40BC-A724-058B206CE71E}" dt="2024-10-23T17:32:58.681" v="838" actId="14100"/>
          <ac:cxnSpMkLst>
            <pc:docMk/>
            <pc:sldMk cId="751807716" sldId="259"/>
            <ac:cxnSpMk id="93" creationId="{5E6DA0FD-BA8A-BB9E-0F0A-08000373B23F}"/>
          </ac:cxnSpMkLst>
        </pc:cxnChg>
        <pc:cxnChg chg="del">
          <ac:chgData name="Andre Leon Gradvohl" userId="06cc6c77ff9aaaf9" providerId="LiveId" clId="{B67953B7-58BB-40BC-A724-058B206CE71E}" dt="2024-10-23T17:18:55.757" v="743" actId="478"/>
          <ac:cxnSpMkLst>
            <pc:docMk/>
            <pc:sldMk cId="751807716" sldId="259"/>
            <ac:cxnSpMk id="94" creationId="{27353BCD-23D6-72E9-87E1-E57E0A0BDA45}"/>
          </ac:cxnSpMkLst>
        </pc:cxnChg>
        <pc:cxnChg chg="add mod">
          <ac:chgData name="Andre Leon Gradvohl" userId="06cc6c77ff9aaaf9" providerId="LiveId" clId="{B67953B7-58BB-40BC-A724-058B206CE71E}" dt="2024-10-23T17:32:52.887" v="837" actId="14100"/>
          <ac:cxnSpMkLst>
            <pc:docMk/>
            <pc:sldMk cId="751807716" sldId="259"/>
            <ac:cxnSpMk id="96" creationId="{B7068EB8-77CF-7743-4E54-57E6152BACFB}"/>
          </ac:cxnSpMkLst>
        </pc:cxnChg>
        <pc:cxnChg chg="del">
          <ac:chgData name="Andre Leon Gradvohl" userId="06cc6c77ff9aaaf9" providerId="LiveId" clId="{B67953B7-58BB-40BC-A724-058B206CE71E}" dt="2024-10-23T17:18:54.779" v="742" actId="478"/>
          <ac:cxnSpMkLst>
            <pc:docMk/>
            <pc:sldMk cId="751807716" sldId="259"/>
            <ac:cxnSpMk id="97" creationId="{C20C63F5-8B29-A599-CF61-9EE062FD97C1}"/>
          </ac:cxnSpMkLst>
        </pc:cxnChg>
        <pc:cxnChg chg="del">
          <ac:chgData name="Andre Leon Gradvohl" userId="06cc6c77ff9aaaf9" providerId="LiveId" clId="{B67953B7-58BB-40BC-A724-058B206CE71E}" dt="2024-10-23T17:18:53.349" v="741" actId="478"/>
          <ac:cxnSpMkLst>
            <pc:docMk/>
            <pc:sldMk cId="751807716" sldId="259"/>
            <ac:cxnSpMk id="100" creationId="{E6D6B7ED-F992-2940-D614-E0480399BF66}"/>
          </ac:cxnSpMkLst>
        </pc:cxnChg>
        <pc:cxnChg chg="add mod">
          <ac:chgData name="Andre Leon Gradvohl" userId="06cc6c77ff9aaaf9" providerId="LiveId" clId="{B67953B7-58BB-40BC-A724-058B206CE71E}" dt="2024-10-23T17:34:02.404" v="844" actId="14100"/>
          <ac:cxnSpMkLst>
            <pc:docMk/>
            <pc:sldMk cId="751807716" sldId="259"/>
            <ac:cxnSpMk id="101" creationId="{7E7EAC67-C2F2-8D07-8670-3827515C629D}"/>
          </ac:cxnSpMkLst>
        </pc:cxnChg>
        <pc:cxnChg chg="del">
          <ac:chgData name="Andre Leon Gradvohl" userId="06cc6c77ff9aaaf9" providerId="LiveId" clId="{B67953B7-58BB-40BC-A724-058B206CE71E}" dt="2024-10-23T17:18:52.160" v="740" actId="478"/>
          <ac:cxnSpMkLst>
            <pc:docMk/>
            <pc:sldMk cId="751807716" sldId="259"/>
            <ac:cxnSpMk id="102" creationId="{E15FF5CF-A945-16CC-0010-26C589C4781E}"/>
          </ac:cxnSpMkLst>
        </pc:cxnChg>
        <pc:cxnChg chg="del">
          <ac:chgData name="Andre Leon Gradvohl" userId="06cc6c77ff9aaaf9" providerId="LiveId" clId="{B67953B7-58BB-40BC-A724-058B206CE71E}" dt="2024-10-23T17:18:30.042" v="734" actId="478"/>
          <ac:cxnSpMkLst>
            <pc:docMk/>
            <pc:sldMk cId="751807716" sldId="259"/>
            <ac:cxnSpMk id="103" creationId="{CC9EDA38-9C6A-BE13-0A82-7DDFD5A2E10A}"/>
          </ac:cxnSpMkLst>
        </pc:cxnChg>
        <pc:cxnChg chg="del">
          <ac:chgData name="Andre Leon Gradvohl" userId="06cc6c77ff9aaaf9" providerId="LiveId" clId="{B67953B7-58BB-40BC-A724-058B206CE71E}" dt="2024-10-23T17:18:34.167" v="735" actId="478"/>
          <ac:cxnSpMkLst>
            <pc:docMk/>
            <pc:sldMk cId="751807716" sldId="259"/>
            <ac:cxnSpMk id="106" creationId="{8AAE35DD-3512-E544-3922-EA3DF884F17E}"/>
          </ac:cxnSpMkLst>
        </pc:cxnChg>
        <pc:cxnChg chg="del">
          <ac:chgData name="Andre Leon Gradvohl" userId="06cc6c77ff9aaaf9" providerId="LiveId" clId="{B67953B7-58BB-40BC-A724-058B206CE71E}" dt="2024-10-23T17:18:34.167" v="735" actId="478"/>
          <ac:cxnSpMkLst>
            <pc:docMk/>
            <pc:sldMk cId="751807716" sldId="259"/>
            <ac:cxnSpMk id="108" creationId="{13583E56-FE7B-0748-6AB6-1A66D3197238}"/>
          </ac:cxnSpMkLst>
        </pc:cxnChg>
        <pc:cxnChg chg="del">
          <ac:chgData name="Andre Leon Gradvohl" userId="06cc6c77ff9aaaf9" providerId="LiveId" clId="{B67953B7-58BB-40BC-A724-058B206CE71E}" dt="2024-10-23T17:18:34.167" v="735" actId="478"/>
          <ac:cxnSpMkLst>
            <pc:docMk/>
            <pc:sldMk cId="751807716" sldId="259"/>
            <ac:cxnSpMk id="109" creationId="{0E2D6F31-895E-B279-643F-9C4BFC2BF8F3}"/>
          </ac:cxnSpMkLst>
        </pc:cxnChg>
        <pc:cxnChg chg="add mod">
          <ac:chgData name="Andre Leon Gradvohl" userId="06cc6c77ff9aaaf9" providerId="LiveId" clId="{B67953B7-58BB-40BC-A724-058B206CE71E}" dt="2024-10-23T17:34:25.041" v="847" actId="14100"/>
          <ac:cxnSpMkLst>
            <pc:docMk/>
            <pc:sldMk cId="751807716" sldId="259"/>
            <ac:cxnSpMk id="111" creationId="{40139DE9-3B22-5159-FAA3-5027465AFF2D}"/>
          </ac:cxnSpMkLst>
        </pc:cxnChg>
        <pc:cxnChg chg="del">
          <ac:chgData name="Andre Leon Gradvohl" userId="06cc6c77ff9aaaf9" providerId="LiveId" clId="{B67953B7-58BB-40BC-A724-058B206CE71E}" dt="2024-10-23T17:18:34.167" v="735" actId="478"/>
          <ac:cxnSpMkLst>
            <pc:docMk/>
            <pc:sldMk cId="751807716" sldId="259"/>
            <ac:cxnSpMk id="112" creationId="{5CEACC53-C989-C225-407D-AB1DA5D205FC}"/>
          </ac:cxnSpMkLst>
        </pc:cxnChg>
        <pc:cxnChg chg="add mod">
          <ac:chgData name="Andre Leon Gradvohl" userId="06cc6c77ff9aaaf9" providerId="LiveId" clId="{B67953B7-58BB-40BC-A724-058B206CE71E}" dt="2024-10-23T17:37:22.640" v="855" actId="14100"/>
          <ac:cxnSpMkLst>
            <pc:docMk/>
            <pc:sldMk cId="751807716" sldId="259"/>
            <ac:cxnSpMk id="114" creationId="{7239870F-1977-A69E-5C39-04EE82157B69}"/>
          </ac:cxnSpMkLst>
        </pc:cxnChg>
      </pc:sldChg>
      <pc:sldChg chg="del">
        <pc:chgData name="Andre Leon Gradvohl" userId="06cc6c77ff9aaaf9" providerId="LiveId" clId="{B67953B7-58BB-40BC-A724-058B206CE71E}" dt="2024-10-23T13:07:10.198" v="119" actId="47"/>
        <pc:sldMkLst>
          <pc:docMk/>
          <pc:sldMk cId="3512308388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352F9-E0B1-4414-BEF3-9D97B262DD75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C1EBC-EECD-4613-8337-0882E3F93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67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841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C1EBC-EECD-4613-8337-0882E3F935C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898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1E0DB-5112-011F-38DF-A2B70EE31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9E3152-ED5B-99B4-EB12-390F81D35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52FC6F-72BB-94D2-A6E9-E5F7C034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593A2B-D267-B24F-F238-B0A6842F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B45E08-A9C3-8826-EA54-9D155DE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40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E84DC-E9E2-C810-DC6D-DCE334DE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15DF46-B502-CDDF-D4F6-F4F6A9FC2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F37CD8-BF6E-C77A-77AA-CE5210AC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EC6D2E-87A0-5DA2-34D9-4DD3BB08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709793-3BE3-FC90-3AB7-9808158D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54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27C41-EA58-9697-AE05-9CD99A31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B51E3D-5770-2894-68EE-D3A9BDC4A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AA9FB5-8A25-469C-7A55-51B728FD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FC3C6C-B97A-3D19-CE46-00887FCA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53EEC1-6F0D-0D3D-B701-273F43BF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66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917F0-DC9E-2870-6284-DA12018A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2A0F9-DB9A-5DE2-4E43-36C9B4546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8590A7-6462-9973-5791-9CF28EF6A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E98AE0-DD8D-4252-5309-2A0D090A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3D8DF1-F592-93A8-1CD2-A2B4FFFC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FFA239-22EA-6567-B857-2D8C5AB3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80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9DB40-D917-F3AA-E29C-1154B934E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DF1196-C95E-C35A-8022-58E75DC0C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D525DB-F7E4-E417-F429-9D458705E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F15622-8800-C5B5-B9D0-A88E92980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F24AEE-DA98-299F-55C5-38659E542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070B8B7-5682-985A-4E0D-659A4A67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13DB02-4675-6A39-717B-006D9D6F2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FD97A0-CCCA-B68C-3DA2-92D921B2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92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AAC04-D247-E4CE-E920-66BB2B41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CBCB50-A34A-C4FB-AE0A-D7978BD0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822928-1A70-3C7F-522B-2D1126A6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4731CD-330D-DF21-E6CB-CDCFB14E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63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8014D5-EEC0-8F9D-FC8E-9FE9384E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F027BC-F96B-CE20-B06E-24B172E0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FFBEA9-8C2C-B728-BCB2-A26BB837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30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E61C3-E727-DBEC-DCFF-295B07DE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EB18A9-0C5D-515A-28CF-D06F0B6CC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A1E09A-A1EB-29C7-AAB5-AEC2736D0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B21D40-CB20-AE9E-BB7A-EE3A06CA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222164-28BC-6520-A937-FC1FBCA9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294E9D-9449-31EE-0050-356BC3F7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63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FC380-4344-9053-36AB-6360F03C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EBAC9AF-29A0-EBFB-9CE9-399A16379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839277-F913-927F-F828-93A0D2359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075701-E55A-6913-A209-8D7ADADC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BBFAE4-77E0-CB80-D001-BA2C8623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0D7171-91C7-B9FA-FBD2-787B3661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14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17E28-F8B4-7381-0E7A-B68F594D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EEC8A-76B2-253D-5207-0445C03F0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15A63A-099E-40F3-F71B-CB07FCE3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DB6A4C-C14A-F038-A2C6-F8D92ADA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A8FAC3-24EB-09D9-45CD-77BDAD98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14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D68B45-3AF4-823C-DFC5-8C6AE10A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0D9F26-5F81-12C3-2C92-43FC00DB3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0885BC-C6E3-AA93-3814-26B95B66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C84A12-6140-1D29-2DC9-17CEA84D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14F355-1EA0-032B-6EF1-BD01EB32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262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3913088" y="0"/>
            <a:ext cx="8285480" cy="6858000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584967" y="1371833"/>
            <a:ext cx="9022000" cy="209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584967" y="3802567"/>
            <a:ext cx="9022000" cy="20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Montserrat Light"/>
              <a:buChar char="╺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Montserrat Light"/>
              <a:buChar char="-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2133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98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3DEA519-FFAD-D0E9-755F-58EB9F96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7A97B7-D3C7-91BE-E6C2-7341ADF25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E6D191-AE34-7FDB-9789-0B43F2344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BEDCE-0F28-4FB3-9E2A-2262E51808BD}" type="datetimeFigureOut">
              <a:rPr lang="pt-BR" smtClean="0"/>
              <a:t>23/10/2024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6365B9-FBF1-88AD-11BE-229E4F42B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E4359C-D80C-0AAF-1DE2-D729F3E75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E7BF3-5334-46B0-A195-2628FB32D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69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pt_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mailto:gradvohl@unicamp.b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0F0CBF-5A3B-20BD-1E57-5C70AF828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pt-BR" sz="5400" dirty="0"/>
              <a:t>Demonstração de Algoritmos de Escalonamento de Disco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783525-CC78-C6EF-048F-B41881529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Prof. André Leon S. Gradvohl, Dr.</a:t>
            </a:r>
          </a:p>
          <a:p>
            <a:pPr algn="l"/>
            <a:r>
              <a:rPr lang="pt-BR" dirty="0"/>
              <a:t>gradvohl@ft.unicamp.br</a:t>
            </a:r>
          </a:p>
        </p:txBody>
      </p:sp>
      <p:pic>
        <p:nvPicPr>
          <p:cNvPr id="5" name="Picture 4" descr="Gráfico, Gráfico de radar&#10;&#10;Descrição gerada automaticamente">
            <a:extLst>
              <a:ext uri="{FF2B5EF4-FFF2-40B4-BE49-F238E27FC236}">
                <a16:creationId xmlns:a16="http://schemas.microsoft.com/office/drawing/2014/main" id="{14402B55-346D-A7AE-A0FD-5A7205BFD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30" r="48637" b="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8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6AE5C6-8F59-432C-8E1A-CD2815C39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078" y="578339"/>
            <a:ext cx="11019692" cy="5314228"/>
          </a:xfrm>
        </p:spPr>
        <p:txBody>
          <a:bodyPr/>
          <a:lstStyle/>
          <a:p>
            <a:pPr marL="169329" indent="0" algn="ctr">
              <a:buNone/>
            </a:pPr>
            <a:r>
              <a:rPr lang="pt-BR" dirty="0"/>
              <a:t>Todo conteúdo desta apresentação está licenciado sob a licença pública </a:t>
            </a:r>
            <a:r>
              <a:rPr lang="pt-BR" dirty="0" err="1"/>
              <a:t>Creative</a:t>
            </a:r>
            <a:r>
              <a:rPr lang="pt-BR" dirty="0"/>
              <a:t> Commons </a:t>
            </a:r>
            <a:r>
              <a:rPr lang="pt-BR" dirty="0" err="1"/>
              <a:t>Attribution</a:t>
            </a:r>
            <a:r>
              <a:rPr lang="pt-BR" dirty="0"/>
              <a:t> 4.0 </a:t>
            </a:r>
            <a:r>
              <a:rPr lang="pt-BR" dirty="0" err="1"/>
              <a:t>International</a:t>
            </a:r>
            <a:r>
              <a:rPr lang="pt-BR" dirty="0"/>
              <a:t> </a:t>
            </a:r>
            <a:r>
              <a:rPr lang="pt-BR" dirty="0" err="1"/>
              <a:t>License</a:t>
            </a:r>
            <a:r>
              <a:rPr lang="pt-BR" dirty="0"/>
              <a:t>.</a:t>
            </a:r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r>
              <a:rPr lang="pt-BR" dirty="0"/>
              <a:t>Para obter uma cópia dessa licença, visite o site </a:t>
            </a:r>
            <a:r>
              <a:rPr lang="pt-BR" dirty="0">
                <a:hlinkClick r:id="rId3"/>
              </a:rPr>
              <a:t>https://creativecommons.org/licenses/by/4.0/deed.pt_BR</a:t>
            </a:r>
            <a:r>
              <a:rPr lang="pt-BR" dirty="0"/>
              <a:t> </a:t>
            </a:r>
          </a:p>
          <a:p>
            <a:pPr marL="169329" indent="0" algn="ctr">
              <a:buNone/>
            </a:pPr>
            <a:endParaRPr lang="pt-BR" dirty="0"/>
          </a:p>
          <a:p>
            <a:pPr marL="169329" indent="0" algn="ctr">
              <a:buNone/>
            </a:pPr>
            <a:r>
              <a:rPr lang="pt-BR" dirty="0"/>
              <a:t>Contate o autor pelo </a:t>
            </a:r>
            <a:r>
              <a:rPr lang="pt-BR" dirty="0" err="1"/>
              <a:t>email</a:t>
            </a:r>
            <a:r>
              <a:rPr lang="pt-BR" dirty="0"/>
              <a:t> </a:t>
            </a:r>
            <a:r>
              <a:rPr lang="pt-BR" dirty="0">
                <a:hlinkClick r:id="rId4"/>
              </a:rPr>
              <a:t>gradvohl@unicamp.br</a:t>
            </a:r>
            <a:r>
              <a:rPr lang="pt-BR" dirty="0"/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96DBA7-4174-4152-94FF-062019DA18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3439BF1-2C1C-474F-B181-7AC470177F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957" y="1731782"/>
            <a:ext cx="5531932" cy="19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8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3EBDB63-02E3-AD3D-674E-C579A172C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889814"/>
              </p:ext>
            </p:extLst>
          </p:nvPr>
        </p:nvGraphicFramePr>
        <p:xfrm>
          <a:off x="627629" y="906479"/>
          <a:ext cx="1093674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837">
                  <a:extLst>
                    <a:ext uri="{9D8B030D-6E8A-4147-A177-3AD203B41FA5}">
                      <a16:colId xmlns:a16="http://schemas.microsoft.com/office/drawing/2014/main" val="427010452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963279111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583613775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58317842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78006276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26776330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083940780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76662557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674662732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09155804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40920362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99021528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909959180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04076976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75906882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82156471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41371595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608399542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15890405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95213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5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8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0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404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2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52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9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2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8383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F2777B3-F641-080A-7982-5A8996847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57091"/>
              </p:ext>
            </p:extLst>
          </p:nvPr>
        </p:nvGraphicFramePr>
        <p:xfrm>
          <a:off x="2326960" y="257550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113053700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939296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457238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14390351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89446309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3449685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838045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3791104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78544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705772"/>
                  </a:ext>
                </a:extLst>
              </a:tr>
            </a:tbl>
          </a:graphicData>
        </a:graphic>
      </p:graphicFrame>
      <p:pic>
        <p:nvPicPr>
          <p:cNvPr id="7" name="Gráfico 6" descr="Seta: reta com preenchimento sólido">
            <a:extLst>
              <a:ext uri="{FF2B5EF4-FFF2-40B4-BE49-F238E27FC236}">
                <a16:creationId xmlns:a16="http://schemas.microsoft.com/office/drawing/2014/main" id="{E0C15FAD-D921-5127-FCBA-C424E6555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27629" y="376390"/>
            <a:ext cx="504000" cy="504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D7C257E-ED43-8E86-C31E-E1FDCECE2E63}"/>
              </a:ext>
            </a:extLst>
          </p:cNvPr>
          <p:cNvSpPr txBox="1"/>
          <p:nvPr/>
        </p:nvSpPr>
        <p:spPr>
          <a:xfrm>
            <a:off x="157316" y="137652"/>
            <a:ext cx="1386349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FIFO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90308C0-9A96-71A0-9432-3C54589FC40B}"/>
              </a:ext>
            </a:extLst>
          </p:cNvPr>
          <p:cNvCxnSpPr/>
          <p:nvPr/>
        </p:nvCxnSpPr>
        <p:spPr>
          <a:xfrm>
            <a:off x="786581" y="1081548"/>
            <a:ext cx="82984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53CBE28-547B-C437-5AF5-2F4487535E97}"/>
              </a:ext>
            </a:extLst>
          </p:cNvPr>
          <p:cNvCxnSpPr>
            <a:cxnSpLocks/>
          </p:cNvCxnSpPr>
          <p:nvPr/>
        </p:nvCxnSpPr>
        <p:spPr>
          <a:xfrm>
            <a:off x="9085006" y="1081548"/>
            <a:ext cx="0" cy="6587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86E3F5A-687E-462D-BD2D-78F9E43DE173}"/>
              </a:ext>
            </a:extLst>
          </p:cNvPr>
          <p:cNvCxnSpPr>
            <a:cxnSpLocks/>
          </p:cNvCxnSpPr>
          <p:nvPr/>
        </p:nvCxnSpPr>
        <p:spPr>
          <a:xfrm>
            <a:off x="9085006" y="1892709"/>
            <a:ext cx="156824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EE0E028-EA37-E7F7-C745-ABB0B2E57287}"/>
              </a:ext>
            </a:extLst>
          </p:cNvPr>
          <p:cNvCxnSpPr>
            <a:cxnSpLocks/>
          </p:cNvCxnSpPr>
          <p:nvPr/>
        </p:nvCxnSpPr>
        <p:spPr>
          <a:xfrm>
            <a:off x="10805651" y="1892709"/>
            <a:ext cx="47194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3A9DF98-1B97-9F88-0864-3EDB4505C84C}"/>
              </a:ext>
            </a:extLst>
          </p:cNvPr>
          <p:cNvCxnSpPr>
            <a:cxnSpLocks/>
          </p:cNvCxnSpPr>
          <p:nvPr/>
        </p:nvCxnSpPr>
        <p:spPr>
          <a:xfrm flipV="1">
            <a:off x="11277600" y="1524000"/>
            <a:ext cx="0" cy="3687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A201193-298E-FA60-B254-4E6E039CEDEA}"/>
              </a:ext>
            </a:extLst>
          </p:cNvPr>
          <p:cNvCxnSpPr>
            <a:cxnSpLocks/>
          </p:cNvCxnSpPr>
          <p:nvPr/>
        </p:nvCxnSpPr>
        <p:spPr>
          <a:xfrm>
            <a:off x="11454581" y="1509251"/>
            <a:ext cx="4916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5637C35-81E9-29FB-8761-574D47B05D9E}"/>
              </a:ext>
            </a:extLst>
          </p:cNvPr>
          <p:cNvCxnSpPr>
            <a:cxnSpLocks/>
          </p:cNvCxnSpPr>
          <p:nvPr/>
        </p:nvCxnSpPr>
        <p:spPr>
          <a:xfrm flipV="1">
            <a:off x="1052052" y="1509251"/>
            <a:ext cx="9507793" cy="147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03DECD8B-E745-141F-6473-E132E2E35B51}"/>
              </a:ext>
            </a:extLst>
          </p:cNvPr>
          <p:cNvCxnSpPr>
            <a:cxnSpLocks/>
          </p:cNvCxnSpPr>
          <p:nvPr/>
        </p:nvCxnSpPr>
        <p:spPr>
          <a:xfrm flipV="1">
            <a:off x="10559845" y="1140542"/>
            <a:ext cx="0" cy="3687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CA8CA24B-3C62-668F-847A-8A69EB5A077E}"/>
              </a:ext>
            </a:extLst>
          </p:cNvPr>
          <p:cNvCxnSpPr>
            <a:cxnSpLocks/>
          </p:cNvCxnSpPr>
          <p:nvPr/>
        </p:nvCxnSpPr>
        <p:spPr>
          <a:xfrm>
            <a:off x="10879394" y="1081548"/>
            <a:ext cx="10668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5C16B286-AEB7-2114-73C6-D7E0059EBF57}"/>
              </a:ext>
            </a:extLst>
          </p:cNvPr>
          <p:cNvCxnSpPr>
            <a:cxnSpLocks/>
          </p:cNvCxnSpPr>
          <p:nvPr/>
        </p:nvCxnSpPr>
        <p:spPr>
          <a:xfrm>
            <a:off x="786581" y="1224115"/>
            <a:ext cx="55945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88C669F1-9966-55E1-D574-6C6DA9ABD234}"/>
              </a:ext>
            </a:extLst>
          </p:cNvPr>
          <p:cNvCxnSpPr>
            <a:cxnSpLocks/>
          </p:cNvCxnSpPr>
          <p:nvPr/>
        </p:nvCxnSpPr>
        <p:spPr>
          <a:xfrm flipH="1">
            <a:off x="6381135" y="1194619"/>
            <a:ext cx="4916" cy="13027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FA2E43F7-DB0E-14FC-3B10-D79B08F2638B}"/>
              </a:ext>
            </a:extLst>
          </p:cNvPr>
          <p:cNvCxnSpPr>
            <a:cxnSpLocks/>
          </p:cNvCxnSpPr>
          <p:nvPr/>
        </p:nvCxnSpPr>
        <p:spPr>
          <a:xfrm>
            <a:off x="6499123" y="2571136"/>
            <a:ext cx="545199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D7C128F8-6134-2A3B-03CB-11E59F9A22B3}"/>
              </a:ext>
            </a:extLst>
          </p:cNvPr>
          <p:cNvCxnSpPr>
            <a:cxnSpLocks/>
          </p:cNvCxnSpPr>
          <p:nvPr/>
        </p:nvCxnSpPr>
        <p:spPr>
          <a:xfrm>
            <a:off x="644007" y="2571136"/>
            <a:ext cx="3293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640AF4E3-8FF5-FD27-8B61-EA21420B3064}"/>
              </a:ext>
            </a:extLst>
          </p:cNvPr>
          <p:cNvCxnSpPr>
            <a:cxnSpLocks/>
          </p:cNvCxnSpPr>
          <p:nvPr/>
        </p:nvCxnSpPr>
        <p:spPr>
          <a:xfrm flipH="1">
            <a:off x="973394" y="2571136"/>
            <a:ext cx="4916" cy="15349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55E74AF0-F7B6-77C3-BB09-C9B6A3A29C83}"/>
              </a:ext>
            </a:extLst>
          </p:cNvPr>
          <p:cNvCxnSpPr>
            <a:cxnSpLocks/>
          </p:cNvCxnSpPr>
          <p:nvPr/>
        </p:nvCxnSpPr>
        <p:spPr>
          <a:xfrm>
            <a:off x="973394" y="4106059"/>
            <a:ext cx="545199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B80868FE-CA62-F94D-D3EA-1F700B5034BA}"/>
              </a:ext>
            </a:extLst>
          </p:cNvPr>
          <p:cNvCxnSpPr>
            <a:cxnSpLocks/>
          </p:cNvCxnSpPr>
          <p:nvPr/>
        </p:nvCxnSpPr>
        <p:spPr>
          <a:xfrm flipV="1">
            <a:off x="6425387" y="3737350"/>
            <a:ext cx="0" cy="3687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7BAF411-EB58-16AD-D496-884EA4DBB2B0}"/>
              </a:ext>
            </a:extLst>
          </p:cNvPr>
          <p:cNvCxnSpPr>
            <a:cxnSpLocks/>
          </p:cNvCxnSpPr>
          <p:nvPr/>
        </p:nvCxnSpPr>
        <p:spPr>
          <a:xfrm>
            <a:off x="6425387" y="3737350"/>
            <a:ext cx="430160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685F5C84-EBD6-926C-6500-B11F220573A2}"/>
              </a:ext>
            </a:extLst>
          </p:cNvPr>
          <p:cNvCxnSpPr>
            <a:cxnSpLocks/>
          </p:cNvCxnSpPr>
          <p:nvPr/>
        </p:nvCxnSpPr>
        <p:spPr>
          <a:xfrm flipV="1">
            <a:off x="10756497" y="1524000"/>
            <a:ext cx="0" cy="22133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97FA3E9A-2814-CAAF-FAD7-4BCA1A3544C4}"/>
              </a:ext>
            </a:extLst>
          </p:cNvPr>
          <p:cNvCxnSpPr>
            <a:cxnSpLocks/>
          </p:cNvCxnSpPr>
          <p:nvPr/>
        </p:nvCxnSpPr>
        <p:spPr>
          <a:xfrm>
            <a:off x="10756497" y="1324896"/>
            <a:ext cx="118969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8B656687-97D8-CA35-1D94-6CC8AA5C94C6}"/>
              </a:ext>
            </a:extLst>
          </p:cNvPr>
          <p:cNvCxnSpPr>
            <a:cxnSpLocks/>
          </p:cNvCxnSpPr>
          <p:nvPr/>
        </p:nvCxnSpPr>
        <p:spPr>
          <a:xfrm>
            <a:off x="808700" y="1410929"/>
            <a:ext cx="228846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02C2EA0B-2185-B6AE-45EE-ECCE3B9D72F0}"/>
              </a:ext>
            </a:extLst>
          </p:cNvPr>
          <p:cNvCxnSpPr>
            <a:cxnSpLocks/>
          </p:cNvCxnSpPr>
          <p:nvPr/>
        </p:nvCxnSpPr>
        <p:spPr>
          <a:xfrm flipH="1">
            <a:off x="3094704" y="1404647"/>
            <a:ext cx="2457" cy="29795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B8ABD396-F4AA-8545-2100-AED48ECD8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369021"/>
              </p:ext>
            </p:extLst>
          </p:nvPr>
        </p:nvGraphicFramePr>
        <p:xfrm>
          <a:off x="162226" y="4713200"/>
          <a:ext cx="4808805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61761">
                  <a:extLst>
                    <a:ext uri="{9D8B030D-6E8A-4147-A177-3AD203B41FA5}">
                      <a16:colId xmlns:a16="http://schemas.microsoft.com/office/drawing/2014/main" val="212890445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156861019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2980351976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139874973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047000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Setores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Trilhas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0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74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45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3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63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722091"/>
                  </a:ext>
                </a:extLst>
              </a:tr>
            </a:tbl>
          </a:graphicData>
        </a:graphic>
      </p:graphicFrame>
      <p:graphicFrame>
        <p:nvGraphicFramePr>
          <p:cNvPr id="57" name="Tabela 56">
            <a:extLst>
              <a:ext uri="{FF2B5EF4-FFF2-40B4-BE49-F238E27FC236}">
                <a16:creationId xmlns:a16="http://schemas.microsoft.com/office/drawing/2014/main" id="{EFC3048B-A077-4B45-0D7A-9D5668CF3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23240"/>
              </p:ext>
            </p:extLst>
          </p:nvPr>
        </p:nvGraphicFramePr>
        <p:xfrm>
          <a:off x="5197976" y="4709650"/>
          <a:ext cx="4808805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61761">
                  <a:extLst>
                    <a:ext uri="{9D8B030D-6E8A-4147-A177-3AD203B41FA5}">
                      <a16:colId xmlns:a16="http://schemas.microsoft.com/office/drawing/2014/main" val="212890445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156861019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2980351976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139874973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047000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Setores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Trilhas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0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5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8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44879"/>
                  </a:ext>
                </a:extLst>
              </a:tr>
            </a:tbl>
          </a:graphicData>
        </a:graphic>
      </p:graphicFrame>
      <p:sp>
        <p:nvSpPr>
          <p:cNvPr id="58" name="CaixaDeTexto 57">
            <a:extLst>
              <a:ext uri="{FF2B5EF4-FFF2-40B4-BE49-F238E27FC236}">
                <a16:creationId xmlns:a16="http://schemas.microsoft.com/office/drawing/2014/main" id="{25CAA0B6-A927-7E79-483D-909AB50B240F}"/>
              </a:ext>
            </a:extLst>
          </p:cNvPr>
          <p:cNvSpPr txBox="1"/>
          <p:nvPr/>
        </p:nvSpPr>
        <p:spPr>
          <a:xfrm>
            <a:off x="10351399" y="6056671"/>
            <a:ext cx="1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Total: 195 ut</a:t>
            </a: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B4F45919-1638-8044-C2FC-D4F40028FDE6}"/>
              </a:ext>
            </a:extLst>
          </p:cNvPr>
          <p:cNvCxnSpPr/>
          <p:nvPr/>
        </p:nvCxnSpPr>
        <p:spPr>
          <a:xfrm flipV="1">
            <a:off x="2480179" y="137652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1D3E91F7-E9BE-E70B-2B92-3BBB4DA0C8D7}"/>
              </a:ext>
            </a:extLst>
          </p:cNvPr>
          <p:cNvCxnSpPr/>
          <p:nvPr/>
        </p:nvCxnSpPr>
        <p:spPr>
          <a:xfrm flipV="1">
            <a:off x="3354333" y="15240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CA84F3C9-E8D2-5645-2B0A-73313C921F3D}"/>
              </a:ext>
            </a:extLst>
          </p:cNvPr>
          <p:cNvCxnSpPr/>
          <p:nvPr/>
        </p:nvCxnSpPr>
        <p:spPr>
          <a:xfrm flipV="1">
            <a:off x="4235661" y="17466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11F7C303-3365-0B01-940C-A606C252C075}"/>
              </a:ext>
            </a:extLst>
          </p:cNvPr>
          <p:cNvCxnSpPr/>
          <p:nvPr/>
        </p:nvCxnSpPr>
        <p:spPr>
          <a:xfrm flipV="1">
            <a:off x="5145119" y="13219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9C79CEFD-36B2-3B12-57C8-4A752D0F7D36}"/>
              </a:ext>
            </a:extLst>
          </p:cNvPr>
          <p:cNvCxnSpPr/>
          <p:nvPr/>
        </p:nvCxnSpPr>
        <p:spPr>
          <a:xfrm flipV="1">
            <a:off x="6045490" y="17042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AC70AA91-CA20-BA4B-3926-4E9800B5559D}"/>
              </a:ext>
            </a:extLst>
          </p:cNvPr>
          <p:cNvCxnSpPr/>
          <p:nvPr/>
        </p:nvCxnSpPr>
        <p:spPr>
          <a:xfrm flipV="1">
            <a:off x="6935905" y="16736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7CDBDB0A-93AF-D7FC-3945-9697226B8A51}"/>
              </a:ext>
            </a:extLst>
          </p:cNvPr>
          <p:cNvCxnSpPr/>
          <p:nvPr/>
        </p:nvCxnSpPr>
        <p:spPr>
          <a:xfrm flipV="1">
            <a:off x="7850628" y="172038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950847F-AF75-0B18-A6D1-E4BAAA2B8CBD}"/>
              </a:ext>
            </a:extLst>
          </p:cNvPr>
          <p:cNvCxnSpPr/>
          <p:nvPr/>
        </p:nvCxnSpPr>
        <p:spPr>
          <a:xfrm flipV="1">
            <a:off x="8726691" y="137652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D8C2923D-9559-B214-84A3-8358D5E2A90C}"/>
              </a:ext>
            </a:extLst>
          </p:cNvPr>
          <p:cNvCxnSpPr/>
          <p:nvPr/>
        </p:nvCxnSpPr>
        <p:spPr>
          <a:xfrm flipV="1">
            <a:off x="9655766" y="17042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A75DFB99-F533-FB2D-8FF4-5C0D1C379FF4}"/>
              </a:ext>
            </a:extLst>
          </p:cNvPr>
          <p:cNvSpPr/>
          <p:nvPr/>
        </p:nvSpPr>
        <p:spPr>
          <a:xfrm>
            <a:off x="1254846" y="510922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91590D-CA91-2E25-4745-11232A66612D}"/>
              </a:ext>
            </a:extLst>
          </p:cNvPr>
          <p:cNvSpPr txBox="1"/>
          <p:nvPr/>
        </p:nvSpPr>
        <p:spPr>
          <a:xfrm>
            <a:off x="830825" y="120143"/>
            <a:ext cx="138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2 ut por setor</a:t>
            </a:r>
          </a:p>
          <a:p>
            <a:r>
              <a:rPr lang="pt-BR" sz="1600" dirty="0"/>
              <a:t>1 ut por trilha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863D68-CABD-BE4B-1E4B-B8F10E72C292}"/>
              </a:ext>
            </a:extLst>
          </p:cNvPr>
          <p:cNvSpPr/>
          <p:nvPr/>
        </p:nvSpPr>
        <p:spPr>
          <a:xfrm>
            <a:off x="2242981" y="510922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DD8319C-BD30-0BF9-393D-A6294510CEBD}"/>
              </a:ext>
            </a:extLst>
          </p:cNvPr>
          <p:cNvSpPr/>
          <p:nvPr/>
        </p:nvSpPr>
        <p:spPr>
          <a:xfrm>
            <a:off x="3168010" y="513421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F525A7C-2353-9C6A-3938-B69FBC672801}"/>
              </a:ext>
            </a:extLst>
          </p:cNvPr>
          <p:cNvSpPr/>
          <p:nvPr/>
        </p:nvSpPr>
        <p:spPr>
          <a:xfrm>
            <a:off x="4172957" y="510922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E31A0A-2B63-CC36-495F-981F9E98675E}"/>
              </a:ext>
            </a:extLst>
          </p:cNvPr>
          <p:cNvSpPr/>
          <p:nvPr/>
        </p:nvSpPr>
        <p:spPr>
          <a:xfrm>
            <a:off x="1254846" y="550074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3738DFC-8ACD-C281-3874-EEAC4CF6F8BE}"/>
              </a:ext>
            </a:extLst>
          </p:cNvPr>
          <p:cNvSpPr/>
          <p:nvPr/>
        </p:nvSpPr>
        <p:spPr>
          <a:xfrm>
            <a:off x="2242981" y="550074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015F867-0718-3E7A-5232-677AA5E5506F}"/>
              </a:ext>
            </a:extLst>
          </p:cNvPr>
          <p:cNvSpPr/>
          <p:nvPr/>
        </p:nvSpPr>
        <p:spPr>
          <a:xfrm>
            <a:off x="3168010" y="552573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6594ABD-2D6E-77B0-3799-FA56661529E7}"/>
              </a:ext>
            </a:extLst>
          </p:cNvPr>
          <p:cNvSpPr/>
          <p:nvPr/>
        </p:nvSpPr>
        <p:spPr>
          <a:xfrm>
            <a:off x="4172957" y="550074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ECA0121-7A6F-FF96-974C-5916EE6D5EA3}"/>
              </a:ext>
            </a:extLst>
          </p:cNvPr>
          <p:cNvSpPr/>
          <p:nvPr/>
        </p:nvSpPr>
        <p:spPr>
          <a:xfrm>
            <a:off x="275310" y="548489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75A5DC7-8EA4-5DDA-A104-21FF36F7D9B9}"/>
              </a:ext>
            </a:extLst>
          </p:cNvPr>
          <p:cNvSpPr/>
          <p:nvPr/>
        </p:nvSpPr>
        <p:spPr>
          <a:xfrm>
            <a:off x="294965" y="587013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B50C508-4701-5737-AF0A-0EFE6BB776FC}"/>
              </a:ext>
            </a:extLst>
          </p:cNvPr>
          <p:cNvSpPr/>
          <p:nvPr/>
        </p:nvSpPr>
        <p:spPr>
          <a:xfrm>
            <a:off x="1264688" y="588038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17D12F0-E836-6ECF-1CC4-019C1CC15D5C}"/>
              </a:ext>
            </a:extLst>
          </p:cNvPr>
          <p:cNvSpPr/>
          <p:nvPr/>
        </p:nvSpPr>
        <p:spPr>
          <a:xfrm>
            <a:off x="2252823" y="588038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3E6AAF3-1302-AF37-E533-F72A7FB8E577}"/>
              </a:ext>
            </a:extLst>
          </p:cNvPr>
          <p:cNvSpPr/>
          <p:nvPr/>
        </p:nvSpPr>
        <p:spPr>
          <a:xfrm>
            <a:off x="3177852" y="590537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63026BD-718A-AE69-6F21-7D181CAD266B}"/>
              </a:ext>
            </a:extLst>
          </p:cNvPr>
          <p:cNvSpPr/>
          <p:nvPr/>
        </p:nvSpPr>
        <p:spPr>
          <a:xfrm>
            <a:off x="4182799" y="588038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F9BEBCC-843F-A15C-4011-26630298C3F8}"/>
              </a:ext>
            </a:extLst>
          </p:cNvPr>
          <p:cNvSpPr/>
          <p:nvPr/>
        </p:nvSpPr>
        <p:spPr>
          <a:xfrm>
            <a:off x="304807" y="624977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DBC3377-9FDD-E31D-2F8A-53F212E87FBF}"/>
              </a:ext>
            </a:extLst>
          </p:cNvPr>
          <p:cNvSpPr/>
          <p:nvPr/>
        </p:nvSpPr>
        <p:spPr>
          <a:xfrm>
            <a:off x="1264688" y="625960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415C1390-A2D9-74ED-E947-C8D9AFE43DD5}"/>
              </a:ext>
            </a:extLst>
          </p:cNvPr>
          <p:cNvSpPr/>
          <p:nvPr/>
        </p:nvSpPr>
        <p:spPr>
          <a:xfrm>
            <a:off x="2252823" y="625960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D6A901BE-135A-F138-0F81-3F58D4E27AB4}"/>
              </a:ext>
            </a:extLst>
          </p:cNvPr>
          <p:cNvSpPr/>
          <p:nvPr/>
        </p:nvSpPr>
        <p:spPr>
          <a:xfrm>
            <a:off x="3177852" y="628458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CED73DCA-51A8-41D4-3800-F0FF27E4EC72}"/>
              </a:ext>
            </a:extLst>
          </p:cNvPr>
          <p:cNvSpPr/>
          <p:nvPr/>
        </p:nvSpPr>
        <p:spPr>
          <a:xfrm>
            <a:off x="4182799" y="625960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308982B-4061-C6EA-2740-B9544F98C27D}"/>
              </a:ext>
            </a:extLst>
          </p:cNvPr>
          <p:cNvSpPr/>
          <p:nvPr/>
        </p:nvSpPr>
        <p:spPr>
          <a:xfrm>
            <a:off x="304807" y="662899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9C627EA3-1803-D14C-8933-EA8176556742}"/>
              </a:ext>
            </a:extLst>
          </p:cNvPr>
          <p:cNvSpPr/>
          <p:nvPr/>
        </p:nvSpPr>
        <p:spPr>
          <a:xfrm>
            <a:off x="1254846" y="659892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1FD3EB84-B2AD-5DE1-7903-4A6753BAEB71}"/>
              </a:ext>
            </a:extLst>
          </p:cNvPr>
          <p:cNvSpPr/>
          <p:nvPr/>
        </p:nvSpPr>
        <p:spPr>
          <a:xfrm>
            <a:off x="2259793" y="663882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DDB457D8-91B4-F7AE-5E09-C867AC45786F}"/>
              </a:ext>
            </a:extLst>
          </p:cNvPr>
          <p:cNvSpPr/>
          <p:nvPr/>
        </p:nvSpPr>
        <p:spPr>
          <a:xfrm>
            <a:off x="3190467" y="664701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02776B66-C67B-6FE7-D3C7-3F2103BA6318}"/>
              </a:ext>
            </a:extLst>
          </p:cNvPr>
          <p:cNvSpPr/>
          <p:nvPr/>
        </p:nvSpPr>
        <p:spPr>
          <a:xfrm>
            <a:off x="4172957" y="662732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5BE6388C-09FF-9B55-3761-188FC45AB6BE}"/>
              </a:ext>
            </a:extLst>
          </p:cNvPr>
          <p:cNvSpPr/>
          <p:nvPr/>
        </p:nvSpPr>
        <p:spPr>
          <a:xfrm>
            <a:off x="5347406" y="510922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B1091DFE-A360-6D4F-E6AC-8781665F4510}"/>
              </a:ext>
            </a:extLst>
          </p:cNvPr>
          <p:cNvSpPr/>
          <p:nvPr/>
        </p:nvSpPr>
        <p:spPr>
          <a:xfrm>
            <a:off x="7365587" y="511113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BB8A112A-78A6-BB19-EED2-D4E9049537A8}"/>
              </a:ext>
            </a:extLst>
          </p:cNvPr>
          <p:cNvSpPr/>
          <p:nvPr/>
        </p:nvSpPr>
        <p:spPr>
          <a:xfrm>
            <a:off x="8290616" y="513612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B80C12CA-F88B-B3F4-13E4-64C0A4E8246B}"/>
              </a:ext>
            </a:extLst>
          </p:cNvPr>
          <p:cNvSpPr/>
          <p:nvPr/>
        </p:nvSpPr>
        <p:spPr>
          <a:xfrm>
            <a:off x="9295563" y="511113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370A92D1-8938-CC53-E472-CC0FA4D20F48}"/>
              </a:ext>
            </a:extLst>
          </p:cNvPr>
          <p:cNvSpPr/>
          <p:nvPr/>
        </p:nvSpPr>
        <p:spPr>
          <a:xfrm>
            <a:off x="5397916" y="548680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D940A8AA-D8F2-D570-0B6D-F52D158AA9FA}"/>
              </a:ext>
            </a:extLst>
          </p:cNvPr>
          <p:cNvSpPr/>
          <p:nvPr/>
        </p:nvSpPr>
        <p:spPr>
          <a:xfrm>
            <a:off x="6378810" y="509314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643A501A-3D63-EA5A-8A7D-150CCD750CDB}"/>
              </a:ext>
            </a:extLst>
          </p:cNvPr>
          <p:cNvSpPr/>
          <p:nvPr/>
        </p:nvSpPr>
        <p:spPr>
          <a:xfrm>
            <a:off x="7365587" y="548545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92B9CFAC-F2E7-98DC-BF7C-391C2A9AE8BB}"/>
              </a:ext>
            </a:extLst>
          </p:cNvPr>
          <p:cNvSpPr/>
          <p:nvPr/>
        </p:nvSpPr>
        <p:spPr>
          <a:xfrm>
            <a:off x="8290616" y="551043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EA04059-E9DC-0754-7FAF-142CEB2D2F61}"/>
              </a:ext>
            </a:extLst>
          </p:cNvPr>
          <p:cNvSpPr/>
          <p:nvPr/>
        </p:nvSpPr>
        <p:spPr>
          <a:xfrm>
            <a:off x="9295563" y="548545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01063C21-8B30-8A4C-E36E-F3FF2BCFAD95}"/>
              </a:ext>
            </a:extLst>
          </p:cNvPr>
          <p:cNvSpPr/>
          <p:nvPr/>
        </p:nvSpPr>
        <p:spPr>
          <a:xfrm>
            <a:off x="5397916" y="586111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960DC299-D39A-FED0-1EB4-77EFA941B173}"/>
              </a:ext>
            </a:extLst>
          </p:cNvPr>
          <p:cNvSpPr/>
          <p:nvPr/>
        </p:nvSpPr>
        <p:spPr>
          <a:xfrm>
            <a:off x="6378810" y="546745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AD94DF92-A9CD-D6AC-B692-4FFB19A8F385}"/>
              </a:ext>
            </a:extLst>
          </p:cNvPr>
          <p:cNvSpPr/>
          <p:nvPr/>
        </p:nvSpPr>
        <p:spPr>
          <a:xfrm>
            <a:off x="7382362" y="5873587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DC9455A2-02B0-B3B3-5559-3A89CEE3A702}"/>
              </a:ext>
            </a:extLst>
          </p:cNvPr>
          <p:cNvSpPr/>
          <p:nvPr/>
        </p:nvSpPr>
        <p:spPr>
          <a:xfrm>
            <a:off x="8307391" y="589857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7291B2D1-8D25-FDF8-A531-333EE2074664}"/>
              </a:ext>
            </a:extLst>
          </p:cNvPr>
          <p:cNvSpPr/>
          <p:nvPr/>
        </p:nvSpPr>
        <p:spPr>
          <a:xfrm>
            <a:off x="9312338" y="5873587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DF31B1E5-3BDB-6812-51DA-5974194CDFDB}"/>
              </a:ext>
            </a:extLst>
          </p:cNvPr>
          <p:cNvSpPr/>
          <p:nvPr/>
        </p:nvSpPr>
        <p:spPr>
          <a:xfrm>
            <a:off x="5414691" y="624925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41D48D6F-9BCA-480C-D7D6-4ABAB2E172CC}"/>
              </a:ext>
            </a:extLst>
          </p:cNvPr>
          <p:cNvSpPr/>
          <p:nvPr/>
        </p:nvSpPr>
        <p:spPr>
          <a:xfrm>
            <a:off x="6395585" y="585559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C2100551-7A04-D898-EF91-556AD7581782}"/>
              </a:ext>
            </a:extLst>
          </p:cNvPr>
          <p:cNvSpPr/>
          <p:nvPr/>
        </p:nvSpPr>
        <p:spPr>
          <a:xfrm>
            <a:off x="7350713" y="626020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9215767B-2686-9AF8-2D11-8FDF1905C225}"/>
              </a:ext>
            </a:extLst>
          </p:cNvPr>
          <p:cNvSpPr/>
          <p:nvPr/>
        </p:nvSpPr>
        <p:spPr>
          <a:xfrm>
            <a:off x="8275742" y="628518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71D85B12-FCC3-9ABD-B768-54381DD205B8}"/>
              </a:ext>
            </a:extLst>
          </p:cNvPr>
          <p:cNvSpPr/>
          <p:nvPr/>
        </p:nvSpPr>
        <p:spPr>
          <a:xfrm>
            <a:off x="9280689" y="626020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CE262F60-DA7F-7F8E-72CA-8CAAC7DA35E0}"/>
              </a:ext>
            </a:extLst>
          </p:cNvPr>
          <p:cNvSpPr/>
          <p:nvPr/>
        </p:nvSpPr>
        <p:spPr>
          <a:xfrm>
            <a:off x="6363936" y="624220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0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000"/>
                            </p:stCondLst>
                            <p:childTnLst>
                              <p:par>
                                <p:cTn id="2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250"/>
                            </p:stCondLst>
                            <p:childTnLst>
                              <p:par>
                                <p:cTn id="2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000"/>
                            </p:stCondLst>
                            <p:childTnLst>
                              <p:par>
                                <p:cTn id="2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9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9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B44A-FC4A-51E8-9177-5FED3435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EF6F911-646B-2C46-2FE8-7B15051EDCA6}"/>
              </a:ext>
            </a:extLst>
          </p:cNvPr>
          <p:cNvGraphicFramePr>
            <a:graphicFrameLocks noGrp="1"/>
          </p:cNvGraphicFramePr>
          <p:nvPr/>
        </p:nvGraphicFramePr>
        <p:xfrm>
          <a:off x="627629" y="906479"/>
          <a:ext cx="1093674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837">
                  <a:extLst>
                    <a:ext uri="{9D8B030D-6E8A-4147-A177-3AD203B41FA5}">
                      <a16:colId xmlns:a16="http://schemas.microsoft.com/office/drawing/2014/main" val="427010452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963279111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583613775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58317842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78006276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26776330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083940780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76662557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674662732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09155804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40920362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99021528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909959180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04076976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75906882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82156471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41371595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608399542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15890405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95213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5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8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0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404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2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52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9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2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8383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EAC9CBE-66C9-0449-886E-C79607E0524B}"/>
              </a:ext>
            </a:extLst>
          </p:cNvPr>
          <p:cNvGraphicFramePr>
            <a:graphicFrameLocks noGrp="1"/>
          </p:cNvGraphicFramePr>
          <p:nvPr/>
        </p:nvGraphicFramePr>
        <p:xfrm>
          <a:off x="2326960" y="257550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113053700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939296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457238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14390351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89446309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3449685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838045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3791104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78544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705772"/>
                  </a:ext>
                </a:extLst>
              </a:tr>
            </a:tbl>
          </a:graphicData>
        </a:graphic>
      </p:graphicFrame>
      <p:pic>
        <p:nvPicPr>
          <p:cNvPr id="7" name="Gráfico 6" descr="Seta: reta com preenchimento sólido">
            <a:extLst>
              <a:ext uri="{FF2B5EF4-FFF2-40B4-BE49-F238E27FC236}">
                <a16:creationId xmlns:a16="http://schemas.microsoft.com/office/drawing/2014/main" id="{96A1DF21-9867-010D-B13B-AABCDF53E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27629" y="376390"/>
            <a:ext cx="504000" cy="504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A0ED987-F0DE-A42E-3607-83B3C33544BE}"/>
              </a:ext>
            </a:extLst>
          </p:cNvPr>
          <p:cNvSpPr txBox="1"/>
          <p:nvPr/>
        </p:nvSpPr>
        <p:spPr>
          <a:xfrm>
            <a:off x="157316" y="137652"/>
            <a:ext cx="1386349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SSTF</a:t>
            </a:r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D0F6C360-71AC-042A-0AB6-85489102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32197"/>
              </p:ext>
            </p:extLst>
          </p:nvPr>
        </p:nvGraphicFramePr>
        <p:xfrm>
          <a:off x="162226" y="4713200"/>
          <a:ext cx="4808805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61761">
                  <a:extLst>
                    <a:ext uri="{9D8B030D-6E8A-4147-A177-3AD203B41FA5}">
                      <a16:colId xmlns:a16="http://schemas.microsoft.com/office/drawing/2014/main" val="212890445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156861019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2980351976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139874973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047000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Setores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Trilhas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0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74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45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3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63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722091"/>
                  </a:ext>
                </a:extLst>
              </a:tr>
            </a:tbl>
          </a:graphicData>
        </a:graphic>
      </p:graphicFrame>
      <p:graphicFrame>
        <p:nvGraphicFramePr>
          <p:cNvPr id="57" name="Tabela 56">
            <a:extLst>
              <a:ext uri="{FF2B5EF4-FFF2-40B4-BE49-F238E27FC236}">
                <a16:creationId xmlns:a16="http://schemas.microsoft.com/office/drawing/2014/main" id="{C56D83D5-F3B1-75A0-A0F9-4755A5E31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34819"/>
              </p:ext>
            </p:extLst>
          </p:nvPr>
        </p:nvGraphicFramePr>
        <p:xfrm>
          <a:off x="5197976" y="4709650"/>
          <a:ext cx="4808805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61761">
                  <a:extLst>
                    <a:ext uri="{9D8B030D-6E8A-4147-A177-3AD203B41FA5}">
                      <a16:colId xmlns:a16="http://schemas.microsoft.com/office/drawing/2014/main" val="212890445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156861019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2980351976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139874973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047000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Setores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Trilhas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0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5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8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44879"/>
                  </a:ext>
                </a:extLst>
              </a:tr>
            </a:tbl>
          </a:graphicData>
        </a:graphic>
      </p:graphicFrame>
      <p:sp>
        <p:nvSpPr>
          <p:cNvPr id="58" name="CaixaDeTexto 57">
            <a:extLst>
              <a:ext uri="{FF2B5EF4-FFF2-40B4-BE49-F238E27FC236}">
                <a16:creationId xmlns:a16="http://schemas.microsoft.com/office/drawing/2014/main" id="{092D0CE2-E217-DB36-F735-5036D9873C99}"/>
              </a:ext>
            </a:extLst>
          </p:cNvPr>
          <p:cNvSpPr txBox="1"/>
          <p:nvPr/>
        </p:nvSpPr>
        <p:spPr>
          <a:xfrm>
            <a:off x="10481187" y="6056671"/>
            <a:ext cx="133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Total: 57 ut</a:t>
            </a: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1D4C28CA-27F9-A40D-A5FB-E09726E08929}"/>
              </a:ext>
            </a:extLst>
          </p:cNvPr>
          <p:cNvCxnSpPr/>
          <p:nvPr/>
        </p:nvCxnSpPr>
        <p:spPr>
          <a:xfrm flipV="1">
            <a:off x="2480179" y="137652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F5323F39-902C-22EA-44AC-440962158011}"/>
              </a:ext>
            </a:extLst>
          </p:cNvPr>
          <p:cNvCxnSpPr/>
          <p:nvPr/>
        </p:nvCxnSpPr>
        <p:spPr>
          <a:xfrm flipV="1">
            <a:off x="3354333" y="15240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7F164E09-DE33-7A22-04DA-CD2E91E3765A}"/>
              </a:ext>
            </a:extLst>
          </p:cNvPr>
          <p:cNvCxnSpPr/>
          <p:nvPr/>
        </p:nvCxnSpPr>
        <p:spPr>
          <a:xfrm flipV="1">
            <a:off x="4235661" y="17466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ED76E-DF2D-A23D-E19B-818E1AE2A8D8}"/>
              </a:ext>
            </a:extLst>
          </p:cNvPr>
          <p:cNvCxnSpPr/>
          <p:nvPr/>
        </p:nvCxnSpPr>
        <p:spPr>
          <a:xfrm flipV="1">
            <a:off x="5145119" y="13219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5D9DF576-96A4-B658-FA29-2647CCAB6489}"/>
              </a:ext>
            </a:extLst>
          </p:cNvPr>
          <p:cNvCxnSpPr/>
          <p:nvPr/>
        </p:nvCxnSpPr>
        <p:spPr>
          <a:xfrm flipV="1">
            <a:off x="6045490" y="17042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723FD603-B356-DE32-BC07-413BA0CE3855}"/>
              </a:ext>
            </a:extLst>
          </p:cNvPr>
          <p:cNvCxnSpPr/>
          <p:nvPr/>
        </p:nvCxnSpPr>
        <p:spPr>
          <a:xfrm flipV="1">
            <a:off x="6935905" y="16736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B6892400-D2FE-C141-AF8A-9529304C303F}"/>
              </a:ext>
            </a:extLst>
          </p:cNvPr>
          <p:cNvCxnSpPr/>
          <p:nvPr/>
        </p:nvCxnSpPr>
        <p:spPr>
          <a:xfrm flipV="1">
            <a:off x="7850628" y="172038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01AEB47-C975-2DC5-3B15-D1A0F681DF27}"/>
              </a:ext>
            </a:extLst>
          </p:cNvPr>
          <p:cNvCxnSpPr/>
          <p:nvPr/>
        </p:nvCxnSpPr>
        <p:spPr>
          <a:xfrm flipV="1">
            <a:off x="8726691" y="137652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4D621DD6-C818-6559-0E7C-F22057737BC9}"/>
              </a:ext>
            </a:extLst>
          </p:cNvPr>
          <p:cNvCxnSpPr/>
          <p:nvPr/>
        </p:nvCxnSpPr>
        <p:spPr>
          <a:xfrm flipV="1">
            <a:off x="9655766" y="17042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58ABAA14-88B9-04AC-2EA9-EA4E99A6B087}"/>
              </a:ext>
            </a:extLst>
          </p:cNvPr>
          <p:cNvSpPr/>
          <p:nvPr/>
        </p:nvSpPr>
        <p:spPr>
          <a:xfrm>
            <a:off x="1354836" y="509635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387DDD-1CD9-3714-6A72-E515B9D134BB}"/>
              </a:ext>
            </a:extLst>
          </p:cNvPr>
          <p:cNvSpPr txBox="1"/>
          <p:nvPr/>
        </p:nvSpPr>
        <p:spPr>
          <a:xfrm>
            <a:off x="830825" y="120143"/>
            <a:ext cx="138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2 ut por setor</a:t>
            </a:r>
          </a:p>
          <a:p>
            <a:r>
              <a:rPr lang="pt-BR" sz="1600" dirty="0"/>
              <a:t>1 ut por trilha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A421D5-6289-5D62-BE07-AD65E046C39D}"/>
              </a:ext>
            </a:extLst>
          </p:cNvPr>
          <p:cNvSpPr/>
          <p:nvPr/>
        </p:nvSpPr>
        <p:spPr>
          <a:xfrm>
            <a:off x="2342971" y="509635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4FFA8F4-6E79-A3AE-5ECE-AE0324D0925B}"/>
              </a:ext>
            </a:extLst>
          </p:cNvPr>
          <p:cNvSpPr/>
          <p:nvPr/>
        </p:nvSpPr>
        <p:spPr>
          <a:xfrm>
            <a:off x="3268000" y="5121337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549A49F-116C-017E-F774-5B2E13FA10DB}"/>
              </a:ext>
            </a:extLst>
          </p:cNvPr>
          <p:cNvSpPr/>
          <p:nvPr/>
        </p:nvSpPr>
        <p:spPr>
          <a:xfrm>
            <a:off x="4272947" y="509635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A314290-EE26-6991-565F-4C5EFE89B1E3}"/>
              </a:ext>
            </a:extLst>
          </p:cNvPr>
          <p:cNvSpPr/>
          <p:nvPr/>
        </p:nvSpPr>
        <p:spPr>
          <a:xfrm>
            <a:off x="1354831" y="551077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0047984-9A71-51F1-02B4-4587C86F7871}"/>
              </a:ext>
            </a:extLst>
          </p:cNvPr>
          <p:cNvSpPr/>
          <p:nvPr/>
        </p:nvSpPr>
        <p:spPr>
          <a:xfrm>
            <a:off x="2342966" y="551077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1C3DC2E-627D-5BF1-FCEC-B840C6DECA33}"/>
              </a:ext>
            </a:extLst>
          </p:cNvPr>
          <p:cNvSpPr/>
          <p:nvPr/>
        </p:nvSpPr>
        <p:spPr>
          <a:xfrm>
            <a:off x="3267995" y="553575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44F4EFD-0B45-B739-F4E2-05CC62AF2DFE}"/>
              </a:ext>
            </a:extLst>
          </p:cNvPr>
          <p:cNvSpPr/>
          <p:nvPr/>
        </p:nvSpPr>
        <p:spPr>
          <a:xfrm>
            <a:off x="4272942" y="551077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DC760C4-FD24-8400-778C-E8C38CBEC3A6}"/>
              </a:ext>
            </a:extLst>
          </p:cNvPr>
          <p:cNvSpPr/>
          <p:nvPr/>
        </p:nvSpPr>
        <p:spPr>
          <a:xfrm>
            <a:off x="375300" y="547201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C72A9DC-E600-1D66-7FE6-3386C95FE800}"/>
              </a:ext>
            </a:extLst>
          </p:cNvPr>
          <p:cNvSpPr/>
          <p:nvPr/>
        </p:nvSpPr>
        <p:spPr>
          <a:xfrm>
            <a:off x="394950" y="588015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713F12E-A4AD-973B-D1BD-253E30DCCBC8}"/>
              </a:ext>
            </a:extLst>
          </p:cNvPr>
          <p:cNvSpPr/>
          <p:nvPr/>
        </p:nvSpPr>
        <p:spPr>
          <a:xfrm>
            <a:off x="1354831" y="586472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C8725AC-F395-4518-EB24-52A993916813}"/>
              </a:ext>
            </a:extLst>
          </p:cNvPr>
          <p:cNvSpPr/>
          <p:nvPr/>
        </p:nvSpPr>
        <p:spPr>
          <a:xfrm>
            <a:off x="2342966" y="586472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AADB33C-377D-7F7E-1B5E-B79E8DE68C8B}"/>
              </a:ext>
            </a:extLst>
          </p:cNvPr>
          <p:cNvSpPr/>
          <p:nvPr/>
        </p:nvSpPr>
        <p:spPr>
          <a:xfrm>
            <a:off x="3267995" y="588970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09D9789-33AA-0EFB-10CF-23E4E51D0F3A}"/>
              </a:ext>
            </a:extLst>
          </p:cNvPr>
          <p:cNvSpPr/>
          <p:nvPr/>
        </p:nvSpPr>
        <p:spPr>
          <a:xfrm>
            <a:off x="4272942" y="586472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30179A5-4BF0-670B-2057-5272091D7708}"/>
              </a:ext>
            </a:extLst>
          </p:cNvPr>
          <p:cNvSpPr/>
          <p:nvPr/>
        </p:nvSpPr>
        <p:spPr>
          <a:xfrm>
            <a:off x="394950" y="623410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EC0188E-AE2E-49C4-805B-3C329B8BDC6D}"/>
              </a:ext>
            </a:extLst>
          </p:cNvPr>
          <p:cNvSpPr/>
          <p:nvPr/>
        </p:nvSpPr>
        <p:spPr>
          <a:xfrm>
            <a:off x="1352407" y="625054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92970355-A368-C82A-3AD1-F9BABBBEAAD5}"/>
              </a:ext>
            </a:extLst>
          </p:cNvPr>
          <p:cNvSpPr/>
          <p:nvPr/>
        </p:nvSpPr>
        <p:spPr>
          <a:xfrm>
            <a:off x="2340542" y="625054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35EC6315-62E9-08FA-30F7-1DDE108D3873}"/>
              </a:ext>
            </a:extLst>
          </p:cNvPr>
          <p:cNvSpPr/>
          <p:nvPr/>
        </p:nvSpPr>
        <p:spPr>
          <a:xfrm>
            <a:off x="3265571" y="627553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D7395EAC-795E-006F-A345-A8DB6FC546A6}"/>
              </a:ext>
            </a:extLst>
          </p:cNvPr>
          <p:cNvSpPr/>
          <p:nvPr/>
        </p:nvSpPr>
        <p:spPr>
          <a:xfrm>
            <a:off x="4270518" y="625054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4C88B649-4E26-7DD9-1436-E628E5450CEF}"/>
              </a:ext>
            </a:extLst>
          </p:cNvPr>
          <p:cNvSpPr/>
          <p:nvPr/>
        </p:nvSpPr>
        <p:spPr>
          <a:xfrm>
            <a:off x="392526" y="661993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4247CA6B-CB10-7138-68EF-0EB3F0E2DEFA}"/>
              </a:ext>
            </a:extLst>
          </p:cNvPr>
          <p:cNvSpPr/>
          <p:nvPr/>
        </p:nvSpPr>
        <p:spPr>
          <a:xfrm>
            <a:off x="1352407" y="6599147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684AD62A-35D3-C8D3-44F6-BE2355698BF3}"/>
              </a:ext>
            </a:extLst>
          </p:cNvPr>
          <p:cNvSpPr/>
          <p:nvPr/>
        </p:nvSpPr>
        <p:spPr>
          <a:xfrm>
            <a:off x="2357354" y="6639047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BD3EE903-4FBE-DEB2-F37E-D04D5BC8C9B9}"/>
              </a:ext>
            </a:extLst>
          </p:cNvPr>
          <p:cNvSpPr/>
          <p:nvPr/>
        </p:nvSpPr>
        <p:spPr>
          <a:xfrm>
            <a:off x="3288028" y="664723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F7F8288E-31F8-A2C1-17F4-F5844479D55D}"/>
              </a:ext>
            </a:extLst>
          </p:cNvPr>
          <p:cNvSpPr/>
          <p:nvPr/>
        </p:nvSpPr>
        <p:spPr>
          <a:xfrm>
            <a:off x="4270518" y="662755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018F06AA-9802-3D76-6E27-A59727BA90D9}"/>
              </a:ext>
            </a:extLst>
          </p:cNvPr>
          <p:cNvSpPr/>
          <p:nvPr/>
        </p:nvSpPr>
        <p:spPr>
          <a:xfrm>
            <a:off x="5444967" y="510945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81A68626-1997-6011-1ECD-9B4B39BAF1C5}"/>
              </a:ext>
            </a:extLst>
          </p:cNvPr>
          <p:cNvSpPr/>
          <p:nvPr/>
        </p:nvSpPr>
        <p:spPr>
          <a:xfrm>
            <a:off x="7412638" y="511526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D0E3E72C-BF92-089C-0C3D-05A1715E7A87}"/>
              </a:ext>
            </a:extLst>
          </p:cNvPr>
          <p:cNvSpPr/>
          <p:nvPr/>
        </p:nvSpPr>
        <p:spPr>
          <a:xfrm>
            <a:off x="8337667" y="514025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1043FDE1-88F3-ED5A-033A-A7135CE927A8}"/>
              </a:ext>
            </a:extLst>
          </p:cNvPr>
          <p:cNvSpPr/>
          <p:nvPr/>
        </p:nvSpPr>
        <p:spPr>
          <a:xfrm>
            <a:off x="9342614" y="511526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1F3EB7A3-9465-6C93-EADC-E89D5036B19F}"/>
              </a:ext>
            </a:extLst>
          </p:cNvPr>
          <p:cNvSpPr/>
          <p:nvPr/>
        </p:nvSpPr>
        <p:spPr>
          <a:xfrm>
            <a:off x="5444967" y="549093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0D248B26-679D-DB89-3861-A9D30B88DD38}"/>
              </a:ext>
            </a:extLst>
          </p:cNvPr>
          <p:cNvSpPr/>
          <p:nvPr/>
        </p:nvSpPr>
        <p:spPr>
          <a:xfrm>
            <a:off x="6425861" y="509727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C6B8F216-A3DE-2D0B-9C38-44F467A35E87}"/>
              </a:ext>
            </a:extLst>
          </p:cNvPr>
          <p:cNvSpPr/>
          <p:nvPr/>
        </p:nvSpPr>
        <p:spPr>
          <a:xfrm>
            <a:off x="7434685" y="552725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3335F100-560D-0C48-CB31-7AFC2A53B985}"/>
              </a:ext>
            </a:extLst>
          </p:cNvPr>
          <p:cNvSpPr/>
          <p:nvPr/>
        </p:nvSpPr>
        <p:spPr>
          <a:xfrm>
            <a:off x="8359714" y="555223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122BB27C-5805-398C-789D-C2B11CD0BD28}"/>
              </a:ext>
            </a:extLst>
          </p:cNvPr>
          <p:cNvSpPr/>
          <p:nvPr/>
        </p:nvSpPr>
        <p:spPr>
          <a:xfrm>
            <a:off x="9364661" y="552725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CDD149FD-73EF-FF93-DB11-6BD3C18E611B}"/>
              </a:ext>
            </a:extLst>
          </p:cNvPr>
          <p:cNvSpPr/>
          <p:nvPr/>
        </p:nvSpPr>
        <p:spPr>
          <a:xfrm>
            <a:off x="5467014" y="590292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151D0195-D627-9E0B-E9E8-C642F4CB94ED}"/>
              </a:ext>
            </a:extLst>
          </p:cNvPr>
          <p:cNvSpPr/>
          <p:nvPr/>
        </p:nvSpPr>
        <p:spPr>
          <a:xfrm>
            <a:off x="6447908" y="550925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F90CAA1D-EB9F-B53A-E27B-3A0E424B8F79}"/>
              </a:ext>
            </a:extLst>
          </p:cNvPr>
          <p:cNvSpPr/>
          <p:nvPr/>
        </p:nvSpPr>
        <p:spPr>
          <a:xfrm>
            <a:off x="7434685" y="587221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E9A7942A-FE7C-B366-A0C5-E26799059E7B}"/>
              </a:ext>
            </a:extLst>
          </p:cNvPr>
          <p:cNvSpPr/>
          <p:nvPr/>
        </p:nvSpPr>
        <p:spPr>
          <a:xfrm>
            <a:off x="8359714" y="589719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02A87A28-A98F-E60A-D7F8-8E81E5E64271}"/>
              </a:ext>
            </a:extLst>
          </p:cNvPr>
          <p:cNvSpPr/>
          <p:nvPr/>
        </p:nvSpPr>
        <p:spPr>
          <a:xfrm>
            <a:off x="9364661" y="587221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4D320354-CA31-F3BE-CD7D-BB664C73CBCC}"/>
              </a:ext>
            </a:extLst>
          </p:cNvPr>
          <p:cNvSpPr/>
          <p:nvPr/>
        </p:nvSpPr>
        <p:spPr>
          <a:xfrm>
            <a:off x="5467014" y="6247877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CE9A945F-299E-27AA-3A8B-ACAC9546EC5A}"/>
              </a:ext>
            </a:extLst>
          </p:cNvPr>
          <p:cNvSpPr/>
          <p:nvPr/>
        </p:nvSpPr>
        <p:spPr>
          <a:xfrm>
            <a:off x="6447908" y="585421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0CCE1789-CE6E-A2C6-3657-E09DDD60E28F}"/>
              </a:ext>
            </a:extLst>
          </p:cNvPr>
          <p:cNvSpPr/>
          <p:nvPr/>
        </p:nvSpPr>
        <p:spPr>
          <a:xfrm>
            <a:off x="7434685" y="625210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1D64300C-3356-FF25-3A02-7833B0619DE8}"/>
              </a:ext>
            </a:extLst>
          </p:cNvPr>
          <p:cNvSpPr/>
          <p:nvPr/>
        </p:nvSpPr>
        <p:spPr>
          <a:xfrm>
            <a:off x="8359714" y="627708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1A5664BB-D874-2DD0-7648-47BAE51E596A}"/>
              </a:ext>
            </a:extLst>
          </p:cNvPr>
          <p:cNvSpPr/>
          <p:nvPr/>
        </p:nvSpPr>
        <p:spPr>
          <a:xfrm>
            <a:off x="9364661" y="625210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856AF644-E4FC-1BFB-0C89-A1CA9552B9FB}"/>
              </a:ext>
            </a:extLst>
          </p:cNvPr>
          <p:cNvSpPr/>
          <p:nvPr/>
        </p:nvSpPr>
        <p:spPr>
          <a:xfrm>
            <a:off x="6447908" y="623410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C1ABEA22-98EB-DCD9-C005-271DB3F6EDE7}"/>
              </a:ext>
            </a:extLst>
          </p:cNvPr>
          <p:cNvCxnSpPr>
            <a:cxnSpLocks/>
          </p:cNvCxnSpPr>
          <p:nvPr/>
        </p:nvCxnSpPr>
        <p:spPr>
          <a:xfrm>
            <a:off x="707918" y="1032387"/>
            <a:ext cx="0" cy="31364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5BC0EA30-4DC3-F355-8C02-F4034DC793D8}"/>
              </a:ext>
            </a:extLst>
          </p:cNvPr>
          <p:cNvCxnSpPr>
            <a:cxnSpLocks/>
          </p:cNvCxnSpPr>
          <p:nvPr/>
        </p:nvCxnSpPr>
        <p:spPr>
          <a:xfrm>
            <a:off x="682109" y="4168877"/>
            <a:ext cx="228723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46ABD4D-3674-4AA6-DCF5-6786BE0D43DC}"/>
              </a:ext>
            </a:extLst>
          </p:cNvPr>
          <p:cNvCxnSpPr>
            <a:cxnSpLocks/>
          </p:cNvCxnSpPr>
          <p:nvPr/>
        </p:nvCxnSpPr>
        <p:spPr>
          <a:xfrm>
            <a:off x="2969342" y="4168877"/>
            <a:ext cx="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5731C4E1-DE79-C875-26BE-C7540A22D16A}"/>
              </a:ext>
            </a:extLst>
          </p:cNvPr>
          <p:cNvCxnSpPr>
            <a:cxnSpLocks/>
          </p:cNvCxnSpPr>
          <p:nvPr/>
        </p:nvCxnSpPr>
        <p:spPr>
          <a:xfrm flipV="1">
            <a:off x="3282741" y="4473677"/>
            <a:ext cx="2994850" cy="49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>
            <a:extLst>
              <a:ext uri="{FF2B5EF4-FFF2-40B4-BE49-F238E27FC236}">
                <a16:creationId xmlns:a16="http://schemas.microsoft.com/office/drawing/2014/main" id="{D7B91765-4C94-6AB6-590D-DAF7AD60F31D}"/>
              </a:ext>
            </a:extLst>
          </p:cNvPr>
          <p:cNvCxnSpPr>
            <a:cxnSpLocks/>
          </p:cNvCxnSpPr>
          <p:nvPr/>
        </p:nvCxnSpPr>
        <p:spPr>
          <a:xfrm flipV="1">
            <a:off x="6245942" y="3785419"/>
            <a:ext cx="0" cy="6882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de Seta Reta 96">
            <a:extLst>
              <a:ext uri="{FF2B5EF4-FFF2-40B4-BE49-F238E27FC236}">
                <a16:creationId xmlns:a16="http://schemas.microsoft.com/office/drawing/2014/main" id="{89B56324-4BF4-0682-1FAD-3DE1B94C9135}"/>
              </a:ext>
            </a:extLst>
          </p:cNvPr>
          <p:cNvCxnSpPr>
            <a:cxnSpLocks/>
          </p:cNvCxnSpPr>
          <p:nvPr/>
        </p:nvCxnSpPr>
        <p:spPr>
          <a:xfrm flipV="1">
            <a:off x="6245942" y="2585884"/>
            <a:ext cx="0" cy="10520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de Seta Reta 99">
            <a:extLst>
              <a:ext uri="{FF2B5EF4-FFF2-40B4-BE49-F238E27FC236}">
                <a16:creationId xmlns:a16="http://schemas.microsoft.com/office/drawing/2014/main" id="{CA581B25-B578-D846-B05F-0EDDDB26A56C}"/>
              </a:ext>
            </a:extLst>
          </p:cNvPr>
          <p:cNvCxnSpPr>
            <a:cxnSpLocks/>
          </p:cNvCxnSpPr>
          <p:nvPr/>
        </p:nvCxnSpPr>
        <p:spPr>
          <a:xfrm flipV="1">
            <a:off x="6516887" y="2600632"/>
            <a:ext cx="2469797" cy="49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101">
            <a:extLst>
              <a:ext uri="{FF2B5EF4-FFF2-40B4-BE49-F238E27FC236}">
                <a16:creationId xmlns:a16="http://schemas.microsoft.com/office/drawing/2014/main" id="{186A597C-B749-DAF8-A669-AE43B55751FB}"/>
              </a:ext>
            </a:extLst>
          </p:cNvPr>
          <p:cNvCxnSpPr>
            <a:cxnSpLocks/>
          </p:cNvCxnSpPr>
          <p:nvPr/>
        </p:nvCxnSpPr>
        <p:spPr>
          <a:xfrm flipV="1">
            <a:off x="8984226" y="1912374"/>
            <a:ext cx="0" cy="6882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>
            <a:extLst>
              <a:ext uri="{FF2B5EF4-FFF2-40B4-BE49-F238E27FC236}">
                <a16:creationId xmlns:a16="http://schemas.microsoft.com/office/drawing/2014/main" id="{A6033D6E-0E20-970A-F6F3-75652C28ECCC}"/>
              </a:ext>
            </a:extLst>
          </p:cNvPr>
          <p:cNvCxnSpPr>
            <a:cxnSpLocks/>
          </p:cNvCxnSpPr>
          <p:nvPr/>
        </p:nvCxnSpPr>
        <p:spPr>
          <a:xfrm>
            <a:off x="9246288" y="1814051"/>
            <a:ext cx="13430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105">
            <a:extLst>
              <a:ext uri="{FF2B5EF4-FFF2-40B4-BE49-F238E27FC236}">
                <a16:creationId xmlns:a16="http://schemas.microsoft.com/office/drawing/2014/main" id="{4466854E-6C7D-F8A4-E8D5-7003AFFFBB4C}"/>
              </a:ext>
            </a:extLst>
          </p:cNvPr>
          <p:cNvCxnSpPr>
            <a:cxnSpLocks/>
          </p:cNvCxnSpPr>
          <p:nvPr/>
        </p:nvCxnSpPr>
        <p:spPr>
          <a:xfrm flipV="1">
            <a:off x="10938382" y="1455174"/>
            <a:ext cx="0" cy="3785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de Seta Reta 107">
            <a:extLst>
              <a:ext uri="{FF2B5EF4-FFF2-40B4-BE49-F238E27FC236}">
                <a16:creationId xmlns:a16="http://schemas.microsoft.com/office/drawing/2014/main" id="{5ADC79CA-3E80-A54C-16EF-38213B693FA5}"/>
              </a:ext>
            </a:extLst>
          </p:cNvPr>
          <p:cNvCxnSpPr>
            <a:cxnSpLocks/>
          </p:cNvCxnSpPr>
          <p:nvPr/>
        </p:nvCxnSpPr>
        <p:spPr>
          <a:xfrm flipV="1">
            <a:off x="10938382" y="1032387"/>
            <a:ext cx="0" cy="3785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>
            <a:extLst>
              <a:ext uri="{FF2B5EF4-FFF2-40B4-BE49-F238E27FC236}">
                <a16:creationId xmlns:a16="http://schemas.microsoft.com/office/drawing/2014/main" id="{BBC6BBB8-3D96-E801-4626-245631FA2F04}"/>
              </a:ext>
            </a:extLst>
          </p:cNvPr>
          <p:cNvCxnSpPr>
            <a:cxnSpLocks/>
          </p:cNvCxnSpPr>
          <p:nvPr/>
        </p:nvCxnSpPr>
        <p:spPr>
          <a:xfrm>
            <a:off x="10938382" y="1032387"/>
            <a:ext cx="40804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de Seta Reta 111">
            <a:extLst>
              <a:ext uri="{FF2B5EF4-FFF2-40B4-BE49-F238E27FC236}">
                <a16:creationId xmlns:a16="http://schemas.microsoft.com/office/drawing/2014/main" id="{4F40DC62-8728-93D6-6C41-460689D69566}"/>
              </a:ext>
            </a:extLst>
          </p:cNvPr>
          <p:cNvCxnSpPr>
            <a:cxnSpLocks/>
          </p:cNvCxnSpPr>
          <p:nvPr/>
        </p:nvCxnSpPr>
        <p:spPr>
          <a:xfrm>
            <a:off x="11449664" y="1032387"/>
            <a:ext cx="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68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000"/>
                            </p:stCondLst>
                            <p:childTnLst>
                              <p:par>
                                <p:cTn id="18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000"/>
                            </p:stCondLst>
                            <p:childTnLst>
                              <p:par>
                                <p:cTn id="2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00"/>
                            </p:stCondLst>
                            <p:childTnLst>
                              <p:par>
                                <p:cTn id="265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9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9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4965-3C2D-6C50-1D09-06191AE6F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C713D28-F000-E8EE-2A02-41B2717E21FF}"/>
              </a:ext>
            </a:extLst>
          </p:cNvPr>
          <p:cNvGraphicFramePr>
            <a:graphicFrameLocks noGrp="1"/>
          </p:cNvGraphicFramePr>
          <p:nvPr/>
        </p:nvGraphicFramePr>
        <p:xfrm>
          <a:off x="627629" y="906479"/>
          <a:ext cx="1093674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837">
                  <a:extLst>
                    <a:ext uri="{9D8B030D-6E8A-4147-A177-3AD203B41FA5}">
                      <a16:colId xmlns:a16="http://schemas.microsoft.com/office/drawing/2014/main" val="427010452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963279111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583613775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58317842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78006276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26776330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083940780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76662557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674662732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09155804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40920362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99021528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909959180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04076976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1759068827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3821564714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413715958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608399542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158904053"/>
                    </a:ext>
                  </a:extLst>
                </a:gridCol>
                <a:gridCol w="546837">
                  <a:extLst>
                    <a:ext uri="{9D8B030D-6E8A-4147-A177-3AD203B41FA5}">
                      <a16:colId xmlns:a16="http://schemas.microsoft.com/office/drawing/2014/main" val="295213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5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8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0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404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2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52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9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2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8383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2C40381-1BDE-0B3F-E3C5-CD6B26503791}"/>
              </a:ext>
            </a:extLst>
          </p:cNvPr>
          <p:cNvGraphicFramePr>
            <a:graphicFrameLocks noGrp="1"/>
          </p:cNvGraphicFramePr>
          <p:nvPr/>
        </p:nvGraphicFramePr>
        <p:xfrm>
          <a:off x="2326960" y="257550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113053700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939296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457238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14390351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89446309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3449685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838045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3791104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78544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705772"/>
                  </a:ext>
                </a:extLst>
              </a:tr>
            </a:tbl>
          </a:graphicData>
        </a:graphic>
      </p:graphicFrame>
      <p:pic>
        <p:nvPicPr>
          <p:cNvPr id="7" name="Gráfico 6" descr="Seta: reta com preenchimento sólido">
            <a:extLst>
              <a:ext uri="{FF2B5EF4-FFF2-40B4-BE49-F238E27FC236}">
                <a16:creationId xmlns:a16="http://schemas.microsoft.com/office/drawing/2014/main" id="{2FFB38BB-7228-F0E2-CAFE-D759EB9F6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627629" y="376390"/>
            <a:ext cx="504000" cy="504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BABB012-F9DE-1981-8E5B-3D87FFE753A9}"/>
              </a:ext>
            </a:extLst>
          </p:cNvPr>
          <p:cNvSpPr txBox="1"/>
          <p:nvPr/>
        </p:nvSpPr>
        <p:spPr>
          <a:xfrm>
            <a:off x="-36627" y="-36648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Elevador</a:t>
            </a:r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EF23C323-0495-0537-8AC8-6919FEE98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10038"/>
              </p:ext>
            </p:extLst>
          </p:nvPr>
        </p:nvGraphicFramePr>
        <p:xfrm>
          <a:off x="162226" y="4713200"/>
          <a:ext cx="4808805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61761">
                  <a:extLst>
                    <a:ext uri="{9D8B030D-6E8A-4147-A177-3AD203B41FA5}">
                      <a16:colId xmlns:a16="http://schemas.microsoft.com/office/drawing/2014/main" val="212890445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156861019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2980351976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139874973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047000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Setores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Trilhas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0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74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45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3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63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722091"/>
                  </a:ext>
                </a:extLst>
              </a:tr>
            </a:tbl>
          </a:graphicData>
        </a:graphic>
      </p:graphicFrame>
      <p:graphicFrame>
        <p:nvGraphicFramePr>
          <p:cNvPr id="57" name="Tabela 56">
            <a:extLst>
              <a:ext uri="{FF2B5EF4-FFF2-40B4-BE49-F238E27FC236}">
                <a16:creationId xmlns:a16="http://schemas.microsoft.com/office/drawing/2014/main" id="{7A7D2ABA-6574-FFF0-FAAB-4B0BFB223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949731"/>
              </p:ext>
            </p:extLst>
          </p:nvPr>
        </p:nvGraphicFramePr>
        <p:xfrm>
          <a:off x="5197976" y="4709650"/>
          <a:ext cx="4808805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61761">
                  <a:extLst>
                    <a:ext uri="{9D8B030D-6E8A-4147-A177-3AD203B41FA5}">
                      <a16:colId xmlns:a16="http://schemas.microsoft.com/office/drawing/2014/main" val="212890445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156861019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2980351976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1398749738"/>
                    </a:ext>
                  </a:extLst>
                </a:gridCol>
                <a:gridCol w="961761">
                  <a:extLst>
                    <a:ext uri="{9D8B030D-6E8A-4147-A177-3AD203B41FA5}">
                      <a16:colId xmlns:a16="http://schemas.microsoft.com/office/drawing/2014/main" val="4047000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Setores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# Trilhas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0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5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8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44879"/>
                  </a:ext>
                </a:extLst>
              </a:tr>
            </a:tbl>
          </a:graphicData>
        </a:graphic>
      </p:graphicFrame>
      <p:sp>
        <p:nvSpPr>
          <p:cNvPr id="58" name="CaixaDeTexto 57">
            <a:extLst>
              <a:ext uri="{FF2B5EF4-FFF2-40B4-BE49-F238E27FC236}">
                <a16:creationId xmlns:a16="http://schemas.microsoft.com/office/drawing/2014/main" id="{D196114F-B9AA-41B6-7FCD-7B3B03B30DBF}"/>
              </a:ext>
            </a:extLst>
          </p:cNvPr>
          <p:cNvSpPr txBox="1"/>
          <p:nvPr/>
        </p:nvSpPr>
        <p:spPr>
          <a:xfrm>
            <a:off x="10481187" y="6056671"/>
            <a:ext cx="145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Total: 174 ut</a:t>
            </a: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C4229EE-A01B-6F34-F97B-5E7DCD34FAE1}"/>
              </a:ext>
            </a:extLst>
          </p:cNvPr>
          <p:cNvCxnSpPr/>
          <p:nvPr/>
        </p:nvCxnSpPr>
        <p:spPr>
          <a:xfrm flipV="1">
            <a:off x="2480179" y="137652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A0197662-984A-430F-A0FC-6896306069BF}"/>
              </a:ext>
            </a:extLst>
          </p:cNvPr>
          <p:cNvCxnSpPr/>
          <p:nvPr/>
        </p:nvCxnSpPr>
        <p:spPr>
          <a:xfrm flipV="1">
            <a:off x="3354333" y="152400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95370CD5-5076-3A3A-C344-F018F1FDE031}"/>
              </a:ext>
            </a:extLst>
          </p:cNvPr>
          <p:cNvCxnSpPr/>
          <p:nvPr/>
        </p:nvCxnSpPr>
        <p:spPr>
          <a:xfrm flipV="1">
            <a:off x="4235661" y="174660"/>
            <a:ext cx="695633" cy="56972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05CC1C9C-C52E-C3C0-193C-CAA495E3497E}"/>
              </a:ext>
            </a:extLst>
          </p:cNvPr>
          <p:cNvCxnSpPr/>
          <p:nvPr/>
        </p:nvCxnSpPr>
        <p:spPr>
          <a:xfrm flipV="1">
            <a:off x="5145119" y="132190"/>
            <a:ext cx="695633" cy="56972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6F9A1F71-0D1F-CBAC-9E09-55FB668CAA1A}"/>
              </a:ext>
            </a:extLst>
          </p:cNvPr>
          <p:cNvCxnSpPr/>
          <p:nvPr/>
        </p:nvCxnSpPr>
        <p:spPr>
          <a:xfrm flipV="1">
            <a:off x="6045490" y="17042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860C8CB6-1833-77E2-415C-658FA71094B2}"/>
              </a:ext>
            </a:extLst>
          </p:cNvPr>
          <p:cNvCxnSpPr/>
          <p:nvPr/>
        </p:nvCxnSpPr>
        <p:spPr>
          <a:xfrm flipV="1">
            <a:off x="6935905" y="16736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5734908F-7DF3-FEB5-750E-D1BC12317C94}"/>
              </a:ext>
            </a:extLst>
          </p:cNvPr>
          <p:cNvCxnSpPr/>
          <p:nvPr/>
        </p:nvCxnSpPr>
        <p:spPr>
          <a:xfrm flipV="1">
            <a:off x="7850628" y="172038"/>
            <a:ext cx="695633" cy="56972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A7D6864A-5963-775B-40D3-EC3E1FB8EA5B}"/>
              </a:ext>
            </a:extLst>
          </p:cNvPr>
          <p:cNvCxnSpPr/>
          <p:nvPr/>
        </p:nvCxnSpPr>
        <p:spPr>
          <a:xfrm flipV="1">
            <a:off x="8726691" y="137652"/>
            <a:ext cx="695633" cy="56972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A5113DD0-3718-B377-42B9-FD4DD0E54810}"/>
              </a:ext>
            </a:extLst>
          </p:cNvPr>
          <p:cNvCxnSpPr/>
          <p:nvPr/>
        </p:nvCxnSpPr>
        <p:spPr>
          <a:xfrm flipV="1">
            <a:off x="9655766" y="170427"/>
            <a:ext cx="695633" cy="5697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7C13B27E-5286-C584-8433-4B986BF242D5}"/>
              </a:ext>
            </a:extLst>
          </p:cNvPr>
          <p:cNvSpPr/>
          <p:nvPr/>
        </p:nvSpPr>
        <p:spPr>
          <a:xfrm>
            <a:off x="1300727" y="508905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E7C0E6-02A1-CE24-6CA9-ECDFAFA6CF85}"/>
              </a:ext>
            </a:extLst>
          </p:cNvPr>
          <p:cNvSpPr txBox="1"/>
          <p:nvPr/>
        </p:nvSpPr>
        <p:spPr>
          <a:xfrm>
            <a:off x="830825" y="120143"/>
            <a:ext cx="138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2 ut por setor</a:t>
            </a:r>
          </a:p>
          <a:p>
            <a:r>
              <a:rPr lang="pt-BR" sz="1600" dirty="0"/>
              <a:t>1 ut por trilha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C09F2E2-475F-FA50-8764-BB58AC500C03}"/>
              </a:ext>
            </a:extLst>
          </p:cNvPr>
          <p:cNvSpPr/>
          <p:nvPr/>
        </p:nvSpPr>
        <p:spPr>
          <a:xfrm>
            <a:off x="2326960" y="509309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1F8E2B7-B572-68B7-E939-88DD3B525D72}"/>
              </a:ext>
            </a:extLst>
          </p:cNvPr>
          <p:cNvSpPr/>
          <p:nvPr/>
        </p:nvSpPr>
        <p:spPr>
          <a:xfrm>
            <a:off x="3251989" y="511808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C7BEE38-013E-582F-0FC0-0961FAAEF32D}"/>
              </a:ext>
            </a:extLst>
          </p:cNvPr>
          <p:cNvSpPr/>
          <p:nvPr/>
        </p:nvSpPr>
        <p:spPr>
          <a:xfrm>
            <a:off x="4256936" y="509309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A5DDE50-E038-7B25-2944-E4F631B9C85C}"/>
              </a:ext>
            </a:extLst>
          </p:cNvPr>
          <p:cNvSpPr/>
          <p:nvPr/>
        </p:nvSpPr>
        <p:spPr>
          <a:xfrm>
            <a:off x="1308586" y="548283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15903C-5156-0676-C63B-E80D6BE44647}"/>
              </a:ext>
            </a:extLst>
          </p:cNvPr>
          <p:cNvSpPr/>
          <p:nvPr/>
        </p:nvSpPr>
        <p:spPr>
          <a:xfrm>
            <a:off x="2303234" y="549508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D838343-5D99-AB34-160E-403788AD4E68}"/>
              </a:ext>
            </a:extLst>
          </p:cNvPr>
          <p:cNvSpPr/>
          <p:nvPr/>
        </p:nvSpPr>
        <p:spPr>
          <a:xfrm>
            <a:off x="3228263" y="552006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7BF97B7-DD22-B85B-7DD0-587FE594F05D}"/>
              </a:ext>
            </a:extLst>
          </p:cNvPr>
          <p:cNvSpPr/>
          <p:nvPr/>
        </p:nvSpPr>
        <p:spPr>
          <a:xfrm>
            <a:off x="4233210" y="549508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DE4182D-4740-ADD2-B7DA-941FBEFFB1F9}"/>
              </a:ext>
            </a:extLst>
          </p:cNvPr>
          <p:cNvSpPr/>
          <p:nvPr/>
        </p:nvSpPr>
        <p:spPr>
          <a:xfrm>
            <a:off x="348705" y="550100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1721563-3F87-3B82-9C57-12D4A65143F7}"/>
              </a:ext>
            </a:extLst>
          </p:cNvPr>
          <p:cNvSpPr/>
          <p:nvPr/>
        </p:nvSpPr>
        <p:spPr>
          <a:xfrm>
            <a:off x="348705" y="5852221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A27E398-AB9F-69B4-B043-86361946DCAF}"/>
              </a:ext>
            </a:extLst>
          </p:cNvPr>
          <p:cNvSpPr/>
          <p:nvPr/>
        </p:nvSpPr>
        <p:spPr>
          <a:xfrm>
            <a:off x="1300727" y="587356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8DEB6AA-4623-DE65-DE82-FF768AB47F86}"/>
              </a:ext>
            </a:extLst>
          </p:cNvPr>
          <p:cNvSpPr/>
          <p:nvPr/>
        </p:nvSpPr>
        <p:spPr>
          <a:xfrm>
            <a:off x="2326960" y="588799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AAF430A-448D-33D4-76B4-020603DE7939}"/>
              </a:ext>
            </a:extLst>
          </p:cNvPr>
          <p:cNvSpPr/>
          <p:nvPr/>
        </p:nvSpPr>
        <p:spPr>
          <a:xfrm>
            <a:off x="3251989" y="591297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F0A3EA2-2AC4-B472-DBF9-0DF791802879}"/>
              </a:ext>
            </a:extLst>
          </p:cNvPr>
          <p:cNvSpPr/>
          <p:nvPr/>
        </p:nvSpPr>
        <p:spPr>
          <a:xfrm>
            <a:off x="4256936" y="588799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1212149-AFDB-D868-C23A-36576F9670DC}"/>
              </a:ext>
            </a:extLst>
          </p:cNvPr>
          <p:cNvSpPr/>
          <p:nvPr/>
        </p:nvSpPr>
        <p:spPr>
          <a:xfrm>
            <a:off x="340846" y="624294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58CDFAE-8C1D-7E09-7F6B-19213FCB610E}"/>
              </a:ext>
            </a:extLst>
          </p:cNvPr>
          <p:cNvSpPr/>
          <p:nvPr/>
        </p:nvSpPr>
        <p:spPr>
          <a:xfrm>
            <a:off x="1315099" y="625804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0C227BBB-DF0D-5C74-BBCB-AD8888C75C45}"/>
              </a:ext>
            </a:extLst>
          </p:cNvPr>
          <p:cNvSpPr/>
          <p:nvPr/>
        </p:nvSpPr>
        <p:spPr>
          <a:xfrm>
            <a:off x="2303234" y="625804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885448D2-330B-B233-183F-B3F28F57B9F9}"/>
              </a:ext>
            </a:extLst>
          </p:cNvPr>
          <p:cNvSpPr/>
          <p:nvPr/>
        </p:nvSpPr>
        <p:spPr>
          <a:xfrm>
            <a:off x="3228263" y="628302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2397DB6F-7CBA-5348-7D0F-C4F89A5C650E}"/>
              </a:ext>
            </a:extLst>
          </p:cNvPr>
          <p:cNvSpPr/>
          <p:nvPr/>
        </p:nvSpPr>
        <p:spPr>
          <a:xfrm>
            <a:off x="4233210" y="625804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78C4033F-A0ED-7753-DC35-5AD19AFB52C2}"/>
              </a:ext>
            </a:extLst>
          </p:cNvPr>
          <p:cNvSpPr/>
          <p:nvPr/>
        </p:nvSpPr>
        <p:spPr>
          <a:xfrm>
            <a:off x="355218" y="662742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FA52B2F2-25A6-E72D-76A7-8C41083F7AC8}"/>
              </a:ext>
            </a:extLst>
          </p:cNvPr>
          <p:cNvSpPr/>
          <p:nvPr/>
        </p:nvSpPr>
        <p:spPr>
          <a:xfrm>
            <a:off x="1338825" y="660829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9CD2E76C-7D43-34CC-ED0A-8C57445A071B}"/>
              </a:ext>
            </a:extLst>
          </p:cNvPr>
          <p:cNvSpPr/>
          <p:nvPr/>
        </p:nvSpPr>
        <p:spPr>
          <a:xfrm>
            <a:off x="2343772" y="664819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3222DA03-9F35-07DF-E025-0966EBBF53FA}"/>
              </a:ext>
            </a:extLst>
          </p:cNvPr>
          <p:cNvSpPr/>
          <p:nvPr/>
        </p:nvSpPr>
        <p:spPr>
          <a:xfrm>
            <a:off x="3274446" y="6656382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0076A572-D65A-65DD-1BA6-364A2DE2B6F2}"/>
              </a:ext>
            </a:extLst>
          </p:cNvPr>
          <p:cNvSpPr/>
          <p:nvPr/>
        </p:nvSpPr>
        <p:spPr>
          <a:xfrm>
            <a:off x="4256936" y="663669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87254901-F006-B180-2345-CB411C9668AD}"/>
              </a:ext>
            </a:extLst>
          </p:cNvPr>
          <p:cNvSpPr/>
          <p:nvPr/>
        </p:nvSpPr>
        <p:spPr>
          <a:xfrm>
            <a:off x="5347406" y="509309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531C9252-4F06-E527-4B5E-D2535F48C76E}"/>
              </a:ext>
            </a:extLst>
          </p:cNvPr>
          <p:cNvSpPr/>
          <p:nvPr/>
        </p:nvSpPr>
        <p:spPr>
          <a:xfrm>
            <a:off x="7294237" y="511938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7DA7BFD5-0139-B51F-674B-7959BCD54CCB}"/>
              </a:ext>
            </a:extLst>
          </p:cNvPr>
          <p:cNvSpPr/>
          <p:nvPr/>
        </p:nvSpPr>
        <p:spPr>
          <a:xfrm>
            <a:off x="8219266" y="514436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35454E6F-7DCB-FFBF-6B4E-A1BBA64A8294}"/>
              </a:ext>
            </a:extLst>
          </p:cNvPr>
          <p:cNvSpPr/>
          <p:nvPr/>
        </p:nvSpPr>
        <p:spPr>
          <a:xfrm>
            <a:off x="9224213" y="511938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7E8FBF51-5CAF-90B2-3740-36DD5D574AD1}"/>
              </a:ext>
            </a:extLst>
          </p:cNvPr>
          <p:cNvSpPr/>
          <p:nvPr/>
        </p:nvSpPr>
        <p:spPr>
          <a:xfrm>
            <a:off x="5347406" y="549769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9C6EB1CD-9DB8-A389-415B-A7617B657593}"/>
              </a:ext>
            </a:extLst>
          </p:cNvPr>
          <p:cNvSpPr/>
          <p:nvPr/>
        </p:nvSpPr>
        <p:spPr>
          <a:xfrm>
            <a:off x="6328300" y="510403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CF4CB0F4-F592-EA3A-E361-698063FC2BB5}"/>
              </a:ext>
            </a:extLst>
          </p:cNvPr>
          <p:cNvSpPr/>
          <p:nvPr/>
        </p:nvSpPr>
        <p:spPr>
          <a:xfrm>
            <a:off x="7363046" y="548283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E70CF529-A069-C747-FB9E-F9E93016972F}"/>
              </a:ext>
            </a:extLst>
          </p:cNvPr>
          <p:cNvSpPr/>
          <p:nvPr/>
        </p:nvSpPr>
        <p:spPr>
          <a:xfrm>
            <a:off x="8288075" y="550782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040825A9-A80C-AACD-AABB-28DE3D5E1242}"/>
              </a:ext>
            </a:extLst>
          </p:cNvPr>
          <p:cNvSpPr/>
          <p:nvPr/>
        </p:nvSpPr>
        <p:spPr>
          <a:xfrm>
            <a:off x="9293022" y="548283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4AD65C9F-B442-BC0D-7456-5389D0E52C07}"/>
              </a:ext>
            </a:extLst>
          </p:cNvPr>
          <p:cNvSpPr/>
          <p:nvPr/>
        </p:nvSpPr>
        <p:spPr>
          <a:xfrm>
            <a:off x="5358073" y="589953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3A161283-0DF9-2198-4263-074E661AAF0F}"/>
              </a:ext>
            </a:extLst>
          </p:cNvPr>
          <p:cNvSpPr/>
          <p:nvPr/>
        </p:nvSpPr>
        <p:spPr>
          <a:xfrm>
            <a:off x="6338967" y="5505873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648E802B-B9AE-1E21-60A5-64C47B9B645E}"/>
              </a:ext>
            </a:extLst>
          </p:cNvPr>
          <p:cNvSpPr/>
          <p:nvPr/>
        </p:nvSpPr>
        <p:spPr>
          <a:xfrm>
            <a:off x="7376748" y="585667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4CF1179F-EF7C-0F57-7A1F-6850A2E0E324}"/>
              </a:ext>
            </a:extLst>
          </p:cNvPr>
          <p:cNvSpPr/>
          <p:nvPr/>
        </p:nvSpPr>
        <p:spPr>
          <a:xfrm>
            <a:off x="8301777" y="5881660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907EE9F-6062-3616-5AA7-A4AE14918393}"/>
              </a:ext>
            </a:extLst>
          </p:cNvPr>
          <p:cNvSpPr/>
          <p:nvPr/>
        </p:nvSpPr>
        <p:spPr>
          <a:xfrm>
            <a:off x="9306724" y="5856675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BBFEAC64-5A59-512E-78B1-2EBCFB3BEAFD}"/>
              </a:ext>
            </a:extLst>
          </p:cNvPr>
          <p:cNvSpPr/>
          <p:nvPr/>
        </p:nvSpPr>
        <p:spPr>
          <a:xfrm>
            <a:off x="5342175" y="6242948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784C0139-3221-0EE9-A638-AC89886D0428}"/>
              </a:ext>
            </a:extLst>
          </p:cNvPr>
          <p:cNvSpPr/>
          <p:nvPr/>
        </p:nvSpPr>
        <p:spPr>
          <a:xfrm>
            <a:off x="6323069" y="5849286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76EFF590-6DDB-686E-27D5-62C6DD851748}"/>
              </a:ext>
            </a:extLst>
          </p:cNvPr>
          <p:cNvSpPr/>
          <p:nvPr/>
        </p:nvSpPr>
        <p:spPr>
          <a:xfrm>
            <a:off x="7294237" y="625088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10958DD3-A523-FE89-97D5-29251780850D}"/>
              </a:ext>
            </a:extLst>
          </p:cNvPr>
          <p:cNvSpPr/>
          <p:nvPr/>
        </p:nvSpPr>
        <p:spPr>
          <a:xfrm>
            <a:off x="8219266" y="627587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DF16CA7F-055B-57A6-18B8-DBBA933213C6}"/>
              </a:ext>
            </a:extLst>
          </p:cNvPr>
          <p:cNvSpPr/>
          <p:nvPr/>
        </p:nvSpPr>
        <p:spPr>
          <a:xfrm>
            <a:off x="9224213" y="6250889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5A6DEA8E-EA6E-8F20-DACC-3EDB89C9EEE8}"/>
              </a:ext>
            </a:extLst>
          </p:cNvPr>
          <p:cNvSpPr/>
          <p:nvPr/>
        </p:nvSpPr>
        <p:spPr>
          <a:xfrm>
            <a:off x="6307460" y="6232894"/>
            <a:ext cx="698084" cy="30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80A156A-04DB-E3A3-A36E-9E4E616A5D42}"/>
              </a:ext>
            </a:extLst>
          </p:cNvPr>
          <p:cNvCxnSpPr>
            <a:cxnSpLocks/>
          </p:cNvCxnSpPr>
          <p:nvPr/>
        </p:nvCxnSpPr>
        <p:spPr>
          <a:xfrm>
            <a:off x="1004368" y="1188553"/>
            <a:ext cx="807013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3FA812F-62B0-DB5A-3E57-E2B6FFC34F42}"/>
              </a:ext>
            </a:extLst>
          </p:cNvPr>
          <p:cNvCxnSpPr>
            <a:cxnSpLocks/>
          </p:cNvCxnSpPr>
          <p:nvPr/>
        </p:nvCxnSpPr>
        <p:spPr>
          <a:xfrm>
            <a:off x="9089255" y="1188553"/>
            <a:ext cx="0" cy="5615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FD674F9-8629-B919-C1DD-329A4BEA29DC}"/>
              </a:ext>
            </a:extLst>
          </p:cNvPr>
          <p:cNvCxnSpPr>
            <a:cxnSpLocks/>
          </p:cNvCxnSpPr>
          <p:nvPr/>
        </p:nvCxnSpPr>
        <p:spPr>
          <a:xfrm>
            <a:off x="9074507" y="1891560"/>
            <a:ext cx="160757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83228898-A248-17E6-4DA5-6C9F30A3B3EC}"/>
              </a:ext>
            </a:extLst>
          </p:cNvPr>
          <p:cNvCxnSpPr>
            <a:cxnSpLocks/>
          </p:cNvCxnSpPr>
          <p:nvPr/>
        </p:nvCxnSpPr>
        <p:spPr>
          <a:xfrm>
            <a:off x="10780404" y="1890410"/>
            <a:ext cx="1037970" cy="11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10D8EC5A-488A-E6E6-5AD4-35D1717276B2}"/>
              </a:ext>
            </a:extLst>
          </p:cNvPr>
          <p:cNvCxnSpPr>
            <a:cxnSpLocks/>
          </p:cNvCxnSpPr>
          <p:nvPr/>
        </p:nvCxnSpPr>
        <p:spPr>
          <a:xfrm flipV="1">
            <a:off x="507329" y="1890410"/>
            <a:ext cx="5800131" cy="184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177C077C-5682-969B-93B6-C34A96695C1F}"/>
              </a:ext>
            </a:extLst>
          </p:cNvPr>
          <p:cNvCxnSpPr>
            <a:cxnSpLocks/>
          </p:cNvCxnSpPr>
          <p:nvPr/>
        </p:nvCxnSpPr>
        <p:spPr>
          <a:xfrm>
            <a:off x="6307460" y="1908875"/>
            <a:ext cx="0" cy="6868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CE1D7A7F-90D5-EE29-1A2D-2224EDADBDCC}"/>
              </a:ext>
            </a:extLst>
          </p:cNvPr>
          <p:cNvCxnSpPr>
            <a:cxnSpLocks/>
          </p:cNvCxnSpPr>
          <p:nvPr/>
        </p:nvCxnSpPr>
        <p:spPr>
          <a:xfrm flipV="1">
            <a:off x="6391869" y="2649454"/>
            <a:ext cx="5426505" cy="214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CFAB8AF5-236D-7D5B-48A4-EE05CE1152E1}"/>
              </a:ext>
            </a:extLst>
          </p:cNvPr>
          <p:cNvCxnSpPr>
            <a:cxnSpLocks/>
          </p:cNvCxnSpPr>
          <p:nvPr/>
        </p:nvCxnSpPr>
        <p:spPr>
          <a:xfrm>
            <a:off x="462559" y="2683862"/>
            <a:ext cx="47037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B0968466-E430-64D9-A86F-3C903DF6E9CB}"/>
              </a:ext>
            </a:extLst>
          </p:cNvPr>
          <p:cNvCxnSpPr>
            <a:cxnSpLocks/>
          </p:cNvCxnSpPr>
          <p:nvPr/>
        </p:nvCxnSpPr>
        <p:spPr>
          <a:xfrm flipH="1">
            <a:off x="932936" y="2683862"/>
            <a:ext cx="17226" cy="13768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61185EA2-5D07-FD60-16D9-02E7C29120F7}"/>
              </a:ext>
            </a:extLst>
          </p:cNvPr>
          <p:cNvCxnSpPr>
            <a:cxnSpLocks/>
          </p:cNvCxnSpPr>
          <p:nvPr/>
        </p:nvCxnSpPr>
        <p:spPr>
          <a:xfrm>
            <a:off x="1008617" y="4152574"/>
            <a:ext cx="19803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A2EFE5E6-8944-1971-3B52-504AA754B724}"/>
              </a:ext>
            </a:extLst>
          </p:cNvPr>
          <p:cNvCxnSpPr>
            <a:cxnSpLocks/>
          </p:cNvCxnSpPr>
          <p:nvPr/>
        </p:nvCxnSpPr>
        <p:spPr>
          <a:xfrm>
            <a:off x="2979240" y="4152574"/>
            <a:ext cx="9766" cy="350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48AE5984-9F8B-05DF-35F7-1B0888CFC78E}"/>
              </a:ext>
            </a:extLst>
          </p:cNvPr>
          <p:cNvCxnSpPr>
            <a:cxnSpLocks/>
          </p:cNvCxnSpPr>
          <p:nvPr/>
        </p:nvCxnSpPr>
        <p:spPr>
          <a:xfrm>
            <a:off x="3154076" y="4524664"/>
            <a:ext cx="3131337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5A6C25D4-FA23-821F-B06D-AB4EEC022E47}"/>
              </a:ext>
            </a:extLst>
          </p:cNvPr>
          <p:cNvCxnSpPr>
            <a:cxnSpLocks/>
          </p:cNvCxnSpPr>
          <p:nvPr/>
        </p:nvCxnSpPr>
        <p:spPr>
          <a:xfrm flipV="1">
            <a:off x="6331306" y="3739290"/>
            <a:ext cx="0" cy="7147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5E6DA0FD-BA8A-BB9E-0F0A-08000373B23F}"/>
              </a:ext>
            </a:extLst>
          </p:cNvPr>
          <p:cNvCxnSpPr>
            <a:cxnSpLocks/>
          </p:cNvCxnSpPr>
          <p:nvPr/>
        </p:nvCxnSpPr>
        <p:spPr>
          <a:xfrm>
            <a:off x="6560126" y="3687038"/>
            <a:ext cx="4739263" cy="14634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>
            <a:extLst>
              <a:ext uri="{FF2B5EF4-FFF2-40B4-BE49-F238E27FC236}">
                <a16:creationId xmlns:a16="http://schemas.microsoft.com/office/drawing/2014/main" id="{B7068EB8-77CF-7743-4E54-57E6152BACFB}"/>
              </a:ext>
            </a:extLst>
          </p:cNvPr>
          <p:cNvCxnSpPr>
            <a:cxnSpLocks/>
          </p:cNvCxnSpPr>
          <p:nvPr/>
        </p:nvCxnSpPr>
        <p:spPr>
          <a:xfrm flipV="1">
            <a:off x="11323301" y="1543665"/>
            <a:ext cx="0" cy="2158007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de Seta Reta 100">
            <a:extLst>
              <a:ext uri="{FF2B5EF4-FFF2-40B4-BE49-F238E27FC236}">
                <a16:creationId xmlns:a16="http://schemas.microsoft.com/office/drawing/2014/main" id="{7E7EAC67-C2F2-8D07-8670-3827515C629D}"/>
              </a:ext>
            </a:extLst>
          </p:cNvPr>
          <p:cNvCxnSpPr>
            <a:cxnSpLocks/>
          </p:cNvCxnSpPr>
          <p:nvPr/>
        </p:nvCxnSpPr>
        <p:spPr>
          <a:xfrm flipV="1">
            <a:off x="11347214" y="1464895"/>
            <a:ext cx="522462" cy="445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110">
            <a:extLst>
              <a:ext uri="{FF2B5EF4-FFF2-40B4-BE49-F238E27FC236}">
                <a16:creationId xmlns:a16="http://schemas.microsoft.com/office/drawing/2014/main" id="{40139DE9-3B22-5159-FAA3-5027465AFF2D}"/>
              </a:ext>
            </a:extLst>
          </p:cNvPr>
          <p:cNvCxnSpPr>
            <a:cxnSpLocks/>
          </p:cNvCxnSpPr>
          <p:nvPr/>
        </p:nvCxnSpPr>
        <p:spPr>
          <a:xfrm flipV="1">
            <a:off x="298531" y="1464895"/>
            <a:ext cx="10300643" cy="910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7239870F-1977-A69E-5C39-04EE82157B69}"/>
              </a:ext>
            </a:extLst>
          </p:cNvPr>
          <p:cNvCxnSpPr>
            <a:cxnSpLocks/>
          </p:cNvCxnSpPr>
          <p:nvPr/>
        </p:nvCxnSpPr>
        <p:spPr>
          <a:xfrm flipH="1" flipV="1">
            <a:off x="10894142" y="1081548"/>
            <a:ext cx="10339" cy="383347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80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2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000"/>
                            </p:stCondLst>
                            <p:childTnLst>
                              <p:par>
                                <p:cTn id="26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500"/>
                            </p:stCondLst>
                            <p:childTnLst>
                              <p:par>
                                <p:cTn id="28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000"/>
                            </p:stCondLst>
                            <p:childTnLst>
                              <p:par>
                                <p:cTn id="285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" grpId="0" animBg="1"/>
      <p:bldP spid="9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9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377</Words>
  <Application>Microsoft Office PowerPoint</Application>
  <PresentationFormat>Widescreen</PresentationFormat>
  <Paragraphs>273</Paragraphs>
  <Slides>5</Slides>
  <Notes>2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DM Serif Display</vt:lpstr>
      <vt:lpstr>Montserrat Light</vt:lpstr>
      <vt:lpstr>Tema do Office</vt:lpstr>
      <vt:lpstr>Demonstração de Algoritmos de Escalonamento de Disco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Leon Gradvohl</dc:creator>
  <cp:lastModifiedBy>Andre Leon Gradvohl</cp:lastModifiedBy>
  <cp:revision>1</cp:revision>
  <dcterms:created xsi:type="dcterms:W3CDTF">2024-10-23T12:37:22Z</dcterms:created>
  <dcterms:modified xsi:type="dcterms:W3CDTF">2024-10-23T23:58:38Z</dcterms:modified>
</cp:coreProperties>
</file>