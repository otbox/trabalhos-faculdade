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png" ContentType="image/png"/>
  <Default Extension="rels" ContentType="application/vnd.openxmlformats-package.relationships+xml"/>
  <Default Extension="vml" ContentType="application/vnd.openxmlformats-officedocument.vmlDrawing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53" r:id="rId1"/>
  </p:sldMasterIdLst>
  <p:handoutMasterIdLst>
    <p:handoutMasterId r:id="rId20"/>
  </p:handoutMasterIdLst>
  <p:sldIdLst>
    <p:sldId id="256" r:id="rId2"/>
    <p:sldId id="257" r:id="rId3"/>
    <p:sldId id="258" r:id="rId4"/>
    <p:sldId id="268" r:id="rId5"/>
    <p:sldId id="277" r:id="rId6"/>
    <p:sldId id="278" r:id="rId7"/>
    <p:sldId id="279" r:id="rId8"/>
    <p:sldId id="280" r:id="rId9"/>
    <p:sldId id="284" r:id="rId10"/>
    <p:sldId id="285" r:id="rId11"/>
    <p:sldId id="276" r:id="rId12"/>
    <p:sldId id="269" r:id="rId13"/>
    <p:sldId id="270" r:id="rId14"/>
    <p:sldId id="272" r:id="rId15"/>
    <p:sldId id="273" r:id="rId16"/>
    <p:sldId id="271" r:id="rId17"/>
    <p:sldId id="274" r:id="rId18"/>
    <p:sldId id="275" r:id="rId19"/>
  </p:sldIdLst>
  <p:sldSz cx="9144000" cy="6858000" type="screen4x3"/>
  <p:notesSz cx="9144000" cy="6858000"/>
  <p:defaultTextStyle>
    <a:defPPr>
      <a:defRPr lang="pt-BR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4" d="100"/>
          <a:sy n="64" d="100"/>
        </p:scale>
        <p:origin x="1482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handoutMaster" Target="handoutMasters/handout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drawings/_rels/vmlDrawing1.vml.rels><?xml version="1.0" encoding="UTF-8" standalone="yes"?>
<Relationships xmlns="http://schemas.openxmlformats.org/package/2006/relationships"><Relationship Id="rId3" Type="http://schemas.openxmlformats.org/officeDocument/2006/relationships/image" Target="../media/image4.wmf"/><Relationship Id="rId2" Type="http://schemas.openxmlformats.org/officeDocument/2006/relationships/image" Target="../media/image3.wmf"/><Relationship Id="rId1" Type="http://schemas.openxmlformats.org/officeDocument/2006/relationships/image" Target="../media/image2.wmf"/><Relationship Id="rId4" Type="http://schemas.openxmlformats.org/officeDocument/2006/relationships/image" Target="../media/image5.w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962400" cy="342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>
                <a:latin typeface="Arial" pitchFamily="34" charset="0"/>
                <a:cs typeface="Arial" pitchFamily="34" charset="0"/>
              </a:defRPr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29699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5180013" y="0"/>
            <a:ext cx="3962400" cy="342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Arial" pitchFamily="34" charset="0"/>
                <a:cs typeface="Arial" pitchFamily="34" charset="0"/>
              </a:defRPr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29700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6513513"/>
            <a:ext cx="3962400" cy="342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>
                <a:latin typeface="Arial" pitchFamily="34" charset="0"/>
                <a:cs typeface="Arial" pitchFamily="34" charset="0"/>
              </a:defRPr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29701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5180013" y="6513513"/>
            <a:ext cx="3962400" cy="342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Arial" panose="020B0604020202020204" pitchFamily="34" charset="0"/>
              </a:defRPr>
            </a:lvl1pPr>
          </a:lstStyle>
          <a:p>
            <a:fld id="{7A2C1687-DFB1-4378-8440-B561492C230B}" type="slidenum">
              <a:rPr lang="pt-BR" altLang="pt-BR"/>
              <a:pPr/>
              <a:t>‹nº›</a:t>
            </a:fld>
            <a:endParaRPr lang="pt-BR" altLang="pt-BR"/>
          </a:p>
        </p:txBody>
      </p:sp>
    </p:spTree>
    <p:extLst>
      <p:ext uri="{BB962C8B-B14F-4D97-AF65-F5344CB8AC3E}">
        <p14:creationId xmlns:p14="http://schemas.microsoft.com/office/powerpoint/2010/main" val="48945203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>
            <a:spLocks noChangeArrowheads="1"/>
          </p:cNvSpPr>
          <p:nvPr/>
        </p:nvSpPr>
        <p:spPr bwMode="auto">
          <a:xfrm>
            <a:off x="0" y="-20638"/>
            <a:ext cx="9137650" cy="6872288"/>
          </a:xfrm>
          <a:prstGeom prst="rect">
            <a:avLst/>
          </a:prstGeom>
          <a:gradFill rotWithShape="0">
            <a:gsLst>
              <a:gs pos="0">
                <a:schemeClr val="bg2"/>
              </a:gs>
              <a:gs pos="100000">
                <a:schemeClr val="bg1"/>
              </a:gs>
            </a:gsLst>
            <a:path path="rect">
              <a:fillToRect r="100000" b="100000"/>
            </a:path>
          </a:gradFill>
          <a:ln>
            <a:noFill/>
          </a:ln>
          <a:effectLst>
            <a:outerShdw dist="13470" dir="2700000" algn="ctr" rotWithShape="0">
              <a:srgbClr val="000000"/>
            </a:outerShdw>
          </a:effectLst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pt-BR" altLang="pt-BR"/>
          </a:p>
        </p:txBody>
      </p:sp>
      <p:sp useBgFill="1">
        <p:nvSpPr>
          <p:cNvPr id="5" name="Rectangle 4"/>
          <p:cNvSpPr>
            <a:spLocks noChangeArrowheads="1"/>
          </p:cNvSpPr>
          <p:nvPr/>
        </p:nvSpPr>
        <p:spPr bwMode="auto">
          <a:xfrm>
            <a:off x="250825" y="692150"/>
            <a:ext cx="8759825" cy="5354638"/>
          </a:xfrm>
          <a:prstGeom prst="rect">
            <a:avLst/>
          </a:prstGeom>
          <a:ln>
            <a:noFill/>
          </a:ln>
          <a:effectLst>
            <a:outerShdw dist="13470" dir="2700000" algn="ctr" rotWithShape="0">
              <a:srgbClr val="000000"/>
            </a:outerShdw>
          </a:effectLst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pt-BR" altLang="pt-BR"/>
          </a:p>
        </p:txBody>
      </p:sp>
      <p:grpSp>
        <p:nvGrpSpPr>
          <p:cNvPr id="6" name="Group 43"/>
          <p:cNvGrpSpPr>
            <a:grpSpLocks/>
          </p:cNvGrpSpPr>
          <p:nvPr userDrawn="1"/>
        </p:nvGrpSpPr>
        <p:grpSpPr bwMode="auto">
          <a:xfrm>
            <a:off x="2540000" y="2573338"/>
            <a:ext cx="2032000" cy="2295525"/>
            <a:chOff x="405" y="609"/>
            <a:chExt cx="1280" cy="1446"/>
          </a:xfrm>
        </p:grpSpPr>
        <p:sp>
          <p:nvSpPr>
            <p:cNvPr id="7" name="Rectangle 44"/>
            <p:cNvSpPr>
              <a:spLocks noChangeArrowheads="1"/>
            </p:cNvSpPr>
            <p:nvPr/>
          </p:nvSpPr>
          <p:spPr bwMode="auto">
            <a:xfrm>
              <a:off x="405" y="609"/>
              <a:ext cx="85" cy="97"/>
            </a:xfrm>
            <a:prstGeom prst="rect">
              <a:avLst/>
            </a:prstGeom>
            <a:solidFill>
              <a:srgbClr val="FF0033"/>
            </a:solidFill>
            <a:ln>
              <a:noFill/>
            </a:ln>
            <a:effectLst>
              <a:outerShdw dist="53882" dir="2700000" algn="ctr" rotWithShape="0">
                <a:srgbClr val="000000"/>
              </a:outerShdw>
            </a:effectLst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pt-BR" altLang="pt-BR"/>
            </a:p>
          </p:txBody>
        </p:sp>
        <p:sp>
          <p:nvSpPr>
            <p:cNvPr id="8" name="Rectangle 45"/>
            <p:cNvSpPr>
              <a:spLocks noChangeArrowheads="1"/>
            </p:cNvSpPr>
            <p:nvPr/>
          </p:nvSpPr>
          <p:spPr bwMode="auto">
            <a:xfrm>
              <a:off x="575" y="609"/>
              <a:ext cx="86" cy="97"/>
            </a:xfrm>
            <a:prstGeom prst="rect">
              <a:avLst/>
            </a:prstGeom>
            <a:solidFill>
              <a:srgbClr val="FF6633"/>
            </a:solidFill>
            <a:ln>
              <a:noFill/>
            </a:ln>
            <a:effectLst>
              <a:outerShdw dist="53882" dir="2700000" algn="ctr" rotWithShape="0">
                <a:srgbClr val="000000"/>
              </a:outerShdw>
            </a:effectLst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pt-BR" altLang="pt-BR"/>
            </a:p>
          </p:txBody>
        </p:sp>
        <p:sp>
          <p:nvSpPr>
            <p:cNvPr id="9" name="Rectangle 46"/>
            <p:cNvSpPr>
              <a:spLocks noChangeArrowheads="1"/>
            </p:cNvSpPr>
            <p:nvPr/>
          </p:nvSpPr>
          <p:spPr bwMode="auto">
            <a:xfrm>
              <a:off x="746" y="609"/>
              <a:ext cx="85" cy="97"/>
            </a:xfrm>
            <a:prstGeom prst="rect">
              <a:avLst/>
            </a:prstGeom>
            <a:solidFill>
              <a:srgbClr val="FFFF00"/>
            </a:solidFill>
            <a:ln>
              <a:noFill/>
            </a:ln>
            <a:effectLst>
              <a:outerShdw dist="53882" dir="2700000" algn="ctr" rotWithShape="0">
                <a:srgbClr val="000000"/>
              </a:outerShdw>
            </a:effectLst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pt-BR" altLang="pt-BR"/>
            </a:p>
          </p:txBody>
        </p:sp>
        <p:sp>
          <p:nvSpPr>
            <p:cNvPr id="10" name="Rectangle 47"/>
            <p:cNvSpPr>
              <a:spLocks noChangeArrowheads="1"/>
            </p:cNvSpPr>
            <p:nvPr/>
          </p:nvSpPr>
          <p:spPr bwMode="auto">
            <a:xfrm>
              <a:off x="917" y="609"/>
              <a:ext cx="85" cy="97"/>
            </a:xfrm>
            <a:prstGeom prst="rect">
              <a:avLst/>
            </a:prstGeom>
            <a:solidFill>
              <a:srgbClr val="66FF33"/>
            </a:solidFill>
            <a:ln>
              <a:noFill/>
            </a:ln>
            <a:effectLst>
              <a:outerShdw dist="53882" dir="2700000" algn="ctr" rotWithShape="0">
                <a:srgbClr val="000000"/>
              </a:outerShdw>
            </a:effectLst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pt-BR" altLang="pt-BR"/>
            </a:p>
          </p:txBody>
        </p:sp>
        <p:sp>
          <p:nvSpPr>
            <p:cNvPr id="11" name="Rectangle 48"/>
            <p:cNvSpPr>
              <a:spLocks noChangeArrowheads="1"/>
            </p:cNvSpPr>
            <p:nvPr/>
          </p:nvSpPr>
          <p:spPr bwMode="auto">
            <a:xfrm>
              <a:off x="1087" y="609"/>
              <a:ext cx="86" cy="97"/>
            </a:xfrm>
            <a:prstGeom prst="rect">
              <a:avLst/>
            </a:prstGeom>
            <a:solidFill>
              <a:srgbClr val="00FFCC"/>
            </a:solidFill>
            <a:ln>
              <a:noFill/>
            </a:ln>
            <a:effectLst>
              <a:outerShdw dist="53882" dir="2700000" algn="ctr" rotWithShape="0">
                <a:srgbClr val="000000"/>
              </a:outerShdw>
            </a:effectLst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pt-BR" altLang="pt-BR"/>
            </a:p>
          </p:txBody>
        </p:sp>
        <p:sp>
          <p:nvSpPr>
            <p:cNvPr id="12" name="Rectangle 49"/>
            <p:cNvSpPr>
              <a:spLocks noChangeArrowheads="1"/>
            </p:cNvSpPr>
            <p:nvPr/>
          </p:nvSpPr>
          <p:spPr bwMode="auto">
            <a:xfrm>
              <a:off x="1258" y="609"/>
              <a:ext cx="85" cy="97"/>
            </a:xfrm>
            <a:prstGeom prst="rect">
              <a:avLst/>
            </a:prstGeom>
            <a:solidFill>
              <a:srgbClr val="3333FF"/>
            </a:solidFill>
            <a:ln>
              <a:noFill/>
            </a:ln>
            <a:effectLst>
              <a:outerShdw dist="53882" dir="2700000" algn="ctr" rotWithShape="0">
                <a:srgbClr val="000000"/>
              </a:outerShdw>
            </a:effectLst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pt-BR" altLang="pt-BR"/>
            </a:p>
          </p:txBody>
        </p:sp>
        <p:sp>
          <p:nvSpPr>
            <p:cNvPr id="13" name="Rectangle 50"/>
            <p:cNvSpPr>
              <a:spLocks noChangeArrowheads="1"/>
            </p:cNvSpPr>
            <p:nvPr/>
          </p:nvSpPr>
          <p:spPr bwMode="auto">
            <a:xfrm>
              <a:off x="1429" y="609"/>
              <a:ext cx="85" cy="97"/>
            </a:xfrm>
            <a:prstGeom prst="rect">
              <a:avLst/>
            </a:prstGeom>
            <a:solidFill>
              <a:srgbClr val="9933FF"/>
            </a:solidFill>
            <a:ln>
              <a:noFill/>
            </a:ln>
            <a:effectLst>
              <a:outerShdw dist="53882" dir="2700000" algn="ctr" rotWithShape="0">
                <a:srgbClr val="000000"/>
              </a:outerShdw>
            </a:effectLst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pt-BR" altLang="pt-BR"/>
            </a:p>
          </p:txBody>
        </p:sp>
        <p:sp>
          <p:nvSpPr>
            <p:cNvPr id="14" name="Rectangle 51"/>
            <p:cNvSpPr>
              <a:spLocks noChangeArrowheads="1"/>
            </p:cNvSpPr>
            <p:nvPr/>
          </p:nvSpPr>
          <p:spPr bwMode="auto">
            <a:xfrm>
              <a:off x="1599" y="609"/>
              <a:ext cx="86" cy="97"/>
            </a:xfrm>
            <a:prstGeom prst="rect">
              <a:avLst/>
            </a:prstGeom>
            <a:solidFill>
              <a:srgbClr val="D60093"/>
            </a:solidFill>
            <a:ln>
              <a:noFill/>
            </a:ln>
            <a:effectLst>
              <a:outerShdw dist="53882" dir="2700000" algn="ctr" rotWithShape="0">
                <a:srgbClr val="000000"/>
              </a:outerShdw>
            </a:effectLst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pt-BR" altLang="pt-BR"/>
            </a:p>
          </p:txBody>
        </p:sp>
        <p:sp>
          <p:nvSpPr>
            <p:cNvPr id="15" name="Rectangle 52"/>
            <p:cNvSpPr>
              <a:spLocks noChangeArrowheads="1"/>
            </p:cNvSpPr>
            <p:nvPr/>
          </p:nvSpPr>
          <p:spPr bwMode="auto">
            <a:xfrm>
              <a:off x="405" y="802"/>
              <a:ext cx="85" cy="97"/>
            </a:xfrm>
            <a:prstGeom prst="rect">
              <a:avLst/>
            </a:prstGeom>
            <a:solidFill>
              <a:srgbClr val="FF6633"/>
            </a:solidFill>
            <a:ln>
              <a:noFill/>
            </a:ln>
            <a:effectLst>
              <a:outerShdw dist="53882" dir="2700000" algn="ctr" rotWithShape="0">
                <a:srgbClr val="000000"/>
              </a:outerShdw>
            </a:effectLst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pt-BR" altLang="pt-BR"/>
            </a:p>
          </p:txBody>
        </p:sp>
        <p:sp>
          <p:nvSpPr>
            <p:cNvPr id="16" name="Rectangle 53"/>
            <p:cNvSpPr>
              <a:spLocks noChangeArrowheads="1"/>
            </p:cNvSpPr>
            <p:nvPr/>
          </p:nvSpPr>
          <p:spPr bwMode="auto">
            <a:xfrm>
              <a:off x="405" y="995"/>
              <a:ext cx="85" cy="96"/>
            </a:xfrm>
            <a:prstGeom prst="rect">
              <a:avLst/>
            </a:prstGeom>
            <a:solidFill>
              <a:srgbClr val="FFFF00"/>
            </a:solidFill>
            <a:ln>
              <a:noFill/>
            </a:ln>
            <a:effectLst>
              <a:outerShdw dist="53882" dir="2700000" algn="ctr" rotWithShape="0">
                <a:srgbClr val="000000"/>
              </a:outerShdw>
            </a:effectLst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pt-BR" altLang="pt-BR"/>
            </a:p>
          </p:txBody>
        </p:sp>
        <p:sp>
          <p:nvSpPr>
            <p:cNvPr id="17" name="Rectangle 54"/>
            <p:cNvSpPr>
              <a:spLocks noChangeArrowheads="1"/>
            </p:cNvSpPr>
            <p:nvPr/>
          </p:nvSpPr>
          <p:spPr bwMode="auto">
            <a:xfrm>
              <a:off x="405" y="1188"/>
              <a:ext cx="85" cy="96"/>
            </a:xfrm>
            <a:prstGeom prst="rect">
              <a:avLst/>
            </a:prstGeom>
            <a:solidFill>
              <a:srgbClr val="66FF33"/>
            </a:solidFill>
            <a:ln>
              <a:noFill/>
            </a:ln>
            <a:effectLst>
              <a:outerShdw dist="53882" dir="2700000" algn="ctr" rotWithShape="0">
                <a:srgbClr val="000000"/>
              </a:outerShdw>
            </a:effectLst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pt-BR" altLang="pt-BR"/>
            </a:p>
          </p:txBody>
        </p:sp>
        <p:sp>
          <p:nvSpPr>
            <p:cNvPr id="18" name="Rectangle 55"/>
            <p:cNvSpPr>
              <a:spLocks noChangeArrowheads="1"/>
            </p:cNvSpPr>
            <p:nvPr/>
          </p:nvSpPr>
          <p:spPr bwMode="auto">
            <a:xfrm>
              <a:off x="405" y="1380"/>
              <a:ext cx="85" cy="97"/>
            </a:xfrm>
            <a:prstGeom prst="rect">
              <a:avLst/>
            </a:prstGeom>
            <a:solidFill>
              <a:srgbClr val="00FFCC"/>
            </a:solidFill>
            <a:ln>
              <a:noFill/>
            </a:ln>
            <a:effectLst>
              <a:outerShdw dist="53882" dir="2700000" algn="ctr" rotWithShape="0">
                <a:srgbClr val="000000"/>
              </a:outerShdw>
            </a:effectLst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pt-BR" altLang="pt-BR"/>
            </a:p>
          </p:txBody>
        </p:sp>
        <p:sp>
          <p:nvSpPr>
            <p:cNvPr id="19" name="Rectangle 56"/>
            <p:cNvSpPr>
              <a:spLocks noChangeArrowheads="1"/>
            </p:cNvSpPr>
            <p:nvPr/>
          </p:nvSpPr>
          <p:spPr bwMode="auto">
            <a:xfrm>
              <a:off x="405" y="1573"/>
              <a:ext cx="85" cy="97"/>
            </a:xfrm>
            <a:prstGeom prst="rect">
              <a:avLst/>
            </a:prstGeom>
            <a:solidFill>
              <a:srgbClr val="3333FF"/>
            </a:solidFill>
            <a:ln>
              <a:noFill/>
            </a:ln>
            <a:effectLst>
              <a:outerShdw dist="53882" dir="2700000" algn="ctr" rotWithShape="0">
                <a:srgbClr val="000000"/>
              </a:outerShdw>
            </a:effectLst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pt-BR" altLang="pt-BR"/>
            </a:p>
          </p:txBody>
        </p:sp>
        <p:sp>
          <p:nvSpPr>
            <p:cNvPr id="20" name="Rectangle 57"/>
            <p:cNvSpPr>
              <a:spLocks noChangeArrowheads="1"/>
            </p:cNvSpPr>
            <p:nvPr/>
          </p:nvSpPr>
          <p:spPr bwMode="auto">
            <a:xfrm>
              <a:off x="405" y="1766"/>
              <a:ext cx="85" cy="96"/>
            </a:xfrm>
            <a:prstGeom prst="rect">
              <a:avLst/>
            </a:prstGeom>
            <a:solidFill>
              <a:srgbClr val="9933FF"/>
            </a:solidFill>
            <a:ln>
              <a:noFill/>
            </a:ln>
            <a:effectLst>
              <a:outerShdw dist="53882" dir="2700000" algn="ctr" rotWithShape="0">
                <a:srgbClr val="000000"/>
              </a:outerShdw>
            </a:effectLst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pt-BR" altLang="pt-BR"/>
            </a:p>
          </p:txBody>
        </p:sp>
        <p:sp>
          <p:nvSpPr>
            <p:cNvPr id="21" name="Rectangle 58"/>
            <p:cNvSpPr>
              <a:spLocks noChangeArrowheads="1"/>
            </p:cNvSpPr>
            <p:nvPr/>
          </p:nvSpPr>
          <p:spPr bwMode="auto">
            <a:xfrm>
              <a:off x="405" y="1959"/>
              <a:ext cx="85" cy="96"/>
            </a:xfrm>
            <a:prstGeom prst="rect">
              <a:avLst/>
            </a:prstGeom>
            <a:solidFill>
              <a:srgbClr val="D60093"/>
            </a:solidFill>
            <a:ln>
              <a:noFill/>
            </a:ln>
            <a:effectLst>
              <a:outerShdw dist="53882" dir="2700000" algn="ctr" rotWithShape="0">
                <a:srgbClr val="000000"/>
              </a:outerShdw>
            </a:effectLst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pt-BR" altLang="pt-BR"/>
            </a:p>
          </p:txBody>
        </p:sp>
      </p:grpSp>
      <p:grpSp>
        <p:nvGrpSpPr>
          <p:cNvPr id="22" name="Group 59"/>
          <p:cNvGrpSpPr>
            <a:grpSpLocks/>
          </p:cNvGrpSpPr>
          <p:nvPr userDrawn="1"/>
        </p:nvGrpSpPr>
        <p:grpSpPr bwMode="auto">
          <a:xfrm>
            <a:off x="4140200" y="2781300"/>
            <a:ext cx="2032000" cy="1943100"/>
            <a:chOff x="4293" y="2409"/>
            <a:chExt cx="1280" cy="1224"/>
          </a:xfrm>
        </p:grpSpPr>
        <p:sp>
          <p:nvSpPr>
            <p:cNvPr id="23" name="Rectangle 60"/>
            <p:cNvSpPr>
              <a:spLocks noChangeArrowheads="1"/>
            </p:cNvSpPr>
            <p:nvPr/>
          </p:nvSpPr>
          <p:spPr bwMode="auto">
            <a:xfrm>
              <a:off x="5488" y="3551"/>
              <a:ext cx="85" cy="82"/>
            </a:xfrm>
            <a:prstGeom prst="rect">
              <a:avLst/>
            </a:prstGeom>
            <a:solidFill>
              <a:srgbClr val="FC0128"/>
            </a:solidFill>
            <a:ln>
              <a:noFill/>
            </a:ln>
            <a:effectLst>
              <a:outerShdw dist="53882" dir="2700000" algn="ctr" rotWithShape="0">
                <a:srgbClr val="000000"/>
              </a:outerShdw>
            </a:effectLst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pt-BR" altLang="pt-BR"/>
            </a:p>
          </p:txBody>
        </p:sp>
        <p:sp>
          <p:nvSpPr>
            <p:cNvPr id="24" name="Rectangle 61"/>
            <p:cNvSpPr>
              <a:spLocks noChangeArrowheads="1"/>
            </p:cNvSpPr>
            <p:nvPr/>
          </p:nvSpPr>
          <p:spPr bwMode="auto">
            <a:xfrm>
              <a:off x="5317" y="3551"/>
              <a:ext cx="86" cy="82"/>
            </a:xfrm>
            <a:prstGeom prst="rect">
              <a:avLst/>
            </a:prstGeom>
            <a:solidFill>
              <a:srgbClr val="FF5008"/>
            </a:solidFill>
            <a:ln>
              <a:noFill/>
            </a:ln>
            <a:effectLst>
              <a:outerShdw dist="53882" dir="2700000" algn="ctr" rotWithShape="0">
                <a:srgbClr val="000000"/>
              </a:outerShdw>
            </a:effectLst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pt-BR" altLang="pt-BR"/>
            </a:p>
          </p:txBody>
        </p:sp>
        <p:sp>
          <p:nvSpPr>
            <p:cNvPr id="25" name="Rectangle 62"/>
            <p:cNvSpPr>
              <a:spLocks noChangeArrowheads="1"/>
            </p:cNvSpPr>
            <p:nvPr/>
          </p:nvSpPr>
          <p:spPr bwMode="auto">
            <a:xfrm>
              <a:off x="5147" y="3551"/>
              <a:ext cx="85" cy="82"/>
            </a:xfrm>
            <a:prstGeom prst="rect">
              <a:avLst/>
            </a:prstGeom>
            <a:solidFill>
              <a:srgbClr val="FAFD00"/>
            </a:solidFill>
            <a:ln>
              <a:noFill/>
            </a:ln>
            <a:effectLst>
              <a:outerShdw dist="53882" dir="2700000" algn="ctr" rotWithShape="0">
                <a:srgbClr val="000000"/>
              </a:outerShdw>
            </a:effectLst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pt-BR" altLang="pt-BR"/>
            </a:p>
          </p:txBody>
        </p:sp>
        <p:sp>
          <p:nvSpPr>
            <p:cNvPr id="26" name="Rectangle 63"/>
            <p:cNvSpPr>
              <a:spLocks noChangeArrowheads="1"/>
            </p:cNvSpPr>
            <p:nvPr/>
          </p:nvSpPr>
          <p:spPr bwMode="auto">
            <a:xfrm>
              <a:off x="4976" y="3551"/>
              <a:ext cx="85" cy="82"/>
            </a:xfrm>
            <a:prstGeom prst="rect">
              <a:avLst/>
            </a:prstGeom>
            <a:solidFill>
              <a:srgbClr val="00FF00"/>
            </a:solidFill>
            <a:ln>
              <a:noFill/>
            </a:ln>
            <a:effectLst>
              <a:outerShdw dist="53882" dir="2700000" algn="ctr" rotWithShape="0">
                <a:srgbClr val="000000"/>
              </a:outerShdw>
            </a:effectLst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pt-BR" altLang="pt-BR"/>
            </a:p>
          </p:txBody>
        </p:sp>
        <p:sp>
          <p:nvSpPr>
            <p:cNvPr id="27" name="Rectangle 64"/>
            <p:cNvSpPr>
              <a:spLocks noChangeArrowheads="1"/>
            </p:cNvSpPr>
            <p:nvPr/>
          </p:nvSpPr>
          <p:spPr bwMode="auto">
            <a:xfrm>
              <a:off x="4805" y="3551"/>
              <a:ext cx="86" cy="82"/>
            </a:xfrm>
            <a:prstGeom prst="rect">
              <a:avLst/>
            </a:prstGeom>
            <a:solidFill>
              <a:srgbClr val="00DFCA"/>
            </a:solidFill>
            <a:ln>
              <a:noFill/>
            </a:ln>
            <a:effectLst>
              <a:outerShdw dist="53882" dir="2700000" algn="ctr" rotWithShape="0">
                <a:srgbClr val="000000"/>
              </a:outerShdw>
            </a:effectLst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pt-BR" altLang="pt-BR"/>
            </a:p>
          </p:txBody>
        </p:sp>
        <p:sp>
          <p:nvSpPr>
            <p:cNvPr id="28" name="Rectangle 65"/>
            <p:cNvSpPr>
              <a:spLocks noChangeArrowheads="1"/>
            </p:cNvSpPr>
            <p:nvPr/>
          </p:nvSpPr>
          <p:spPr bwMode="auto">
            <a:xfrm>
              <a:off x="4635" y="3551"/>
              <a:ext cx="85" cy="82"/>
            </a:xfrm>
            <a:prstGeom prst="rect">
              <a:avLst/>
            </a:prstGeom>
            <a:solidFill>
              <a:srgbClr val="114FFB"/>
            </a:solidFill>
            <a:ln>
              <a:noFill/>
            </a:ln>
            <a:effectLst>
              <a:outerShdw dist="53882" dir="2700000" algn="ctr" rotWithShape="0">
                <a:srgbClr val="000000"/>
              </a:outerShdw>
            </a:effectLst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pt-BR" altLang="pt-BR"/>
            </a:p>
          </p:txBody>
        </p:sp>
        <p:sp>
          <p:nvSpPr>
            <p:cNvPr id="29" name="Rectangle 66"/>
            <p:cNvSpPr>
              <a:spLocks noChangeArrowheads="1"/>
            </p:cNvSpPr>
            <p:nvPr/>
          </p:nvSpPr>
          <p:spPr bwMode="auto">
            <a:xfrm>
              <a:off x="4464" y="3551"/>
              <a:ext cx="85" cy="82"/>
            </a:xfrm>
            <a:prstGeom prst="rect">
              <a:avLst/>
            </a:prstGeom>
            <a:solidFill>
              <a:srgbClr val="8901F3"/>
            </a:solidFill>
            <a:ln>
              <a:noFill/>
            </a:ln>
            <a:effectLst>
              <a:outerShdw dist="53882" dir="2700000" algn="ctr" rotWithShape="0">
                <a:srgbClr val="000000"/>
              </a:outerShdw>
            </a:effectLst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pt-BR" altLang="pt-BR"/>
            </a:p>
          </p:txBody>
        </p:sp>
        <p:sp>
          <p:nvSpPr>
            <p:cNvPr id="30" name="Rectangle 67"/>
            <p:cNvSpPr>
              <a:spLocks noChangeArrowheads="1"/>
            </p:cNvSpPr>
            <p:nvPr/>
          </p:nvSpPr>
          <p:spPr bwMode="auto">
            <a:xfrm>
              <a:off x="4293" y="3551"/>
              <a:ext cx="86" cy="82"/>
            </a:xfrm>
            <a:prstGeom prst="rect">
              <a:avLst/>
            </a:prstGeom>
            <a:solidFill>
              <a:srgbClr val="DC0081"/>
            </a:solidFill>
            <a:ln>
              <a:noFill/>
            </a:ln>
            <a:effectLst>
              <a:outerShdw dist="53882" dir="2700000" algn="ctr" rotWithShape="0">
                <a:srgbClr val="000000"/>
              </a:outerShdw>
            </a:effectLst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pt-BR" altLang="pt-BR"/>
            </a:p>
          </p:txBody>
        </p:sp>
        <p:sp>
          <p:nvSpPr>
            <p:cNvPr id="31" name="Rectangle 68"/>
            <p:cNvSpPr>
              <a:spLocks noChangeArrowheads="1"/>
            </p:cNvSpPr>
            <p:nvPr/>
          </p:nvSpPr>
          <p:spPr bwMode="auto">
            <a:xfrm>
              <a:off x="5488" y="3388"/>
              <a:ext cx="85" cy="82"/>
            </a:xfrm>
            <a:prstGeom prst="rect">
              <a:avLst/>
            </a:prstGeom>
            <a:solidFill>
              <a:srgbClr val="FF5008"/>
            </a:solidFill>
            <a:ln>
              <a:noFill/>
            </a:ln>
            <a:effectLst>
              <a:outerShdw dist="53882" dir="2700000" algn="ctr" rotWithShape="0">
                <a:srgbClr val="000000"/>
              </a:outerShdw>
            </a:effectLst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pt-BR" altLang="pt-BR"/>
            </a:p>
          </p:txBody>
        </p:sp>
        <p:sp>
          <p:nvSpPr>
            <p:cNvPr id="32" name="Rectangle 69"/>
            <p:cNvSpPr>
              <a:spLocks noChangeArrowheads="1"/>
            </p:cNvSpPr>
            <p:nvPr/>
          </p:nvSpPr>
          <p:spPr bwMode="auto">
            <a:xfrm>
              <a:off x="5488" y="3225"/>
              <a:ext cx="85" cy="81"/>
            </a:xfrm>
            <a:prstGeom prst="rect">
              <a:avLst/>
            </a:prstGeom>
            <a:solidFill>
              <a:srgbClr val="FAFD00"/>
            </a:solidFill>
            <a:ln>
              <a:noFill/>
            </a:ln>
            <a:effectLst>
              <a:outerShdw dist="53882" dir="2700000" algn="ctr" rotWithShape="0">
                <a:srgbClr val="000000"/>
              </a:outerShdw>
            </a:effectLst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pt-BR" altLang="pt-BR"/>
            </a:p>
          </p:txBody>
        </p:sp>
        <p:sp>
          <p:nvSpPr>
            <p:cNvPr id="33" name="Rectangle 70"/>
            <p:cNvSpPr>
              <a:spLocks noChangeArrowheads="1"/>
            </p:cNvSpPr>
            <p:nvPr/>
          </p:nvSpPr>
          <p:spPr bwMode="auto">
            <a:xfrm>
              <a:off x="5488" y="3062"/>
              <a:ext cx="85" cy="81"/>
            </a:xfrm>
            <a:prstGeom prst="rect">
              <a:avLst/>
            </a:prstGeom>
            <a:solidFill>
              <a:srgbClr val="00FF00"/>
            </a:solidFill>
            <a:ln>
              <a:noFill/>
            </a:ln>
            <a:effectLst>
              <a:outerShdw dist="53882" dir="2700000" algn="ctr" rotWithShape="0">
                <a:srgbClr val="000000"/>
              </a:outerShdw>
            </a:effectLst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pt-BR" altLang="pt-BR"/>
            </a:p>
          </p:txBody>
        </p:sp>
        <p:sp>
          <p:nvSpPr>
            <p:cNvPr id="34" name="Rectangle 71"/>
            <p:cNvSpPr>
              <a:spLocks noChangeArrowheads="1"/>
            </p:cNvSpPr>
            <p:nvPr/>
          </p:nvSpPr>
          <p:spPr bwMode="auto">
            <a:xfrm>
              <a:off x="5488" y="2898"/>
              <a:ext cx="85" cy="82"/>
            </a:xfrm>
            <a:prstGeom prst="rect">
              <a:avLst/>
            </a:prstGeom>
            <a:solidFill>
              <a:srgbClr val="00DFCA"/>
            </a:solidFill>
            <a:ln>
              <a:noFill/>
            </a:ln>
            <a:effectLst>
              <a:outerShdw dist="53882" dir="2700000" algn="ctr" rotWithShape="0">
                <a:srgbClr val="000000"/>
              </a:outerShdw>
            </a:effectLst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pt-BR" altLang="pt-BR"/>
            </a:p>
          </p:txBody>
        </p:sp>
        <p:sp>
          <p:nvSpPr>
            <p:cNvPr id="35" name="Rectangle 72"/>
            <p:cNvSpPr>
              <a:spLocks noChangeArrowheads="1"/>
            </p:cNvSpPr>
            <p:nvPr/>
          </p:nvSpPr>
          <p:spPr bwMode="auto">
            <a:xfrm>
              <a:off x="5488" y="2735"/>
              <a:ext cx="85" cy="82"/>
            </a:xfrm>
            <a:prstGeom prst="rect">
              <a:avLst/>
            </a:prstGeom>
            <a:solidFill>
              <a:srgbClr val="114FFB"/>
            </a:solidFill>
            <a:ln>
              <a:noFill/>
            </a:ln>
            <a:effectLst>
              <a:outerShdw dist="53882" dir="2700000" algn="ctr" rotWithShape="0">
                <a:srgbClr val="000000"/>
              </a:outerShdw>
            </a:effectLst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pt-BR" altLang="pt-BR"/>
            </a:p>
          </p:txBody>
        </p:sp>
        <p:sp>
          <p:nvSpPr>
            <p:cNvPr id="36" name="Rectangle 73"/>
            <p:cNvSpPr>
              <a:spLocks noChangeArrowheads="1"/>
            </p:cNvSpPr>
            <p:nvPr/>
          </p:nvSpPr>
          <p:spPr bwMode="auto">
            <a:xfrm>
              <a:off x="5488" y="2572"/>
              <a:ext cx="85" cy="81"/>
            </a:xfrm>
            <a:prstGeom prst="rect">
              <a:avLst/>
            </a:prstGeom>
            <a:solidFill>
              <a:srgbClr val="8901F3"/>
            </a:solidFill>
            <a:ln>
              <a:noFill/>
            </a:ln>
            <a:effectLst>
              <a:outerShdw dist="53882" dir="2700000" algn="ctr" rotWithShape="0">
                <a:srgbClr val="000000"/>
              </a:outerShdw>
            </a:effectLst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pt-BR" altLang="pt-BR"/>
            </a:p>
          </p:txBody>
        </p:sp>
        <p:sp>
          <p:nvSpPr>
            <p:cNvPr id="37" name="Rectangle 74"/>
            <p:cNvSpPr>
              <a:spLocks noChangeArrowheads="1"/>
            </p:cNvSpPr>
            <p:nvPr/>
          </p:nvSpPr>
          <p:spPr bwMode="auto">
            <a:xfrm>
              <a:off x="5488" y="2409"/>
              <a:ext cx="85" cy="82"/>
            </a:xfrm>
            <a:prstGeom prst="rect">
              <a:avLst/>
            </a:prstGeom>
            <a:solidFill>
              <a:srgbClr val="DC0081"/>
            </a:solidFill>
            <a:ln>
              <a:noFill/>
            </a:ln>
            <a:effectLst>
              <a:outerShdw dist="53882" dir="2700000" algn="ctr" rotWithShape="0">
                <a:srgbClr val="000000"/>
              </a:outerShdw>
            </a:effectLst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pt-BR" altLang="pt-BR"/>
            </a:p>
          </p:txBody>
        </p:sp>
      </p:grpSp>
      <p:sp>
        <p:nvSpPr>
          <p:cNvPr id="9253" name="Rectangle 37"/>
          <p:cNvSpPr>
            <a:spLocks noGrp="1" noChangeArrowheads="1"/>
          </p:cNvSpPr>
          <p:nvPr>
            <p:ph type="ctrTitle" sz="quarter"/>
          </p:nvPr>
        </p:nvSpPr>
        <p:spPr>
          <a:xfrm>
            <a:off x="1143000" y="1600200"/>
            <a:ext cx="7772400" cy="1143000"/>
          </a:xfrm>
        </p:spPr>
        <p:txBody>
          <a:bodyPr/>
          <a:lstStyle>
            <a:lvl1pPr algn="ctr">
              <a:defRPr>
                <a:solidFill>
                  <a:srgbClr val="FFFFFF"/>
                </a:solidFill>
              </a:defRPr>
            </a:lvl1pPr>
          </a:lstStyle>
          <a:p>
            <a:r>
              <a:rPr lang="pt-BR"/>
              <a:t>Clique para editar o estilo do título mestre</a:t>
            </a:r>
          </a:p>
        </p:txBody>
      </p:sp>
      <p:sp>
        <p:nvSpPr>
          <p:cNvPr id="9254" name="Rectangle 38"/>
          <p:cNvSpPr>
            <a:spLocks noGrp="1" noChangeArrowheads="1"/>
          </p:cNvSpPr>
          <p:nvPr>
            <p:ph type="subTitle" sz="quarter" idx="1"/>
          </p:nvPr>
        </p:nvSpPr>
        <p:spPr>
          <a:xfrm>
            <a:off x="1524000" y="3581400"/>
            <a:ext cx="6400800" cy="1752600"/>
          </a:xfrm>
        </p:spPr>
        <p:txBody>
          <a:bodyPr anchor="ctr"/>
          <a:lstStyle>
            <a:lvl1pPr marL="0" indent="0" algn="ctr">
              <a:buFontTx/>
              <a:buNone/>
              <a:defRPr>
                <a:solidFill>
                  <a:srgbClr val="FFFFFF"/>
                </a:solidFill>
              </a:defRPr>
            </a:lvl1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38" name="Rectangle 39"/>
          <p:cNvSpPr>
            <a:spLocks noGrp="1" noChangeArrowheads="1"/>
          </p:cNvSpPr>
          <p:nvPr>
            <p:ph type="dt" sz="quarter" idx="10"/>
          </p:nvPr>
        </p:nvSpPr>
        <p:spPr>
          <a:xfrm>
            <a:off x="609600" y="6400800"/>
            <a:ext cx="1905000" cy="457200"/>
          </a:xfr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39" name="Rectangle 40"/>
          <p:cNvSpPr>
            <a:spLocks noGrp="1" noChangeArrowheads="1"/>
          </p:cNvSpPr>
          <p:nvPr>
            <p:ph type="ftr" sz="quarter" idx="11"/>
          </p:nvPr>
        </p:nvSpPr>
        <p:spPr>
          <a:xfrm>
            <a:off x="3276600" y="6399213"/>
            <a:ext cx="2895600" cy="457200"/>
          </a:xfr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40" name="Rectangle 41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934200" y="6400800"/>
            <a:ext cx="1905000" cy="457200"/>
          </a:xfr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55917E75-99B6-4529-AA85-86ACF5EE1D7E}" type="slidenum">
              <a:rPr lang="pt-BR" altLang="pt-BR"/>
              <a:pPr/>
              <a:t>‹nº›</a:t>
            </a:fld>
            <a:endParaRPr lang="pt-BR" altLang="pt-BR"/>
          </a:p>
        </p:txBody>
      </p:sp>
    </p:spTree>
    <p:extLst>
      <p:ext uri="{BB962C8B-B14F-4D97-AF65-F5344CB8AC3E}">
        <p14:creationId xmlns:p14="http://schemas.microsoft.com/office/powerpoint/2010/main" val="4431349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5E-6 1.85185E-6 L -0.2125 -0.24143 " pathEditMode="relative" ptsTypes="AA">
                                      <p:cBhvr>
                                        <p:cTn id="6" dur="2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0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5E-6 0 L 0.29132 0.14699 " pathEditMode="relative" ptsTypes="AA">
                                      <p:cBhvr>
                                        <p:cTn id="8" dur="2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Rectangle 23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5" name="Rectangle 24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6" name="Rectangle 25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3F223C78-0F07-490A-8AB3-7293565092DE}" type="slidenum">
              <a:rPr lang="pt-BR" altLang="pt-BR"/>
              <a:pPr/>
              <a:t>‹nº›</a:t>
            </a:fld>
            <a:endParaRPr lang="pt-BR" altLang="pt-BR"/>
          </a:p>
        </p:txBody>
      </p:sp>
    </p:spTree>
    <p:extLst>
      <p:ext uri="{BB962C8B-B14F-4D97-AF65-F5344CB8AC3E}">
        <p14:creationId xmlns:p14="http://schemas.microsoft.com/office/powerpoint/2010/main" val="194746706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pt-BR"/>
              <a:t>Clique para editar os estilos do texto mestre</a:t>
            </a:r>
          </a:p>
        </p:txBody>
      </p:sp>
      <p:sp>
        <p:nvSpPr>
          <p:cNvPr id="4" name="Rectangle 23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5" name="Rectangle 24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6" name="Rectangle 25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0A04F49F-8181-4970-8886-8B4FC3CB91C9}" type="slidenum">
              <a:rPr lang="pt-BR" altLang="pt-BR"/>
              <a:pPr/>
              <a:t>‹nº›</a:t>
            </a:fld>
            <a:endParaRPr lang="pt-BR" altLang="pt-BR"/>
          </a:p>
        </p:txBody>
      </p:sp>
    </p:spTree>
    <p:extLst>
      <p:ext uri="{BB962C8B-B14F-4D97-AF65-F5344CB8AC3E}">
        <p14:creationId xmlns:p14="http://schemas.microsoft.com/office/powerpoint/2010/main" val="259350095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685800" y="19050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4648200" y="19050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Rectangle 23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6" name="Rectangle 24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7" name="Rectangle 25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68F769FC-4108-4156-BC15-B4734663F817}" type="slidenum">
              <a:rPr lang="pt-BR" altLang="pt-BR"/>
              <a:pPr/>
              <a:t>‹nº›</a:t>
            </a:fld>
            <a:endParaRPr lang="pt-BR" altLang="pt-BR"/>
          </a:p>
        </p:txBody>
      </p:sp>
    </p:spTree>
    <p:extLst>
      <p:ext uri="{BB962C8B-B14F-4D97-AF65-F5344CB8AC3E}">
        <p14:creationId xmlns:p14="http://schemas.microsoft.com/office/powerpoint/2010/main" val="419294099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do texto mestre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do texto mestre</a:t>
            </a:r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Rectangle 23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8" name="Rectangle 24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9" name="Rectangle 25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F001EE7-E437-4F9A-B44F-7F7E9A94D590}" type="slidenum">
              <a:rPr lang="pt-BR" altLang="pt-BR"/>
              <a:pPr/>
              <a:t>‹nº›</a:t>
            </a:fld>
            <a:endParaRPr lang="pt-BR" altLang="pt-BR"/>
          </a:p>
        </p:txBody>
      </p:sp>
    </p:spTree>
    <p:extLst>
      <p:ext uri="{BB962C8B-B14F-4D97-AF65-F5344CB8AC3E}">
        <p14:creationId xmlns:p14="http://schemas.microsoft.com/office/powerpoint/2010/main" val="212749369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estilo do título mestre</a:t>
            </a:r>
          </a:p>
        </p:txBody>
      </p:sp>
      <p:sp>
        <p:nvSpPr>
          <p:cNvPr id="3" name="Rectangle 23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4" name="Rectangle 24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5" name="Rectangle 25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25CBF9F2-410D-4A2F-823A-8E18C35425BD}" type="slidenum">
              <a:rPr lang="pt-BR" altLang="pt-BR"/>
              <a:pPr/>
              <a:t>‹nº›</a:t>
            </a:fld>
            <a:endParaRPr lang="pt-BR" altLang="pt-BR"/>
          </a:p>
        </p:txBody>
      </p:sp>
    </p:spTree>
    <p:extLst>
      <p:ext uri="{BB962C8B-B14F-4D97-AF65-F5344CB8AC3E}">
        <p14:creationId xmlns:p14="http://schemas.microsoft.com/office/powerpoint/2010/main" val="235541170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3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3" name="Rectangle 24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4" name="Rectangle 25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AE3967A1-9A64-421F-A558-3C42AA472154}" type="slidenum">
              <a:rPr lang="pt-BR" altLang="pt-BR"/>
              <a:pPr/>
              <a:t>‹nº›</a:t>
            </a:fld>
            <a:endParaRPr lang="pt-BR" altLang="pt-BR"/>
          </a:p>
        </p:txBody>
      </p:sp>
    </p:spTree>
    <p:extLst>
      <p:ext uri="{BB962C8B-B14F-4D97-AF65-F5344CB8AC3E}">
        <p14:creationId xmlns:p14="http://schemas.microsoft.com/office/powerpoint/2010/main" val="162869616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do texto mestre</a:t>
            </a:r>
          </a:p>
        </p:txBody>
      </p:sp>
      <p:sp>
        <p:nvSpPr>
          <p:cNvPr id="5" name="Rectangle 23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6" name="Rectangle 24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7" name="Rectangle 25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A48B2758-E951-4A1F-A630-AD0515A5EE2F}" type="slidenum">
              <a:rPr lang="pt-BR" altLang="pt-BR"/>
              <a:pPr/>
              <a:t>‹nº›</a:t>
            </a:fld>
            <a:endParaRPr lang="pt-BR" altLang="pt-BR"/>
          </a:p>
        </p:txBody>
      </p:sp>
    </p:spTree>
    <p:extLst>
      <p:ext uri="{BB962C8B-B14F-4D97-AF65-F5344CB8AC3E}">
        <p14:creationId xmlns:p14="http://schemas.microsoft.com/office/powerpoint/2010/main" val="66571447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pt-BR" noProof="0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do texto mestre</a:t>
            </a:r>
          </a:p>
        </p:txBody>
      </p:sp>
      <p:sp>
        <p:nvSpPr>
          <p:cNvPr id="5" name="Rectangle 23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6" name="Rectangle 24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7" name="Rectangle 25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00BBAB0C-CFFD-46B3-8143-8954AFACECBB}" type="slidenum">
              <a:rPr lang="pt-BR" altLang="pt-BR"/>
              <a:pPr/>
              <a:t>‹nº›</a:t>
            </a:fld>
            <a:endParaRPr lang="pt-BR" altLang="pt-BR"/>
          </a:p>
        </p:txBody>
      </p:sp>
    </p:spTree>
    <p:extLst>
      <p:ext uri="{BB962C8B-B14F-4D97-AF65-F5344CB8AC3E}">
        <p14:creationId xmlns:p14="http://schemas.microsoft.com/office/powerpoint/2010/main" val="26943221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Rectangle 23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5" name="Rectangle 24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6" name="Rectangle 25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1102C01-0443-4943-A21A-C1749D561FFB}" type="slidenum">
              <a:rPr lang="pt-BR" altLang="pt-BR"/>
              <a:pPr/>
              <a:t>‹nº›</a:t>
            </a:fld>
            <a:endParaRPr lang="pt-BR" altLang="pt-BR"/>
          </a:p>
        </p:txBody>
      </p:sp>
    </p:spTree>
    <p:extLst>
      <p:ext uri="{BB962C8B-B14F-4D97-AF65-F5344CB8AC3E}">
        <p14:creationId xmlns:p14="http://schemas.microsoft.com/office/powerpoint/2010/main" val="53012907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e texto vertica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6515100" y="533400"/>
            <a:ext cx="1943100" cy="5486400"/>
          </a:xfrm>
        </p:spPr>
        <p:txBody>
          <a:bodyPr vert="eaVert"/>
          <a:lstStyle/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685800" y="533400"/>
            <a:ext cx="5676900" cy="5486400"/>
          </a:xfrm>
        </p:spPr>
        <p:txBody>
          <a:bodyPr vert="eaVert"/>
          <a:lstStyle/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Rectangle 23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5" name="Rectangle 24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6" name="Rectangle 25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5C5CE61F-D798-4BEE-9067-283C9AC8FB57}" type="slidenum">
              <a:rPr lang="pt-BR" altLang="pt-BR"/>
              <a:pPr/>
              <a:t>‹nº›</a:t>
            </a:fld>
            <a:endParaRPr lang="pt-BR" altLang="pt-BR"/>
          </a:p>
        </p:txBody>
      </p:sp>
    </p:spTree>
    <p:extLst>
      <p:ext uri="{BB962C8B-B14F-4D97-AF65-F5344CB8AC3E}">
        <p14:creationId xmlns:p14="http://schemas.microsoft.com/office/powerpoint/2010/main" val="8229263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0">
          <a:gsLst>
            <a:gs pos="0">
              <a:schemeClr val="bg1"/>
            </a:gs>
            <a:gs pos="100000">
              <a:schemeClr val="bg2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3"/>
          <p:cNvSpPr>
            <a:spLocks noChangeArrowheads="1"/>
          </p:cNvSpPr>
          <p:nvPr/>
        </p:nvSpPr>
        <p:spPr bwMode="auto">
          <a:xfrm>
            <a:off x="0" y="0"/>
            <a:ext cx="9132888" cy="6845300"/>
          </a:xfrm>
          <a:prstGeom prst="rect">
            <a:avLst/>
          </a:prstGeom>
          <a:gradFill rotWithShape="0">
            <a:gsLst>
              <a:gs pos="0">
                <a:schemeClr val="bg2"/>
              </a:gs>
              <a:gs pos="100000">
                <a:schemeClr val="bg1"/>
              </a:gs>
            </a:gsLst>
            <a:path path="rect">
              <a:fillToRect r="100000" b="100000"/>
            </a:path>
          </a:gradFill>
          <a:ln>
            <a:noFill/>
          </a:ln>
          <a:effectLst>
            <a:outerShdw dist="13470" dir="2700000" algn="ctr" rotWithShape="0">
              <a:srgbClr val="000000"/>
            </a:outerShdw>
          </a:effectLst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pt-BR" altLang="pt-BR"/>
          </a:p>
        </p:txBody>
      </p:sp>
      <p:sp useBgFill="1">
        <p:nvSpPr>
          <p:cNvPr id="1027" name="Rectangle 4"/>
          <p:cNvSpPr>
            <a:spLocks noChangeArrowheads="1"/>
          </p:cNvSpPr>
          <p:nvPr/>
        </p:nvSpPr>
        <p:spPr bwMode="auto">
          <a:xfrm>
            <a:off x="373063" y="381000"/>
            <a:ext cx="8759825" cy="6464300"/>
          </a:xfrm>
          <a:prstGeom prst="rect">
            <a:avLst/>
          </a:prstGeom>
          <a:ln>
            <a:noFill/>
          </a:ln>
          <a:effectLst>
            <a:outerShdw dist="13470" dir="2700000" algn="ctr" rotWithShape="0">
              <a:srgbClr val="000000"/>
            </a:outerShdw>
          </a:effectLst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pt-BR" altLang="pt-BR"/>
          </a:p>
        </p:txBody>
      </p:sp>
      <p:grpSp>
        <p:nvGrpSpPr>
          <p:cNvPr id="2" name="Group 5"/>
          <p:cNvGrpSpPr>
            <a:grpSpLocks/>
          </p:cNvGrpSpPr>
          <p:nvPr/>
        </p:nvGrpSpPr>
        <p:grpSpPr bwMode="auto">
          <a:xfrm>
            <a:off x="6738938" y="4114800"/>
            <a:ext cx="2032000" cy="2286000"/>
            <a:chOff x="4245" y="2592"/>
            <a:chExt cx="1280" cy="1440"/>
          </a:xfrm>
        </p:grpSpPr>
        <p:sp>
          <p:nvSpPr>
            <p:cNvPr id="1034" name="Rectangle 6"/>
            <p:cNvSpPr>
              <a:spLocks noChangeArrowheads="1"/>
            </p:cNvSpPr>
            <p:nvPr/>
          </p:nvSpPr>
          <p:spPr bwMode="auto">
            <a:xfrm>
              <a:off x="5440" y="3936"/>
              <a:ext cx="85" cy="96"/>
            </a:xfrm>
            <a:prstGeom prst="rect">
              <a:avLst/>
            </a:prstGeom>
            <a:solidFill>
              <a:srgbClr val="FF0033"/>
            </a:solidFill>
            <a:ln>
              <a:noFill/>
            </a:ln>
            <a:effectLst>
              <a:outerShdw dist="53882" dir="2700000" algn="ctr" rotWithShape="0">
                <a:srgbClr val="000000"/>
              </a:outerShdw>
            </a:effectLst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pt-BR" altLang="pt-BR"/>
            </a:p>
          </p:txBody>
        </p:sp>
        <p:sp>
          <p:nvSpPr>
            <p:cNvPr id="1035" name="Rectangle 7"/>
            <p:cNvSpPr>
              <a:spLocks noChangeArrowheads="1"/>
            </p:cNvSpPr>
            <p:nvPr/>
          </p:nvSpPr>
          <p:spPr bwMode="auto">
            <a:xfrm>
              <a:off x="5269" y="3936"/>
              <a:ext cx="86" cy="96"/>
            </a:xfrm>
            <a:prstGeom prst="rect">
              <a:avLst/>
            </a:prstGeom>
            <a:solidFill>
              <a:srgbClr val="FF6633"/>
            </a:solidFill>
            <a:ln>
              <a:noFill/>
            </a:ln>
            <a:effectLst>
              <a:outerShdw dist="53882" dir="2700000" algn="ctr" rotWithShape="0">
                <a:srgbClr val="000000"/>
              </a:outerShdw>
            </a:effectLst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pt-BR" altLang="pt-BR"/>
            </a:p>
          </p:txBody>
        </p:sp>
        <p:sp>
          <p:nvSpPr>
            <p:cNvPr id="1036" name="Rectangle 8"/>
            <p:cNvSpPr>
              <a:spLocks noChangeArrowheads="1"/>
            </p:cNvSpPr>
            <p:nvPr/>
          </p:nvSpPr>
          <p:spPr bwMode="auto">
            <a:xfrm>
              <a:off x="5099" y="3936"/>
              <a:ext cx="85" cy="96"/>
            </a:xfrm>
            <a:prstGeom prst="rect">
              <a:avLst/>
            </a:prstGeom>
            <a:solidFill>
              <a:srgbClr val="FFFF00"/>
            </a:solidFill>
            <a:ln>
              <a:noFill/>
            </a:ln>
            <a:effectLst>
              <a:outerShdw dist="53882" dir="2700000" algn="ctr" rotWithShape="0">
                <a:srgbClr val="000000"/>
              </a:outerShdw>
            </a:effectLst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pt-BR" altLang="pt-BR"/>
            </a:p>
          </p:txBody>
        </p:sp>
        <p:sp>
          <p:nvSpPr>
            <p:cNvPr id="1037" name="Rectangle 9"/>
            <p:cNvSpPr>
              <a:spLocks noChangeArrowheads="1"/>
            </p:cNvSpPr>
            <p:nvPr/>
          </p:nvSpPr>
          <p:spPr bwMode="auto">
            <a:xfrm>
              <a:off x="4928" y="3936"/>
              <a:ext cx="85" cy="96"/>
            </a:xfrm>
            <a:prstGeom prst="rect">
              <a:avLst/>
            </a:prstGeom>
            <a:solidFill>
              <a:srgbClr val="66FF33"/>
            </a:solidFill>
            <a:ln>
              <a:noFill/>
            </a:ln>
            <a:effectLst>
              <a:outerShdw dist="53882" dir="2700000" algn="ctr" rotWithShape="0">
                <a:srgbClr val="000000"/>
              </a:outerShdw>
            </a:effectLst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pt-BR" altLang="pt-BR"/>
            </a:p>
          </p:txBody>
        </p:sp>
        <p:sp>
          <p:nvSpPr>
            <p:cNvPr id="1038" name="Rectangle 10"/>
            <p:cNvSpPr>
              <a:spLocks noChangeArrowheads="1"/>
            </p:cNvSpPr>
            <p:nvPr/>
          </p:nvSpPr>
          <p:spPr bwMode="auto">
            <a:xfrm>
              <a:off x="4757" y="3936"/>
              <a:ext cx="86" cy="96"/>
            </a:xfrm>
            <a:prstGeom prst="rect">
              <a:avLst/>
            </a:prstGeom>
            <a:solidFill>
              <a:srgbClr val="00FFCC"/>
            </a:solidFill>
            <a:ln>
              <a:noFill/>
            </a:ln>
            <a:effectLst>
              <a:outerShdw dist="53882" dir="2700000" algn="ctr" rotWithShape="0">
                <a:srgbClr val="000000"/>
              </a:outerShdw>
            </a:effectLst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pt-BR" altLang="pt-BR"/>
            </a:p>
          </p:txBody>
        </p:sp>
        <p:sp>
          <p:nvSpPr>
            <p:cNvPr id="1039" name="Rectangle 11"/>
            <p:cNvSpPr>
              <a:spLocks noChangeArrowheads="1"/>
            </p:cNvSpPr>
            <p:nvPr/>
          </p:nvSpPr>
          <p:spPr bwMode="auto">
            <a:xfrm>
              <a:off x="4587" y="3936"/>
              <a:ext cx="85" cy="96"/>
            </a:xfrm>
            <a:prstGeom prst="rect">
              <a:avLst/>
            </a:prstGeom>
            <a:solidFill>
              <a:srgbClr val="3333FF"/>
            </a:solidFill>
            <a:ln>
              <a:noFill/>
            </a:ln>
            <a:effectLst>
              <a:outerShdw dist="53882" dir="2700000" algn="ctr" rotWithShape="0">
                <a:srgbClr val="000000"/>
              </a:outerShdw>
            </a:effectLst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pt-BR" altLang="pt-BR"/>
            </a:p>
          </p:txBody>
        </p:sp>
        <p:sp>
          <p:nvSpPr>
            <p:cNvPr id="1040" name="Rectangle 12"/>
            <p:cNvSpPr>
              <a:spLocks noChangeArrowheads="1"/>
            </p:cNvSpPr>
            <p:nvPr/>
          </p:nvSpPr>
          <p:spPr bwMode="auto">
            <a:xfrm>
              <a:off x="4416" y="3936"/>
              <a:ext cx="85" cy="96"/>
            </a:xfrm>
            <a:prstGeom prst="rect">
              <a:avLst/>
            </a:prstGeom>
            <a:solidFill>
              <a:srgbClr val="9933FF"/>
            </a:solidFill>
            <a:ln>
              <a:noFill/>
            </a:ln>
            <a:effectLst>
              <a:outerShdw dist="53882" dir="2700000" algn="ctr" rotWithShape="0">
                <a:srgbClr val="000000"/>
              </a:outerShdw>
            </a:effectLst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pt-BR" altLang="pt-BR"/>
            </a:p>
          </p:txBody>
        </p:sp>
        <p:sp>
          <p:nvSpPr>
            <p:cNvPr id="1041" name="Rectangle 13"/>
            <p:cNvSpPr>
              <a:spLocks noChangeArrowheads="1"/>
            </p:cNvSpPr>
            <p:nvPr/>
          </p:nvSpPr>
          <p:spPr bwMode="auto">
            <a:xfrm>
              <a:off x="4245" y="3936"/>
              <a:ext cx="86" cy="96"/>
            </a:xfrm>
            <a:prstGeom prst="rect">
              <a:avLst/>
            </a:prstGeom>
            <a:solidFill>
              <a:srgbClr val="D60093"/>
            </a:solidFill>
            <a:ln>
              <a:noFill/>
            </a:ln>
            <a:effectLst>
              <a:outerShdw dist="53882" dir="2700000" algn="ctr" rotWithShape="0">
                <a:srgbClr val="000000"/>
              </a:outerShdw>
            </a:effectLst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pt-BR" altLang="pt-BR"/>
            </a:p>
          </p:txBody>
        </p:sp>
        <p:sp>
          <p:nvSpPr>
            <p:cNvPr id="1042" name="Rectangle 14"/>
            <p:cNvSpPr>
              <a:spLocks noChangeArrowheads="1"/>
            </p:cNvSpPr>
            <p:nvPr/>
          </p:nvSpPr>
          <p:spPr bwMode="auto">
            <a:xfrm>
              <a:off x="5440" y="3744"/>
              <a:ext cx="85" cy="96"/>
            </a:xfrm>
            <a:prstGeom prst="rect">
              <a:avLst/>
            </a:prstGeom>
            <a:solidFill>
              <a:srgbClr val="FF6633"/>
            </a:solidFill>
            <a:ln>
              <a:noFill/>
            </a:ln>
            <a:effectLst>
              <a:outerShdw dist="53882" dir="2700000" algn="ctr" rotWithShape="0">
                <a:srgbClr val="000000"/>
              </a:outerShdw>
            </a:effectLst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pt-BR" altLang="pt-BR"/>
            </a:p>
          </p:txBody>
        </p:sp>
        <p:sp>
          <p:nvSpPr>
            <p:cNvPr id="1043" name="Rectangle 15"/>
            <p:cNvSpPr>
              <a:spLocks noChangeArrowheads="1"/>
            </p:cNvSpPr>
            <p:nvPr/>
          </p:nvSpPr>
          <p:spPr bwMode="auto">
            <a:xfrm>
              <a:off x="5440" y="3552"/>
              <a:ext cx="85" cy="96"/>
            </a:xfrm>
            <a:prstGeom prst="rect">
              <a:avLst/>
            </a:prstGeom>
            <a:solidFill>
              <a:srgbClr val="FFFF00"/>
            </a:solidFill>
            <a:ln>
              <a:noFill/>
            </a:ln>
            <a:effectLst>
              <a:outerShdw dist="53882" dir="2700000" algn="ctr" rotWithShape="0">
                <a:srgbClr val="000000"/>
              </a:outerShdw>
            </a:effectLst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pt-BR" altLang="pt-BR"/>
            </a:p>
          </p:txBody>
        </p:sp>
        <p:sp>
          <p:nvSpPr>
            <p:cNvPr id="1044" name="Rectangle 16"/>
            <p:cNvSpPr>
              <a:spLocks noChangeArrowheads="1"/>
            </p:cNvSpPr>
            <p:nvPr/>
          </p:nvSpPr>
          <p:spPr bwMode="auto">
            <a:xfrm>
              <a:off x="5440" y="3360"/>
              <a:ext cx="85" cy="96"/>
            </a:xfrm>
            <a:prstGeom prst="rect">
              <a:avLst/>
            </a:prstGeom>
            <a:solidFill>
              <a:srgbClr val="66FF33"/>
            </a:solidFill>
            <a:ln>
              <a:noFill/>
            </a:ln>
            <a:effectLst>
              <a:outerShdw dist="53882" dir="2700000" algn="ctr" rotWithShape="0">
                <a:srgbClr val="000000"/>
              </a:outerShdw>
            </a:effectLst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pt-BR" altLang="pt-BR"/>
            </a:p>
          </p:txBody>
        </p:sp>
        <p:sp>
          <p:nvSpPr>
            <p:cNvPr id="1045" name="Rectangle 17"/>
            <p:cNvSpPr>
              <a:spLocks noChangeArrowheads="1"/>
            </p:cNvSpPr>
            <p:nvPr/>
          </p:nvSpPr>
          <p:spPr bwMode="auto">
            <a:xfrm>
              <a:off x="5440" y="3168"/>
              <a:ext cx="85" cy="96"/>
            </a:xfrm>
            <a:prstGeom prst="rect">
              <a:avLst/>
            </a:prstGeom>
            <a:solidFill>
              <a:srgbClr val="00FFCC"/>
            </a:solidFill>
            <a:ln>
              <a:noFill/>
            </a:ln>
            <a:effectLst>
              <a:outerShdw dist="53882" dir="2700000" algn="ctr" rotWithShape="0">
                <a:srgbClr val="000000"/>
              </a:outerShdw>
            </a:effectLst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pt-BR" altLang="pt-BR"/>
            </a:p>
          </p:txBody>
        </p:sp>
        <p:sp>
          <p:nvSpPr>
            <p:cNvPr id="1046" name="Rectangle 18"/>
            <p:cNvSpPr>
              <a:spLocks noChangeArrowheads="1"/>
            </p:cNvSpPr>
            <p:nvPr/>
          </p:nvSpPr>
          <p:spPr bwMode="auto">
            <a:xfrm>
              <a:off x="5440" y="2976"/>
              <a:ext cx="85" cy="96"/>
            </a:xfrm>
            <a:prstGeom prst="rect">
              <a:avLst/>
            </a:prstGeom>
            <a:solidFill>
              <a:srgbClr val="3333FF"/>
            </a:solidFill>
            <a:ln>
              <a:noFill/>
            </a:ln>
            <a:effectLst>
              <a:outerShdw dist="53882" dir="2700000" algn="ctr" rotWithShape="0">
                <a:srgbClr val="000000"/>
              </a:outerShdw>
            </a:effectLst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pt-BR" altLang="pt-BR"/>
            </a:p>
          </p:txBody>
        </p:sp>
        <p:sp>
          <p:nvSpPr>
            <p:cNvPr id="1047" name="Rectangle 19"/>
            <p:cNvSpPr>
              <a:spLocks noChangeArrowheads="1"/>
            </p:cNvSpPr>
            <p:nvPr/>
          </p:nvSpPr>
          <p:spPr bwMode="auto">
            <a:xfrm>
              <a:off x="5440" y="2784"/>
              <a:ext cx="85" cy="96"/>
            </a:xfrm>
            <a:prstGeom prst="rect">
              <a:avLst/>
            </a:prstGeom>
            <a:solidFill>
              <a:srgbClr val="9933FF"/>
            </a:solidFill>
            <a:ln>
              <a:noFill/>
            </a:ln>
            <a:effectLst>
              <a:outerShdw dist="53882" dir="2700000" algn="ctr" rotWithShape="0">
                <a:srgbClr val="000000"/>
              </a:outerShdw>
            </a:effectLst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pt-BR" altLang="pt-BR"/>
            </a:p>
          </p:txBody>
        </p:sp>
        <p:sp>
          <p:nvSpPr>
            <p:cNvPr id="1048" name="Rectangle 20"/>
            <p:cNvSpPr>
              <a:spLocks noChangeArrowheads="1"/>
            </p:cNvSpPr>
            <p:nvPr/>
          </p:nvSpPr>
          <p:spPr bwMode="auto">
            <a:xfrm>
              <a:off x="5440" y="2592"/>
              <a:ext cx="85" cy="96"/>
            </a:xfrm>
            <a:prstGeom prst="rect">
              <a:avLst/>
            </a:prstGeom>
            <a:solidFill>
              <a:srgbClr val="D60093"/>
            </a:solidFill>
            <a:ln>
              <a:noFill/>
            </a:ln>
            <a:effectLst>
              <a:outerShdw dist="53882" dir="2700000" algn="ctr" rotWithShape="0">
                <a:srgbClr val="000000"/>
              </a:outerShdw>
            </a:effectLst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pt-BR" altLang="pt-BR"/>
            </a:p>
          </p:txBody>
        </p:sp>
      </p:grpSp>
      <p:sp>
        <p:nvSpPr>
          <p:cNvPr id="8213" name="Rectangle 21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5334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075" tIns="46038" rIns="92075" bIns="46038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pt-BR"/>
              <a:t>Clique para editar o estilo do título mestre</a:t>
            </a:r>
          </a:p>
        </p:txBody>
      </p:sp>
      <p:sp>
        <p:nvSpPr>
          <p:cNvPr id="8214" name="Rectangle 22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050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075" tIns="46038" rIns="92075" bIns="46038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8215" name="Rectangle 23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399213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2075" tIns="46038" rIns="92075" bIns="46038" numCol="1" anchor="ctr" anchorCtr="0" compatLnSpc="1">
            <a:prstTxWarp prst="textNoShape">
              <a:avLst/>
            </a:prstTxWarp>
          </a:bodyPr>
          <a:lstStyle>
            <a:lvl1pPr eaLnBrk="0" hangingPunct="0">
              <a:defRPr sz="1400">
                <a:cs typeface="Arial" pitchFamily="34" charset="0"/>
              </a:defRPr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8216" name="Rectangle 24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399213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2075" tIns="46038" rIns="92075" bIns="46038" numCol="1" anchor="ctr" anchorCtr="0" compatLnSpc="1">
            <a:prstTxWarp prst="textNoShape">
              <a:avLst/>
            </a:prstTxWarp>
          </a:bodyPr>
          <a:lstStyle>
            <a:lvl1pPr algn="ctr" eaLnBrk="0" hangingPunct="0">
              <a:defRPr sz="1400">
                <a:cs typeface="Arial" pitchFamily="34" charset="0"/>
              </a:defRPr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8217" name="Rectangle 25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399213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2075" tIns="46038" rIns="92075" bIns="46038" numCol="1" anchor="ctr" anchorCtr="0" compatLnSpc="1">
            <a:prstTxWarp prst="textNoShape">
              <a:avLst/>
            </a:prstTxWarp>
          </a:bodyPr>
          <a:lstStyle>
            <a:lvl1pPr algn="r" eaLnBrk="0" hangingPunct="0">
              <a:defRPr sz="1400"/>
            </a:lvl1pPr>
          </a:lstStyle>
          <a:p>
            <a:fld id="{00C21D8C-E4A8-4737-9A74-C77F45502409}" type="slidenum">
              <a:rPr lang="pt-BR" altLang="pt-BR"/>
              <a:pPr/>
              <a:t>‹nº›</a:t>
            </a:fld>
            <a:endParaRPr lang="pt-BR" altLang="pt-BR"/>
          </a:p>
        </p:txBody>
      </p:sp>
    </p:spTree>
  </p:cSld>
  <p:clrMap bg1="dk2" tx1="lt1" bg2="dk1" tx2="lt2" accent1="accent1" accent2="accent2" accent3="accent3" accent4="accent4" accent5="accent5" accent6="accent6" hlink="hlink" folHlink="folHlink"/>
  <p:sldLayoutIdLst>
    <p:sldLayoutId id="2147483712" r:id="rId1"/>
    <p:sldLayoutId id="2147483702" r:id="rId2"/>
    <p:sldLayoutId id="2147483703" r:id="rId3"/>
    <p:sldLayoutId id="2147483704" r:id="rId4"/>
    <p:sldLayoutId id="2147483705" r:id="rId5"/>
    <p:sldLayoutId id="2147483706" r:id="rId6"/>
    <p:sldLayoutId id="2147483707" r:id="rId7"/>
    <p:sldLayoutId id="2147483708" r:id="rId8"/>
    <p:sldLayoutId id="2147483709" r:id="rId9"/>
    <p:sldLayoutId id="2147483710" r:id="rId10"/>
    <p:sldLayoutId id="2147483711" r:id="rId11"/>
  </p:sldLayoutIdLs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txStyles>
    <p:titleStyle>
      <a:lvl1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pitchFamily="34" charset="0"/>
          <a:cs typeface="Arial" pitchFamily="34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pitchFamily="34" charset="0"/>
          <a:cs typeface="Arial" pitchFamily="34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pitchFamily="34" charset="0"/>
          <a:cs typeface="Arial" pitchFamily="34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pitchFamily="34" charset="0"/>
          <a:cs typeface="Arial" pitchFamily="34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pitchFamily="34" charset="0"/>
          <a:cs typeface="Arial" pitchFamily="34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pitchFamily="34" charset="0"/>
          <a:cs typeface="Arial" pitchFamily="34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pitchFamily="34" charset="0"/>
          <a:cs typeface="Arial" pitchFamily="34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pitchFamily="34" charset="0"/>
          <a:cs typeface="Arial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rgbClr val="00FF00"/>
        </a:buClr>
        <a:buChar char="•"/>
        <a:defRPr sz="32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rgbClr val="FAFD00"/>
        </a:buClr>
        <a:buChar char="•"/>
        <a:defRPr sz="32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rgbClr val="FF5008"/>
        </a:buClr>
        <a:buChar char="•"/>
        <a:defRPr sz="32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rgbClr val="8901F3"/>
        </a:buClr>
        <a:buChar char="•"/>
        <a:defRPr sz="32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rgbClr val="114FFB"/>
        </a:buClr>
        <a:buChar char="•"/>
        <a:defRPr sz="32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cs typeface="+mn-cs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rgbClr val="114FFB"/>
        </a:buClr>
        <a:buChar char="•"/>
        <a:defRPr sz="32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cs typeface="+mn-cs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rgbClr val="114FFB"/>
        </a:buClr>
        <a:buChar char="•"/>
        <a:defRPr sz="32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cs typeface="+mn-cs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rgbClr val="114FFB"/>
        </a:buClr>
        <a:buChar char="•"/>
        <a:defRPr sz="32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cs typeface="+mn-cs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rgbClr val="114FFB"/>
        </a:buClr>
        <a:buChar char="•"/>
        <a:defRPr sz="32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6.xml"/><Relationship Id="rId1" Type="http://schemas.openxmlformats.org/officeDocument/2006/relationships/tags" Target="../tags/tag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6.xml"/><Relationship Id="rId1" Type="http://schemas.openxmlformats.org/officeDocument/2006/relationships/tags" Target="../tags/tag4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wmf"/><Relationship Id="rId3" Type="http://schemas.openxmlformats.org/officeDocument/2006/relationships/oleObject" Target="../embeddings/oleObject1.bin"/><Relationship Id="rId7" Type="http://schemas.openxmlformats.org/officeDocument/2006/relationships/oleObject" Target="../embeddings/oleObject3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6" Type="http://schemas.openxmlformats.org/officeDocument/2006/relationships/image" Target="../media/image3.wmf"/><Relationship Id="rId5" Type="http://schemas.openxmlformats.org/officeDocument/2006/relationships/oleObject" Target="../embeddings/oleObject2.bin"/><Relationship Id="rId10" Type="http://schemas.openxmlformats.org/officeDocument/2006/relationships/image" Target="../media/image5.wmf"/><Relationship Id="rId4" Type="http://schemas.openxmlformats.org/officeDocument/2006/relationships/image" Target="../media/image2.wmf"/><Relationship Id="rId9" Type="http://schemas.openxmlformats.org/officeDocument/2006/relationships/oleObject" Target="../embeddings/oleObject4.bin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ctrTitle"/>
          </p:nvPr>
        </p:nvSpPr>
        <p:spPr>
          <a:xfrm>
            <a:off x="1143000" y="928688"/>
            <a:ext cx="7772400" cy="1143000"/>
          </a:xfrm>
        </p:spPr>
        <p:txBody>
          <a:bodyPr/>
          <a:lstStyle/>
          <a:p>
            <a:pPr algn="l" eaLnBrk="1" hangingPunct="1">
              <a:defRPr/>
            </a:pPr>
            <a:r>
              <a:rPr lang="pt-BR" sz="4000"/>
              <a:t>Sistemas Operacionais:</a:t>
            </a:r>
            <a:br>
              <a:rPr lang="pt-BR" sz="4000" dirty="0"/>
            </a:br>
            <a:r>
              <a:rPr lang="pt-BR" sz="3200" dirty="0"/>
              <a:t>		Técnicas de Detecção e </a:t>
            </a:r>
            <a:br>
              <a:rPr lang="pt-BR" sz="3200" dirty="0"/>
            </a:br>
            <a:r>
              <a:rPr lang="pt-BR" sz="3200" dirty="0"/>
              <a:t>			Prevenção de </a:t>
            </a:r>
            <a:r>
              <a:rPr lang="pt-BR" sz="3200" dirty="0" err="1"/>
              <a:t>deadlocks</a:t>
            </a:r>
            <a:r>
              <a:rPr lang="pt-BR" sz="3200" dirty="0"/>
              <a:t>.</a:t>
            </a:r>
          </a:p>
        </p:txBody>
      </p:sp>
      <p:sp>
        <p:nvSpPr>
          <p:cNvPr id="2051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524000" y="4676775"/>
            <a:ext cx="6400800" cy="1752600"/>
          </a:xfrm>
        </p:spPr>
        <p:txBody>
          <a:bodyPr/>
          <a:lstStyle/>
          <a:p>
            <a:pPr eaLnBrk="1" hangingPunct="1">
              <a:defRPr/>
            </a:pPr>
            <a:r>
              <a:rPr lang="pt-BR" dirty="0"/>
              <a:t>Prof. André Leon S. Gradvohl, Dr.</a:t>
            </a:r>
          </a:p>
          <a:p>
            <a:pPr eaLnBrk="1" hangingPunct="1">
              <a:defRPr/>
            </a:pPr>
            <a:r>
              <a:rPr lang="pt-BR" dirty="0"/>
              <a:t>gradvohl@ft.unicamp.br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8716"/>
    </mc:Choice>
    <mc:Fallback xmlns="">
      <p:transition spd="slow" advTm="18716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pt-BR"/>
              <a:t>Plano de Aula</a:t>
            </a:r>
          </a:p>
        </p:txBody>
      </p:sp>
      <p:sp>
        <p:nvSpPr>
          <p:cNvPr id="1024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pt-BR"/>
              <a:t>Caracterização de </a:t>
            </a:r>
            <a:r>
              <a:rPr lang="en-US"/>
              <a:t>deadlocks</a:t>
            </a:r>
            <a:r>
              <a:rPr lang="pt-BR"/>
              <a:t>.</a:t>
            </a:r>
          </a:p>
          <a:p>
            <a:pPr eaLnBrk="1" hangingPunct="1">
              <a:defRPr/>
            </a:pPr>
            <a:r>
              <a:rPr lang="pt-BR"/>
              <a:t>Situações de </a:t>
            </a:r>
            <a:r>
              <a:rPr lang="en-US"/>
              <a:t>deadlocks</a:t>
            </a:r>
            <a:r>
              <a:rPr lang="pt-BR"/>
              <a:t>.</a:t>
            </a:r>
          </a:p>
          <a:p>
            <a:pPr eaLnBrk="1" hangingPunct="1">
              <a:defRPr/>
            </a:pPr>
            <a:r>
              <a:rPr lang="pt-BR"/>
              <a:t>Prevenção de </a:t>
            </a:r>
            <a:r>
              <a:rPr lang="en-US"/>
              <a:t>deadlocks</a:t>
            </a:r>
            <a:r>
              <a:rPr lang="pt-BR"/>
              <a:t>.</a:t>
            </a:r>
          </a:p>
          <a:p>
            <a:pPr eaLnBrk="1" hangingPunct="1">
              <a:defRPr/>
            </a:pPr>
            <a:endParaRPr lang="pt-BR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8302"/>
    </mc:Choice>
    <mc:Fallback xmlns="">
      <p:transition spd="slow" advTm="18302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/>
          <p:cNvSpPr>
            <a:spLocks noChangeArrowheads="1"/>
          </p:cNvSpPr>
          <p:nvPr/>
        </p:nvSpPr>
        <p:spPr bwMode="auto">
          <a:xfrm>
            <a:off x="685800" y="609600"/>
            <a:ext cx="7772400" cy="762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>
              <a:defRPr/>
            </a:pPr>
            <a:r>
              <a:rPr lang="pt-BR" sz="440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itchFamily="34" charset="0"/>
              </a:rPr>
              <a:t>Situação de </a:t>
            </a:r>
            <a:r>
              <a:rPr lang="en-US" sz="440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itchFamily="34" charset="0"/>
              </a:rPr>
              <a:t>deadlocks</a:t>
            </a:r>
          </a:p>
        </p:txBody>
      </p:sp>
      <p:sp>
        <p:nvSpPr>
          <p:cNvPr id="11267" name="Oval 3"/>
          <p:cNvSpPr>
            <a:spLocks noChangeArrowheads="1"/>
          </p:cNvSpPr>
          <p:nvPr/>
        </p:nvSpPr>
        <p:spPr bwMode="auto">
          <a:xfrm>
            <a:off x="2697163" y="1916113"/>
            <a:ext cx="1600200" cy="609600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  <a:effectLst>
            <a:outerShdw dist="107763" dir="2700000" algn="ctr" rotWithShape="0">
              <a:schemeClr val="bg2"/>
            </a:outerShdw>
          </a:effec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/>
            <a:r>
              <a:rPr lang="pt-BR" altLang="pt-BR" sz="2400"/>
              <a:t>Processo</a:t>
            </a:r>
            <a:r>
              <a:rPr lang="en-US" altLang="pt-BR" sz="2400"/>
              <a:t> 1</a:t>
            </a:r>
          </a:p>
        </p:txBody>
      </p:sp>
      <p:sp>
        <p:nvSpPr>
          <p:cNvPr id="11268" name="Oval 4"/>
          <p:cNvSpPr>
            <a:spLocks noChangeArrowheads="1"/>
          </p:cNvSpPr>
          <p:nvPr/>
        </p:nvSpPr>
        <p:spPr bwMode="auto">
          <a:xfrm>
            <a:off x="5059363" y="1916113"/>
            <a:ext cx="1600200" cy="609600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  <a:effectLst>
            <a:outerShdw dist="107763" dir="2700000" algn="ctr" rotWithShape="0">
              <a:schemeClr val="bg2"/>
            </a:outerShdw>
          </a:effec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/>
            <a:r>
              <a:rPr lang="pt-BR" altLang="pt-BR" sz="2400"/>
              <a:t>Processo</a:t>
            </a:r>
            <a:r>
              <a:rPr lang="en-US" altLang="pt-BR" sz="2400"/>
              <a:t> 2</a:t>
            </a:r>
          </a:p>
        </p:txBody>
      </p:sp>
      <p:sp>
        <p:nvSpPr>
          <p:cNvPr id="11269" name="Rectangle 5"/>
          <p:cNvSpPr>
            <a:spLocks noChangeArrowheads="1"/>
          </p:cNvSpPr>
          <p:nvPr/>
        </p:nvSpPr>
        <p:spPr bwMode="auto">
          <a:xfrm>
            <a:off x="2697163" y="3744913"/>
            <a:ext cx="1600200" cy="6096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>
            <a:outerShdw dist="107763" dir="2700000" algn="ctr" rotWithShape="0">
              <a:schemeClr val="bg2"/>
            </a:outerShdw>
          </a:effec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/>
            <a:r>
              <a:rPr lang="pt-BR" altLang="pt-BR" sz="2400"/>
              <a:t>Recurso</a:t>
            </a:r>
            <a:r>
              <a:rPr lang="en-US" altLang="pt-BR" sz="2400"/>
              <a:t> 1</a:t>
            </a:r>
          </a:p>
        </p:txBody>
      </p:sp>
      <p:sp>
        <p:nvSpPr>
          <p:cNvPr id="11270" name="Rectangle 6"/>
          <p:cNvSpPr>
            <a:spLocks noChangeArrowheads="1"/>
          </p:cNvSpPr>
          <p:nvPr/>
        </p:nvSpPr>
        <p:spPr bwMode="auto">
          <a:xfrm>
            <a:off x="5059363" y="3744913"/>
            <a:ext cx="1600200" cy="6096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>
            <a:outerShdw dist="107763" dir="2700000" algn="ctr" rotWithShape="0">
              <a:schemeClr val="bg2"/>
            </a:outerShdw>
          </a:effec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/>
            <a:r>
              <a:rPr lang="pt-BR" altLang="pt-BR" sz="2400"/>
              <a:t>Recurso</a:t>
            </a:r>
            <a:r>
              <a:rPr lang="en-US" altLang="pt-BR" sz="2400"/>
              <a:t> 2</a:t>
            </a:r>
          </a:p>
        </p:txBody>
      </p:sp>
      <p:sp>
        <p:nvSpPr>
          <p:cNvPr id="11271" name="Line 7"/>
          <p:cNvSpPr>
            <a:spLocks noChangeShapeType="1"/>
          </p:cNvSpPr>
          <p:nvPr/>
        </p:nvSpPr>
        <p:spPr bwMode="auto">
          <a:xfrm flipV="1">
            <a:off x="3535363" y="2525713"/>
            <a:ext cx="0" cy="12192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1272" name="Line 8"/>
          <p:cNvSpPr>
            <a:spLocks noChangeShapeType="1"/>
          </p:cNvSpPr>
          <p:nvPr/>
        </p:nvSpPr>
        <p:spPr bwMode="auto">
          <a:xfrm flipV="1">
            <a:off x="5897563" y="2525713"/>
            <a:ext cx="0" cy="12192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1273" name="Line 9"/>
          <p:cNvSpPr>
            <a:spLocks noChangeShapeType="1"/>
          </p:cNvSpPr>
          <p:nvPr/>
        </p:nvSpPr>
        <p:spPr bwMode="auto">
          <a:xfrm>
            <a:off x="3992563" y="2525713"/>
            <a:ext cx="1447800" cy="1219200"/>
          </a:xfrm>
          <a:prstGeom prst="line">
            <a:avLst/>
          </a:prstGeom>
          <a:noFill/>
          <a:ln w="38100">
            <a:solidFill>
              <a:schemeClr val="tx1"/>
            </a:solidFill>
            <a:prstDash val="sysDot"/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1274" name="Line 10"/>
          <p:cNvSpPr>
            <a:spLocks noChangeShapeType="1"/>
          </p:cNvSpPr>
          <p:nvPr/>
        </p:nvSpPr>
        <p:spPr bwMode="auto">
          <a:xfrm flipH="1">
            <a:off x="3916363" y="2449513"/>
            <a:ext cx="1447800" cy="1295400"/>
          </a:xfrm>
          <a:prstGeom prst="line">
            <a:avLst/>
          </a:prstGeom>
          <a:noFill/>
          <a:ln w="38100">
            <a:solidFill>
              <a:schemeClr val="tx1"/>
            </a:solidFill>
            <a:prstDash val="sysDot"/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131" name="Line 11"/>
          <p:cNvSpPr>
            <a:spLocks noChangeShapeType="1"/>
          </p:cNvSpPr>
          <p:nvPr/>
        </p:nvSpPr>
        <p:spPr bwMode="auto">
          <a:xfrm flipV="1">
            <a:off x="1752600" y="5334000"/>
            <a:ext cx="4572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132" name="Line 12"/>
          <p:cNvSpPr>
            <a:spLocks noChangeShapeType="1"/>
          </p:cNvSpPr>
          <p:nvPr/>
        </p:nvSpPr>
        <p:spPr bwMode="auto">
          <a:xfrm>
            <a:off x="1752600" y="5638800"/>
            <a:ext cx="457200" cy="0"/>
          </a:xfrm>
          <a:prstGeom prst="line">
            <a:avLst/>
          </a:prstGeom>
          <a:noFill/>
          <a:ln w="38100">
            <a:solidFill>
              <a:schemeClr val="tx1"/>
            </a:solidFill>
            <a:prstDash val="sysDot"/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133" name="Text Box 13"/>
          <p:cNvSpPr txBox="1">
            <a:spLocks noChangeArrowheads="1"/>
          </p:cNvSpPr>
          <p:nvPr/>
        </p:nvSpPr>
        <p:spPr bwMode="auto">
          <a:xfrm>
            <a:off x="2362200" y="5089525"/>
            <a:ext cx="27686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r>
              <a:rPr lang="pt-BR" altLang="pt-BR" sz="2000"/>
              <a:t>Processo detém o recurso</a:t>
            </a:r>
          </a:p>
        </p:txBody>
      </p:sp>
      <p:sp>
        <p:nvSpPr>
          <p:cNvPr id="5134" name="Text Box 14"/>
          <p:cNvSpPr txBox="1">
            <a:spLocks noChangeArrowheads="1"/>
          </p:cNvSpPr>
          <p:nvPr/>
        </p:nvSpPr>
        <p:spPr bwMode="auto">
          <a:xfrm>
            <a:off x="2362200" y="5410200"/>
            <a:ext cx="2797175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r>
              <a:rPr lang="pt-BR" altLang="pt-BR" sz="2000"/>
              <a:t>Processo requer o recurso</a:t>
            </a:r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02481"/>
    </mc:Choice>
    <mc:Fallback xmlns="">
      <p:transition spd="slow" advTm="302481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126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126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12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1126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1126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112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53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1126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1126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12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53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1127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1127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12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9" dur="500"/>
                                        <p:tgtEl>
                                          <p:spTgt spid="112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1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3" dur="500"/>
                                        <p:tgtEl>
                                          <p:spTgt spid="112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 nodeType="clickPar">
                      <p:stCondLst>
                        <p:cond delay="indefinite"/>
                      </p:stCondLst>
                      <p:childTnLst>
                        <p:par>
                          <p:cTn id="3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112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1" dur="500"/>
                                        <p:tgtEl>
                                          <p:spTgt spid="112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267" grpId="0" animBg="1"/>
      <p:bldP spid="11268" grpId="0" animBg="1"/>
      <p:bldP spid="11269" grpId="0" animBg="1"/>
      <p:bldP spid="11270" grpId="0" animBg="1"/>
      <p:bldP spid="11271" grpId="0" animBg="1"/>
      <p:bldP spid="11272" grpId="0" animBg="1"/>
      <p:bldP spid="11273" grpId="0" animBg="1"/>
      <p:bldP spid="11274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pt-BR" dirty="0"/>
              <a:t>Modelo de </a:t>
            </a:r>
            <a:r>
              <a:rPr lang="pt-BR" dirty="0" err="1"/>
              <a:t>Deadlocks</a:t>
            </a:r>
            <a:endParaRPr lang="en-US" dirty="0"/>
          </a:p>
        </p:txBody>
      </p:sp>
      <p:sp>
        <p:nvSpPr>
          <p:cNvPr id="2150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23850" y="1700213"/>
            <a:ext cx="8424863" cy="4752975"/>
          </a:xfrm>
        </p:spPr>
        <p:txBody>
          <a:bodyPr/>
          <a:lstStyle/>
          <a:p>
            <a:pPr>
              <a:defRPr/>
            </a:pPr>
            <a:r>
              <a:rPr lang="pt-BR" sz="2400" dirty="0"/>
              <a:t>Seja:</a:t>
            </a:r>
          </a:p>
          <a:p>
            <a:pPr lvl="1">
              <a:defRPr/>
            </a:pPr>
            <a:r>
              <a:rPr lang="pt-BR" sz="2400" dirty="0"/>
              <a:t>P = {p</a:t>
            </a:r>
            <a:r>
              <a:rPr lang="pt-BR" sz="2400" baseline="-25000" dirty="0"/>
              <a:t>1</a:t>
            </a:r>
            <a:r>
              <a:rPr lang="pt-BR" sz="2400" dirty="0"/>
              <a:t>, p</a:t>
            </a:r>
            <a:r>
              <a:rPr lang="pt-BR" sz="2400" baseline="-25000" dirty="0"/>
              <a:t>2</a:t>
            </a:r>
            <a:r>
              <a:rPr lang="pt-BR" sz="2400" dirty="0"/>
              <a:t>, …, </a:t>
            </a:r>
            <a:r>
              <a:rPr lang="pt-BR" sz="2400" dirty="0" err="1"/>
              <a:t>p</a:t>
            </a:r>
            <a:r>
              <a:rPr lang="pt-BR" sz="2400" baseline="-25000" dirty="0" err="1"/>
              <a:t>n</a:t>
            </a:r>
            <a:r>
              <a:rPr lang="pt-BR" sz="2400" dirty="0"/>
              <a:t>} um conjunto de processos.</a:t>
            </a:r>
          </a:p>
          <a:p>
            <a:pPr lvl="1">
              <a:defRPr/>
            </a:pPr>
            <a:r>
              <a:rPr lang="pt-BR" sz="2400" dirty="0"/>
              <a:t>R = {R</a:t>
            </a:r>
            <a:r>
              <a:rPr lang="pt-BR" sz="2400" baseline="-25000" dirty="0"/>
              <a:t>1</a:t>
            </a:r>
            <a:r>
              <a:rPr lang="pt-BR" sz="2400" dirty="0"/>
              <a:t>, R</a:t>
            </a:r>
            <a:r>
              <a:rPr lang="pt-BR" sz="2400" baseline="-25000" dirty="0"/>
              <a:t>2</a:t>
            </a:r>
            <a:r>
              <a:rPr lang="pt-BR" sz="2400" dirty="0"/>
              <a:t>, …, </a:t>
            </a:r>
            <a:r>
              <a:rPr lang="pt-BR" sz="2400" dirty="0" err="1"/>
              <a:t>R</a:t>
            </a:r>
            <a:r>
              <a:rPr lang="pt-BR" sz="2400" baseline="-25000" dirty="0" err="1"/>
              <a:t>m</a:t>
            </a:r>
            <a:r>
              <a:rPr lang="pt-BR" sz="2400" dirty="0"/>
              <a:t>} um conjunto de recursos.</a:t>
            </a:r>
          </a:p>
          <a:p>
            <a:pPr lvl="1">
              <a:defRPr/>
            </a:pPr>
            <a:r>
              <a:rPr lang="pt-BR" sz="2400" dirty="0" err="1"/>
              <a:t>c</a:t>
            </a:r>
            <a:r>
              <a:rPr lang="pt-BR" sz="2400" baseline="-25000" dirty="0" err="1"/>
              <a:t>j</a:t>
            </a:r>
            <a:r>
              <a:rPr lang="pt-BR" sz="2400" dirty="0"/>
              <a:t> = Número de unidades do recurso </a:t>
            </a:r>
            <a:r>
              <a:rPr lang="pt-BR" sz="2400" dirty="0" err="1"/>
              <a:t>R</a:t>
            </a:r>
            <a:r>
              <a:rPr lang="pt-BR" sz="2400" baseline="-25000" dirty="0" err="1"/>
              <a:t>j</a:t>
            </a:r>
            <a:r>
              <a:rPr lang="pt-BR" sz="2400" dirty="0"/>
              <a:t> no sistema.</a:t>
            </a:r>
          </a:p>
          <a:p>
            <a:pPr lvl="1">
              <a:defRPr/>
            </a:pPr>
            <a:r>
              <a:rPr lang="pt-BR" sz="2400" dirty="0"/>
              <a:t>S = {S</a:t>
            </a:r>
            <a:r>
              <a:rPr lang="pt-BR" sz="2400" baseline="-25000" dirty="0"/>
              <a:t>0</a:t>
            </a:r>
            <a:r>
              <a:rPr lang="pt-BR" sz="2400" dirty="0"/>
              <a:t>, S</a:t>
            </a:r>
            <a:r>
              <a:rPr lang="pt-BR" sz="2400" baseline="-25000" dirty="0"/>
              <a:t>1</a:t>
            </a:r>
            <a:r>
              <a:rPr lang="pt-BR" sz="2400" dirty="0"/>
              <a:t>, …} um conjunto de estados representando a atribuição do recurso </a:t>
            </a:r>
            <a:r>
              <a:rPr lang="pt-BR" sz="2400" dirty="0" err="1"/>
              <a:t>R</a:t>
            </a:r>
            <a:r>
              <a:rPr lang="pt-BR" sz="2400" baseline="-25000" dirty="0" err="1"/>
              <a:t>j</a:t>
            </a:r>
            <a:r>
              <a:rPr lang="pt-BR" sz="2400" dirty="0"/>
              <a:t> ao processo </a:t>
            </a:r>
            <a:r>
              <a:rPr lang="pt-BR" sz="2400" dirty="0" err="1"/>
              <a:t>p</a:t>
            </a:r>
            <a:r>
              <a:rPr lang="pt-BR" sz="2400" baseline="-25000" dirty="0" err="1"/>
              <a:t>i</a:t>
            </a:r>
            <a:r>
              <a:rPr lang="pt-BR" sz="2400" baseline="-25000" dirty="0"/>
              <a:t>.</a:t>
            </a:r>
            <a:endParaRPr lang="pt-BR" sz="2400" dirty="0"/>
          </a:p>
          <a:p>
            <a:pPr lvl="1">
              <a:defRPr/>
            </a:pPr>
            <a:r>
              <a:rPr lang="pt-BR" sz="2400" dirty="0"/>
              <a:t>O estado muda quando o processo toma uma ação.</a:t>
            </a:r>
          </a:p>
          <a:p>
            <a:pPr lvl="1">
              <a:defRPr/>
            </a:pPr>
            <a:r>
              <a:rPr lang="pt-BR" sz="2400" dirty="0"/>
              <a:t>Isso nos permite a identificar uma situação de </a:t>
            </a:r>
            <a:r>
              <a:rPr lang="pt-BR" sz="2400" dirty="0" err="1"/>
              <a:t>deadlock</a:t>
            </a:r>
            <a:r>
              <a:rPr lang="pt-BR" sz="2400" dirty="0"/>
              <a:t> no sistema operacional.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07040"/>
    </mc:Choice>
    <mc:Fallback xmlns="">
      <p:transition spd="slow" advTm="107040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pt-BR" dirty="0"/>
              <a:t>Modelo de </a:t>
            </a:r>
            <a:r>
              <a:rPr lang="pt-BR" dirty="0" err="1"/>
              <a:t>Deadlocks</a:t>
            </a:r>
            <a:endParaRPr lang="en-US" dirty="0"/>
          </a:p>
        </p:txBody>
      </p:sp>
      <p:sp>
        <p:nvSpPr>
          <p:cNvPr id="2150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23850" y="1700213"/>
            <a:ext cx="8424863" cy="4752975"/>
          </a:xfrm>
        </p:spPr>
        <p:txBody>
          <a:bodyPr/>
          <a:lstStyle/>
          <a:p>
            <a:pPr>
              <a:defRPr/>
            </a:pPr>
            <a:r>
              <a:rPr lang="pt-BR" sz="2400" dirty="0"/>
              <a:t>O sistema muda de estado quando algum processo </a:t>
            </a:r>
            <a:r>
              <a:rPr lang="en-US" sz="2400" dirty="0"/>
              <a:t>p</a:t>
            </a:r>
            <a:r>
              <a:rPr lang="en-US" sz="2400" baseline="-25000" dirty="0"/>
              <a:t>i </a:t>
            </a:r>
            <a:r>
              <a:rPr lang="pt-BR" sz="2400" dirty="0"/>
              <a:t>toma uma ação.</a:t>
            </a:r>
          </a:p>
          <a:p>
            <a:pPr>
              <a:defRPr/>
            </a:pPr>
            <a:r>
              <a:rPr lang="pt-BR" sz="2400" dirty="0"/>
              <a:t>Há três ações pertinentes:</a:t>
            </a:r>
          </a:p>
          <a:p>
            <a:pPr lvl="1">
              <a:defRPr/>
            </a:pPr>
            <a:r>
              <a:rPr lang="pt-BR" sz="2400" dirty="0"/>
              <a:t>Requisição (“r</a:t>
            </a:r>
            <a:r>
              <a:rPr lang="pt-BR" sz="2400" baseline="-25000" dirty="0"/>
              <a:t>i</a:t>
            </a:r>
            <a:r>
              <a:rPr lang="pt-BR" sz="2400" dirty="0"/>
              <a:t>”): requer uma ou mais unidades de um recurso.</a:t>
            </a:r>
          </a:p>
          <a:p>
            <a:pPr lvl="1">
              <a:defRPr/>
            </a:pPr>
            <a:r>
              <a:rPr lang="pt-BR" sz="2400" dirty="0"/>
              <a:t>Alocação (“a</a:t>
            </a:r>
            <a:r>
              <a:rPr lang="pt-BR" sz="2400" baseline="-25000" dirty="0"/>
              <a:t>i</a:t>
            </a:r>
            <a:r>
              <a:rPr lang="pt-BR" sz="2400" dirty="0"/>
              <a:t>”): Todas as requisições pendentes de um processo são satisfeitas.</a:t>
            </a:r>
          </a:p>
          <a:p>
            <a:pPr lvl="1">
              <a:defRPr/>
            </a:pPr>
            <a:r>
              <a:rPr lang="pt-BR" sz="2400" dirty="0" err="1"/>
              <a:t>Desalocação</a:t>
            </a:r>
            <a:r>
              <a:rPr lang="pt-BR" sz="2400" dirty="0"/>
              <a:t> (“</a:t>
            </a:r>
            <a:r>
              <a:rPr lang="pt-BR" sz="2400" dirty="0" err="1"/>
              <a:t>d</a:t>
            </a:r>
            <a:r>
              <a:rPr lang="pt-BR" sz="2400" baseline="-25000" dirty="0" err="1"/>
              <a:t>i</a:t>
            </a:r>
            <a:r>
              <a:rPr lang="pt-BR" sz="2400" dirty="0"/>
              <a:t>”): O processo libera unidades de um recurso.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56131"/>
    </mc:Choice>
    <mc:Fallback xmlns="">
      <p:transition spd="slow" advTm="56131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pt-BR" dirty="0"/>
              <a:t>Propriedade dos Estados</a:t>
            </a:r>
            <a:endParaRPr lang="en-US" dirty="0"/>
          </a:p>
        </p:txBody>
      </p:sp>
      <p:sp>
        <p:nvSpPr>
          <p:cNvPr id="2150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23850" y="1412875"/>
            <a:ext cx="8424863" cy="3671888"/>
          </a:xfrm>
        </p:spPr>
        <p:txBody>
          <a:bodyPr/>
          <a:lstStyle/>
          <a:p>
            <a:pPr>
              <a:defRPr/>
            </a:pPr>
            <a:r>
              <a:rPr lang="pt-BR" sz="2400" dirty="0"/>
              <a:t>Vamos definir </a:t>
            </a:r>
            <a:r>
              <a:rPr lang="pt-BR" sz="2400" dirty="0" err="1"/>
              <a:t>deadlocks</a:t>
            </a:r>
            <a:r>
              <a:rPr lang="pt-BR" sz="2400" dirty="0"/>
              <a:t> em termos de padrões de transições:</a:t>
            </a:r>
          </a:p>
          <a:p>
            <a:pPr lvl="1">
              <a:defRPr/>
            </a:pPr>
            <a:r>
              <a:rPr lang="pt-BR" sz="2400" dirty="0" err="1"/>
              <a:t>p</a:t>
            </a:r>
            <a:r>
              <a:rPr lang="pt-BR" sz="2400" baseline="-25000" dirty="0" err="1"/>
              <a:t>i</a:t>
            </a:r>
            <a:r>
              <a:rPr lang="pt-BR" sz="2400" dirty="0"/>
              <a:t> está bloqueado em </a:t>
            </a:r>
            <a:r>
              <a:rPr lang="pt-BR" sz="2400" dirty="0" err="1"/>
              <a:t>S</a:t>
            </a:r>
            <a:r>
              <a:rPr lang="pt-BR" sz="2400" baseline="-25000" dirty="0" err="1"/>
              <a:t>j</a:t>
            </a:r>
            <a:r>
              <a:rPr lang="pt-BR" sz="2400" dirty="0"/>
              <a:t> se </a:t>
            </a:r>
            <a:r>
              <a:rPr lang="pt-BR" sz="2400" dirty="0" err="1"/>
              <a:t>p</a:t>
            </a:r>
            <a:r>
              <a:rPr lang="pt-BR" sz="2400" baseline="-25000" dirty="0" err="1"/>
              <a:t>i</a:t>
            </a:r>
            <a:r>
              <a:rPr lang="pt-BR" sz="2400" dirty="0"/>
              <a:t> não pode causar uma transição para fora do estado </a:t>
            </a:r>
            <a:r>
              <a:rPr lang="pt-BR" sz="2400" dirty="0" err="1"/>
              <a:t>S</a:t>
            </a:r>
            <a:r>
              <a:rPr lang="pt-BR" sz="2400" baseline="-25000" dirty="0" err="1"/>
              <a:t>j</a:t>
            </a:r>
            <a:r>
              <a:rPr lang="pt-BR" sz="2400" dirty="0"/>
              <a:t>.</a:t>
            </a:r>
          </a:p>
          <a:p>
            <a:pPr lvl="1">
              <a:defRPr/>
            </a:pPr>
            <a:r>
              <a:rPr lang="pt-BR" sz="2400" dirty="0"/>
              <a:t>Se </a:t>
            </a:r>
            <a:r>
              <a:rPr lang="pt-BR" sz="2400" dirty="0" err="1"/>
              <a:t>p</a:t>
            </a:r>
            <a:r>
              <a:rPr lang="pt-BR" sz="2400" baseline="-25000" dirty="0" err="1"/>
              <a:t>i</a:t>
            </a:r>
            <a:r>
              <a:rPr lang="pt-BR" sz="2400" dirty="0"/>
              <a:t> está bloqueado em </a:t>
            </a:r>
            <a:r>
              <a:rPr lang="pt-BR" sz="2400" dirty="0" err="1"/>
              <a:t>S</a:t>
            </a:r>
            <a:r>
              <a:rPr lang="pt-BR" sz="2400" baseline="-25000" dirty="0" err="1"/>
              <a:t>j</a:t>
            </a:r>
            <a:r>
              <a:rPr lang="pt-BR" sz="2400" dirty="0"/>
              <a:t>, e também estará bloqueado em cada </a:t>
            </a:r>
            <a:r>
              <a:rPr lang="pt-BR" sz="2400" dirty="0" err="1"/>
              <a:t>S</a:t>
            </a:r>
            <a:r>
              <a:rPr lang="pt-BR" sz="2400" baseline="-25000" dirty="0" err="1"/>
              <a:t>k</a:t>
            </a:r>
            <a:r>
              <a:rPr lang="pt-BR" sz="2400" dirty="0"/>
              <a:t> acessível a partir de </a:t>
            </a:r>
            <a:r>
              <a:rPr lang="pt-BR" sz="2400" dirty="0" err="1"/>
              <a:t>S</a:t>
            </a:r>
            <a:r>
              <a:rPr lang="pt-BR" sz="2400" baseline="-25000" dirty="0" err="1"/>
              <a:t>j</a:t>
            </a:r>
            <a:r>
              <a:rPr lang="pt-BR" sz="2400" dirty="0"/>
              <a:t>, então </a:t>
            </a:r>
            <a:r>
              <a:rPr lang="pt-BR" sz="2400" dirty="0" err="1"/>
              <a:t>p</a:t>
            </a:r>
            <a:r>
              <a:rPr lang="pt-BR" sz="2400" baseline="-25000" dirty="0" err="1"/>
              <a:t>i</a:t>
            </a:r>
            <a:r>
              <a:rPr lang="pt-BR" sz="2400" dirty="0"/>
              <a:t> está em </a:t>
            </a:r>
            <a:r>
              <a:rPr lang="pt-BR" sz="2400" dirty="0" err="1"/>
              <a:t>deadlock</a:t>
            </a:r>
            <a:r>
              <a:rPr lang="pt-BR" sz="2400" dirty="0"/>
              <a:t>.</a:t>
            </a:r>
          </a:p>
          <a:p>
            <a:pPr lvl="1">
              <a:defRPr/>
            </a:pPr>
            <a:r>
              <a:rPr lang="pt-BR" sz="2400" dirty="0" err="1"/>
              <a:t>S</a:t>
            </a:r>
            <a:r>
              <a:rPr lang="pt-BR" sz="2400" baseline="-25000" dirty="0" err="1"/>
              <a:t>j</a:t>
            </a:r>
            <a:r>
              <a:rPr lang="pt-BR" sz="2400" dirty="0"/>
              <a:t> é chamado de </a:t>
            </a:r>
            <a:r>
              <a:rPr lang="pt-BR" sz="2400" u="sng" dirty="0"/>
              <a:t>estado de </a:t>
            </a:r>
            <a:r>
              <a:rPr lang="pt-BR" sz="2400" u="sng" dirty="0" err="1"/>
              <a:t>deadlock</a:t>
            </a:r>
            <a:r>
              <a:rPr lang="pt-BR" sz="2400" dirty="0"/>
              <a:t>.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85124"/>
    </mc:Choice>
    <mc:Fallback xmlns="">
      <p:transition spd="slow" advTm="85124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pt-BR" dirty="0"/>
              <a:t>Exemplo</a:t>
            </a:r>
            <a:endParaRPr lang="en-US" dirty="0"/>
          </a:p>
        </p:txBody>
      </p:sp>
      <p:sp>
        <p:nvSpPr>
          <p:cNvPr id="2150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23850" y="1412875"/>
            <a:ext cx="8424863" cy="1800225"/>
          </a:xfrm>
        </p:spPr>
        <p:txBody>
          <a:bodyPr/>
          <a:lstStyle/>
          <a:p>
            <a:pPr>
              <a:defRPr/>
            </a:pPr>
            <a:r>
              <a:rPr lang="pt-BR" sz="2400" dirty="0"/>
              <a:t>Um processo e duas unidades de um recurso.</a:t>
            </a:r>
          </a:p>
          <a:p>
            <a:pPr>
              <a:defRPr/>
            </a:pPr>
            <a:r>
              <a:rPr lang="pt-BR" sz="2400" dirty="0"/>
              <a:t>Pode requerer uma unidade de recurso por unidade de tempo.</a:t>
            </a:r>
          </a:p>
          <a:p>
            <a:pPr>
              <a:defRPr/>
            </a:pPr>
            <a:endParaRPr lang="pt-BR" sz="2400" dirty="0"/>
          </a:p>
          <a:p>
            <a:pPr>
              <a:defRPr/>
            </a:pPr>
            <a:endParaRPr lang="pt-BR" sz="2400" dirty="0"/>
          </a:p>
        </p:txBody>
      </p:sp>
      <p:sp>
        <p:nvSpPr>
          <p:cNvPr id="9220" name="Oval 3"/>
          <p:cNvSpPr>
            <a:spLocks noChangeArrowheads="1"/>
          </p:cNvSpPr>
          <p:nvPr/>
        </p:nvSpPr>
        <p:spPr bwMode="auto">
          <a:xfrm>
            <a:off x="4033838" y="3436938"/>
            <a:ext cx="457200" cy="4572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pt-BR" altLang="pt-BR"/>
          </a:p>
        </p:txBody>
      </p:sp>
      <p:sp>
        <p:nvSpPr>
          <p:cNvPr id="9221" name="Oval 4"/>
          <p:cNvSpPr>
            <a:spLocks noChangeArrowheads="1"/>
          </p:cNvSpPr>
          <p:nvPr/>
        </p:nvSpPr>
        <p:spPr bwMode="auto">
          <a:xfrm>
            <a:off x="6700838" y="3436938"/>
            <a:ext cx="457200" cy="4572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pt-BR" altLang="pt-BR"/>
          </a:p>
        </p:txBody>
      </p:sp>
      <p:sp>
        <p:nvSpPr>
          <p:cNvPr id="9222" name="Oval 5"/>
          <p:cNvSpPr>
            <a:spLocks noChangeArrowheads="1"/>
          </p:cNvSpPr>
          <p:nvPr/>
        </p:nvSpPr>
        <p:spPr bwMode="auto">
          <a:xfrm>
            <a:off x="5405438" y="3436938"/>
            <a:ext cx="457200" cy="4572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pt-BR" altLang="pt-BR"/>
          </a:p>
        </p:txBody>
      </p:sp>
      <p:sp>
        <p:nvSpPr>
          <p:cNvPr id="9223" name="Oval 6"/>
          <p:cNvSpPr>
            <a:spLocks noChangeArrowheads="1"/>
          </p:cNvSpPr>
          <p:nvPr/>
        </p:nvSpPr>
        <p:spPr bwMode="auto">
          <a:xfrm>
            <a:off x="2738438" y="3436938"/>
            <a:ext cx="457200" cy="4572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pt-BR" altLang="pt-BR"/>
          </a:p>
        </p:txBody>
      </p:sp>
      <p:sp>
        <p:nvSpPr>
          <p:cNvPr id="9224" name="Oval 7"/>
          <p:cNvSpPr>
            <a:spLocks noChangeArrowheads="1"/>
          </p:cNvSpPr>
          <p:nvPr/>
        </p:nvSpPr>
        <p:spPr bwMode="auto">
          <a:xfrm>
            <a:off x="1366838" y="3436938"/>
            <a:ext cx="457200" cy="4572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pt-BR" altLang="pt-BR"/>
          </a:p>
        </p:txBody>
      </p:sp>
      <p:sp>
        <p:nvSpPr>
          <p:cNvPr id="9225" name="Line 8"/>
          <p:cNvSpPr>
            <a:spLocks noChangeShapeType="1"/>
          </p:cNvSpPr>
          <p:nvPr/>
        </p:nvSpPr>
        <p:spPr bwMode="auto">
          <a:xfrm>
            <a:off x="1824038" y="3665538"/>
            <a:ext cx="914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9226" name="Line 9"/>
          <p:cNvSpPr>
            <a:spLocks noChangeShapeType="1"/>
          </p:cNvSpPr>
          <p:nvPr/>
        </p:nvSpPr>
        <p:spPr bwMode="auto">
          <a:xfrm>
            <a:off x="3195638" y="3665538"/>
            <a:ext cx="838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9227" name="Line 10"/>
          <p:cNvSpPr>
            <a:spLocks noChangeShapeType="1"/>
          </p:cNvSpPr>
          <p:nvPr/>
        </p:nvSpPr>
        <p:spPr bwMode="auto">
          <a:xfrm>
            <a:off x="4491038" y="3665538"/>
            <a:ext cx="914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9228" name="Line 11"/>
          <p:cNvSpPr>
            <a:spLocks noChangeShapeType="1"/>
          </p:cNvSpPr>
          <p:nvPr/>
        </p:nvSpPr>
        <p:spPr bwMode="auto">
          <a:xfrm>
            <a:off x="5862638" y="3665538"/>
            <a:ext cx="838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9229" name="Freeform 12"/>
          <p:cNvSpPr>
            <a:spLocks/>
          </p:cNvSpPr>
          <p:nvPr/>
        </p:nvSpPr>
        <p:spPr bwMode="auto">
          <a:xfrm>
            <a:off x="1747838" y="3246438"/>
            <a:ext cx="2362200" cy="266700"/>
          </a:xfrm>
          <a:custGeom>
            <a:avLst/>
            <a:gdLst>
              <a:gd name="T0" fmla="*/ 2147483647 w 1488"/>
              <a:gd name="T1" fmla="*/ 423386250 h 168"/>
              <a:gd name="T2" fmla="*/ 2147483647 w 1488"/>
              <a:gd name="T3" fmla="*/ 60483750 h 168"/>
              <a:gd name="T4" fmla="*/ 846772500 w 1488"/>
              <a:gd name="T5" fmla="*/ 60483750 h 168"/>
              <a:gd name="T6" fmla="*/ 0 w 1488"/>
              <a:gd name="T7" fmla="*/ 423386250 h 168"/>
              <a:gd name="T8" fmla="*/ 0 60000 65536"/>
              <a:gd name="T9" fmla="*/ 0 60000 65536"/>
              <a:gd name="T10" fmla="*/ 0 60000 65536"/>
              <a:gd name="T11" fmla="*/ 0 60000 6553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0" t="0" r="r" b="b"/>
            <a:pathLst>
              <a:path w="1488" h="168">
                <a:moveTo>
                  <a:pt x="1488" y="168"/>
                </a:moveTo>
                <a:cubicBezTo>
                  <a:pt x="1416" y="108"/>
                  <a:pt x="1344" y="48"/>
                  <a:pt x="1152" y="24"/>
                </a:cubicBezTo>
                <a:cubicBezTo>
                  <a:pt x="960" y="0"/>
                  <a:pt x="528" y="0"/>
                  <a:pt x="336" y="24"/>
                </a:cubicBezTo>
                <a:cubicBezTo>
                  <a:pt x="144" y="48"/>
                  <a:pt x="72" y="108"/>
                  <a:pt x="0" y="168"/>
                </a:cubicBezTo>
              </a:path>
            </a:pathLst>
          </a:custGeom>
          <a:noFill/>
          <a:ln w="9525">
            <a:solidFill>
              <a:schemeClr val="tx1"/>
            </a:solidFill>
            <a:round/>
            <a:headEnd type="non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9230" name="Freeform 13"/>
          <p:cNvSpPr>
            <a:spLocks/>
          </p:cNvSpPr>
          <p:nvPr/>
        </p:nvSpPr>
        <p:spPr bwMode="auto">
          <a:xfrm>
            <a:off x="4414838" y="3284538"/>
            <a:ext cx="2362200" cy="266700"/>
          </a:xfrm>
          <a:custGeom>
            <a:avLst/>
            <a:gdLst>
              <a:gd name="T0" fmla="*/ 2147483647 w 1488"/>
              <a:gd name="T1" fmla="*/ 423386250 h 168"/>
              <a:gd name="T2" fmla="*/ 2147483647 w 1488"/>
              <a:gd name="T3" fmla="*/ 60483750 h 168"/>
              <a:gd name="T4" fmla="*/ 846772500 w 1488"/>
              <a:gd name="T5" fmla="*/ 60483750 h 168"/>
              <a:gd name="T6" fmla="*/ 0 w 1488"/>
              <a:gd name="T7" fmla="*/ 423386250 h 168"/>
              <a:gd name="T8" fmla="*/ 0 60000 65536"/>
              <a:gd name="T9" fmla="*/ 0 60000 65536"/>
              <a:gd name="T10" fmla="*/ 0 60000 65536"/>
              <a:gd name="T11" fmla="*/ 0 60000 6553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0" t="0" r="r" b="b"/>
            <a:pathLst>
              <a:path w="1488" h="168">
                <a:moveTo>
                  <a:pt x="1488" y="168"/>
                </a:moveTo>
                <a:cubicBezTo>
                  <a:pt x="1416" y="108"/>
                  <a:pt x="1344" y="48"/>
                  <a:pt x="1152" y="24"/>
                </a:cubicBezTo>
                <a:cubicBezTo>
                  <a:pt x="960" y="0"/>
                  <a:pt x="528" y="0"/>
                  <a:pt x="336" y="24"/>
                </a:cubicBezTo>
                <a:cubicBezTo>
                  <a:pt x="144" y="48"/>
                  <a:pt x="72" y="108"/>
                  <a:pt x="0" y="168"/>
                </a:cubicBezTo>
              </a:path>
            </a:pathLst>
          </a:custGeom>
          <a:noFill/>
          <a:ln w="9525">
            <a:solidFill>
              <a:schemeClr val="tx1"/>
            </a:solidFill>
            <a:round/>
            <a:headEnd type="non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9231" name="Text Box 14"/>
          <p:cNvSpPr txBox="1">
            <a:spLocks noChangeArrowheads="1"/>
          </p:cNvSpPr>
          <p:nvPr/>
        </p:nvSpPr>
        <p:spPr bwMode="auto">
          <a:xfrm>
            <a:off x="4872038" y="3284538"/>
            <a:ext cx="2857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r>
              <a:rPr lang="en-US" altLang="pt-BR"/>
              <a:t>r</a:t>
            </a:r>
          </a:p>
        </p:txBody>
      </p:sp>
      <p:sp>
        <p:nvSpPr>
          <p:cNvPr id="9232" name="Text Box 15"/>
          <p:cNvSpPr txBox="1">
            <a:spLocks noChangeArrowheads="1"/>
          </p:cNvSpPr>
          <p:nvPr/>
        </p:nvSpPr>
        <p:spPr bwMode="auto">
          <a:xfrm>
            <a:off x="3348038" y="3284538"/>
            <a:ext cx="319087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r>
              <a:rPr lang="en-US" altLang="pt-BR"/>
              <a:t>a</a:t>
            </a:r>
          </a:p>
        </p:txBody>
      </p:sp>
      <p:sp>
        <p:nvSpPr>
          <p:cNvPr id="9233" name="Text Box 16"/>
          <p:cNvSpPr txBox="1">
            <a:spLocks noChangeArrowheads="1"/>
          </p:cNvSpPr>
          <p:nvPr/>
        </p:nvSpPr>
        <p:spPr bwMode="auto">
          <a:xfrm>
            <a:off x="3119438" y="2903538"/>
            <a:ext cx="3365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r>
              <a:rPr lang="en-US" altLang="pt-BR"/>
              <a:t>d</a:t>
            </a:r>
          </a:p>
        </p:txBody>
      </p:sp>
      <p:sp>
        <p:nvSpPr>
          <p:cNvPr id="9234" name="Text Box 17"/>
          <p:cNvSpPr txBox="1">
            <a:spLocks noChangeArrowheads="1"/>
          </p:cNvSpPr>
          <p:nvPr/>
        </p:nvSpPr>
        <p:spPr bwMode="auto">
          <a:xfrm>
            <a:off x="1366838" y="3436938"/>
            <a:ext cx="455612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r>
              <a:rPr lang="en-US" altLang="pt-BR"/>
              <a:t>S</a:t>
            </a:r>
            <a:r>
              <a:rPr lang="en-US" altLang="pt-BR" baseline="-25000"/>
              <a:t>0</a:t>
            </a:r>
            <a:endParaRPr lang="en-US" altLang="pt-BR"/>
          </a:p>
        </p:txBody>
      </p:sp>
      <p:sp>
        <p:nvSpPr>
          <p:cNvPr id="9235" name="Text Box 18"/>
          <p:cNvSpPr txBox="1">
            <a:spLocks noChangeArrowheads="1"/>
          </p:cNvSpPr>
          <p:nvPr/>
        </p:nvSpPr>
        <p:spPr bwMode="auto">
          <a:xfrm>
            <a:off x="2738438" y="3436938"/>
            <a:ext cx="455612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r>
              <a:rPr lang="en-US" altLang="pt-BR"/>
              <a:t>S</a:t>
            </a:r>
            <a:r>
              <a:rPr lang="en-US" altLang="pt-BR" baseline="-25000"/>
              <a:t>1</a:t>
            </a:r>
            <a:endParaRPr lang="en-US" altLang="pt-BR"/>
          </a:p>
        </p:txBody>
      </p:sp>
      <p:sp>
        <p:nvSpPr>
          <p:cNvPr id="9236" name="Text Box 19"/>
          <p:cNvSpPr txBox="1">
            <a:spLocks noChangeArrowheads="1"/>
          </p:cNvSpPr>
          <p:nvPr/>
        </p:nvSpPr>
        <p:spPr bwMode="auto">
          <a:xfrm>
            <a:off x="4033838" y="3436938"/>
            <a:ext cx="455612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r>
              <a:rPr lang="en-US" altLang="pt-BR"/>
              <a:t>S</a:t>
            </a:r>
            <a:r>
              <a:rPr lang="en-US" altLang="pt-BR" baseline="-25000"/>
              <a:t>2</a:t>
            </a:r>
            <a:endParaRPr lang="en-US" altLang="pt-BR"/>
          </a:p>
        </p:txBody>
      </p:sp>
      <p:sp>
        <p:nvSpPr>
          <p:cNvPr id="9237" name="Text Box 20"/>
          <p:cNvSpPr txBox="1">
            <a:spLocks noChangeArrowheads="1"/>
          </p:cNvSpPr>
          <p:nvPr/>
        </p:nvSpPr>
        <p:spPr bwMode="auto">
          <a:xfrm>
            <a:off x="5405438" y="3436938"/>
            <a:ext cx="455612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r>
              <a:rPr lang="en-US" altLang="pt-BR"/>
              <a:t>S</a:t>
            </a:r>
            <a:r>
              <a:rPr lang="en-US" altLang="pt-BR" baseline="-25000"/>
              <a:t>3</a:t>
            </a:r>
            <a:endParaRPr lang="en-US" altLang="pt-BR"/>
          </a:p>
        </p:txBody>
      </p:sp>
      <p:sp>
        <p:nvSpPr>
          <p:cNvPr id="9238" name="Text Box 21"/>
          <p:cNvSpPr txBox="1">
            <a:spLocks noChangeArrowheads="1"/>
          </p:cNvSpPr>
          <p:nvPr/>
        </p:nvSpPr>
        <p:spPr bwMode="auto">
          <a:xfrm>
            <a:off x="6700838" y="3436938"/>
            <a:ext cx="455612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r>
              <a:rPr lang="en-US" altLang="pt-BR"/>
              <a:t>S</a:t>
            </a:r>
            <a:r>
              <a:rPr lang="en-US" altLang="pt-BR" baseline="-25000"/>
              <a:t>4</a:t>
            </a:r>
            <a:endParaRPr lang="en-US" altLang="pt-BR"/>
          </a:p>
        </p:txBody>
      </p:sp>
      <p:sp>
        <p:nvSpPr>
          <p:cNvPr id="9239" name="Text Box 22"/>
          <p:cNvSpPr txBox="1">
            <a:spLocks noChangeArrowheads="1"/>
          </p:cNvSpPr>
          <p:nvPr/>
        </p:nvSpPr>
        <p:spPr bwMode="auto">
          <a:xfrm>
            <a:off x="2205038" y="3284538"/>
            <a:ext cx="2857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r>
              <a:rPr lang="en-US" altLang="pt-BR"/>
              <a:t>r</a:t>
            </a:r>
          </a:p>
        </p:txBody>
      </p:sp>
      <p:sp>
        <p:nvSpPr>
          <p:cNvPr id="9240" name="Text Box 23"/>
          <p:cNvSpPr txBox="1">
            <a:spLocks noChangeArrowheads="1"/>
          </p:cNvSpPr>
          <p:nvPr/>
        </p:nvSpPr>
        <p:spPr bwMode="auto">
          <a:xfrm>
            <a:off x="6015038" y="3284538"/>
            <a:ext cx="319087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r>
              <a:rPr lang="en-US" altLang="pt-BR"/>
              <a:t>a</a:t>
            </a:r>
          </a:p>
        </p:txBody>
      </p:sp>
      <p:sp>
        <p:nvSpPr>
          <p:cNvPr id="9241" name="Text Box 24"/>
          <p:cNvSpPr txBox="1">
            <a:spLocks noChangeArrowheads="1"/>
          </p:cNvSpPr>
          <p:nvPr/>
        </p:nvSpPr>
        <p:spPr bwMode="auto">
          <a:xfrm>
            <a:off x="5634038" y="2903538"/>
            <a:ext cx="3365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r>
              <a:rPr lang="en-US" altLang="pt-BR"/>
              <a:t>d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36791"/>
    </mc:Choice>
    <mc:Fallback xmlns="">
      <p:transition spd="slow" advTm="336791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pt-BR" dirty="0"/>
              <a:t>Estados seguros e inseguros</a:t>
            </a:r>
            <a:endParaRPr lang="en-US" dirty="0"/>
          </a:p>
        </p:txBody>
      </p:sp>
      <p:sp>
        <p:nvSpPr>
          <p:cNvPr id="2150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23850" y="1844675"/>
            <a:ext cx="8424863" cy="3671888"/>
          </a:xfrm>
        </p:spPr>
        <p:txBody>
          <a:bodyPr/>
          <a:lstStyle/>
          <a:p>
            <a:pPr>
              <a:defRPr/>
            </a:pPr>
            <a:r>
              <a:rPr lang="pt-BR" sz="2400" dirty="0"/>
              <a:t>Estado seguro: é aquele no qual o sistema pode garantir que qualquer sequência de transições subsequentes conduz a um estado seguro.</a:t>
            </a:r>
          </a:p>
          <a:p>
            <a:pPr>
              <a:defRPr/>
            </a:pPr>
            <a:r>
              <a:rPr lang="pt-BR" sz="2400" dirty="0"/>
              <a:t>Estado inseguro: é aquele no qual o sistema não pode garantir que o sistema pode voltar a um estado seguro.</a:t>
            </a:r>
          </a:p>
          <a:p>
            <a:pPr>
              <a:defRPr/>
            </a:pPr>
            <a:r>
              <a:rPr lang="pt-BR" sz="2400" dirty="0"/>
              <a:t>O estado inseguro pode levar ao </a:t>
            </a:r>
            <a:r>
              <a:rPr lang="pt-BR" sz="2400" dirty="0" err="1"/>
              <a:t>deadlock</a:t>
            </a:r>
            <a:r>
              <a:rPr lang="pt-BR" sz="2400" dirty="0"/>
              <a:t> se todos os processos requisitarem os recursos ao mesmo tempo.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55161"/>
    </mc:Choice>
    <mc:Fallback xmlns="">
      <p:transition spd="slow" advTm="55161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pt-BR" dirty="0"/>
              <a:t>Estados seguros</a:t>
            </a:r>
            <a:endParaRPr lang="en-US" dirty="0"/>
          </a:p>
        </p:txBody>
      </p:sp>
      <p:sp>
        <p:nvSpPr>
          <p:cNvPr id="2150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23850" y="1844675"/>
            <a:ext cx="8424863" cy="3671888"/>
          </a:xfrm>
        </p:spPr>
        <p:txBody>
          <a:bodyPr/>
          <a:lstStyle/>
          <a:p>
            <a:pPr>
              <a:buClr>
                <a:schemeClr val="hlink"/>
              </a:buClr>
              <a:buFont typeface="Wingdings" pitchFamily="2" charset="2"/>
              <a:buChar char="§"/>
              <a:defRPr/>
            </a:pPr>
            <a:r>
              <a:rPr lang="pt-BR" sz="2400" dirty="0"/>
              <a:t>Quando um processo solicita um recurso disponível, o sistema deve decidir se com a alocação imediata deste recurso, o sistema permanece em um estado seguro</a:t>
            </a:r>
          </a:p>
          <a:p>
            <a:pPr>
              <a:buClr>
                <a:schemeClr val="hlink"/>
              </a:buClr>
              <a:buFont typeface="Wingdings" pitchFamily="2" charset="2"/>
              <a:buChar char="§"/>
              <a:defRPr/>
            </a:pPr>
            <a:r>
              <a:rPr lang="pt-BR" sz="2400" dirty="0"/>
              <a:t>O sistema está em um estado seguro se:</a:t>
            </a:r>
          </a:p>
          <a:p>
            <a:pPr marL="914400" lvl="1" indent="-457200">
              <a:buClr>
                <a:schemeClr val="hlink"/>
              </a:buClr>
              <a:buFont typeface="+mj-lt"/>
              <a:buAutoNum type="arabicPeriod"/>
              <a:defRPr/>
            </a:pPr>
            <a:r>
              <a:rPr lang="pt-BR" sz="2400" dirty="0"/>
              <a:t>Se todos os recursos que um processo qualquer (</a:t>
            </a:r>
            <a:r>
              <a:rPr lang="pt-BR" sz="2400" dirty="0" err="1"/>
              <a:t>P</a:t>
            </a:r>
            <a:r>
              <a:rPr lang="pt-BR" sz="2400" baseline="-25000" dirty="0" err="1"/>
              <a:t>i</a:t>
            </a:r>
            <a:r>
              <a:rPr lang="pt-BR" sz="2400" dirty="0"/>
              <a:t>) precisa já estão disponíveis; ou</a:t>
            </a:r>
          </a:p>
          <a:p>
            <a:pPr marL="914400" lvl="1" indent="-457200">
              <a:buClr>
                <a:schemeClr val="hlink"/>
              </a:buClr>
              <a:buFont typeface="+mj-lt"/>
              <a:buAutoNum type="arabicPeriod"/>
              <a:defRPr/>
            </a:pPr>
            <a:r>
              <a:rPr lang="pt-BR" sz="2400" dirty="0"/>
              <a:t>Se todos os recursos que um processo qualquer (</a:t>
            </a:r>
            <a:r>
              <a:rPr lang="pt-BR" sz="2400" dirty="0" err="1"/>
              <a:t>P</a:t>
            </a:r>
            <a:r>
              <a:rPr lang="pt-BR" sz="2400" baseline="-25000" dirty="0" err="1"/>
              <a:t>i</a:t>
            </a:r>
            <a:r>
              <a:rPr lang="pt-BR" sz="2400" dirty="0"/>
              <a:t>) precisa serão liberados por processos </a:t>
            </a:r>
            <a:r>
              <a:rPr lang="pt-BR" sz="2400" dirty="0" err="1"/>
              <a:t>P</a:t>
            </a:r>
            <a:r>
              <a:rPr lang="pt-BR" sz="2400" baseline="-25000" dirty="0" err="1"/>
              <a:t>h</a:t>
            </a:r>
            <a:r>
              <a:rPr lang="pt-BR" sz="2400" dirty="0"/>
              <a:t> anteriores ao processo </a:t>
            </a:r>
            <a:r>
              <a:rPr lang="pt-BR" sz="2400" dirty="0" err="1"/>
              <a:t>P</a:t>
            </a:r>
            <a:r>
              <a:rPr lang="pt-BR" sz="2400" baseline="-25000" dirty="0" err="1"/>
              <a:t>i</a:t>
            </a:r>
            <a:r>
              <a:rPr lang="pt-BR" sz="2400" dirty="0"/>
              <a:t>.</a:t>
            </a:r>
            <a:endParaRPr lang="pt-BR" sz="2400" i="1" dirty="0">
              <a:effectLst/>
              <a:latin typeface="+mj-lt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16685"/>
    </mc:Choice>
    <mc:Fallback xmlns="">
      <p:transition spd="slow" advTm="116685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pt-BR" dirty="0"/>
              <a:t>Estados seguro</a:t>
            </a:r>
            <a:endParaRPr lang="en-US" dirty="0"/>
          </a:p>
        </p:txBody>
      </p:sp>
      <p:sp>
        <p:nvSpPr>
          <p:cNvPr id="2150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23850" y="1844675"/>
            <a:ext cx="8424863" cy="3671888"/>
          </a:xfrm>
        </p:spPr>
        <p:txBody>
          <a:bodyPr/>
          <a:lstStyle/>
          <a:p>
            <a:pPr>
              <a:buClr>
                <a:schemeClr val="hlink"/>
              </a:buClr>
              <a:buFont typeface="Wingdings" pitchFamily="2" charset="2"/>
              <a:buChar char="§"/>
              <a:defRPr/>
            </a:pPr>
            <a:r>
              <a:rPr lang="pt-BR" sz="2400" dirty="0">
                <a:effectLst/>
                <a:latin typeface="+mj-lt"/>
              </a:rPr>
              <a:t>Isto é:</a:t>
            </a:r>
          </a:p>
          <a:p>
            <a:pPr lvl="1">
              <a:buClr>
                <a:schemeClr val="accent2"/>
              </a:buClr>
              <a:buFont typeface="Wingdings" pitchFamily="2" charset="2"/>
              <a:buChar char="§"/>
              <a:defRPr/>
            </a:pPr>
            <a:r>
              <a:rPr lang="pt-BR" sz="2400" dirty="0">
                <a:effectLst/>
                <a:latin typeface="+mj-lt"/>
              </a:rPr>
              <a:t>Se </a:t>
            </a:r>
            <a:r>
              <a:rPr lang="pt-BR" sz="2400" dirty="0" err="1">
                <a:effectLst/>
                <a:latin typeface="+mj-lt"/>
              </a:rPr>
              <a:t>P</a:t>
            </a:r>
            <a:r>
              <a:rPr lang="pt-BR" sz="2400" baseline="-25000" dirty="0" err="1">
                <a:effectLst/>
                <a:latin typeface="+mj-lt"/>
              </a:rPr>
              <a:t>i</a:t>
            </a:r>
            <a:r>
              <a:rPr lang="pt-BR" sz="2400" dirty="0">
                <a:effectLst/>
                <a:latin typeface="+mj-lt"/>
              </a:rPr>
              <a:t> necessita de recursos que não estão disponíveis imediatamente, então </a:t>
            </a:r>
            <a:r>
              <a:rPr lang="pt-BR" sz="2400" dirty="0" err="1">
                <a:effectLst/>
                <a:latin typeface="+mj-lt"/>
              </a:rPr>
              <a:t>P</a:t>
            </a:r>
            <a:r>
              <a:rPr lang="pt-BR" sz="2400" baseline="-25000" dirty="0" err="1">
                <a:effectLst/>
                <a:latin typeface="+mj-lt"/>
              </a:rPr>
              <a:t>i</a:t>
            </a:r>
            <a:r>
              <a:rPr lang="pt-BR" sz="2400" dirty="0">
                <a:effectLst/>
                <a:latin typeface="+mj-lt"/>
              </a:rPr>
              <a:t> pode esperar até que todos os processos </a:t>
            </a:r>
            <a:r>
              <a:rPr lang="pt-BR" sz="2400" dirty="0" err="1">
                <a:effectLst/>
                <a:latin typeface="+mj-lt"/>
              </a:rPr>
              <a:t>P</a:t>
            </a:r>
            <a:r>
              <a:rPr lang="pt-BR" sz="2400" baseline="-25000" dirty="0" err="1">
                <a:effectLst/>
                <a:latin typeface="+mj-lt"/>
              </a:rPr>
              <a:t>h</a:t>
            </a:r>
            <a:r>
              <a:rPr lang="pt-BR" sz="2400" dirty="0">
                <a:effectLst/>
                <a:latin typeface="+mj-lt"/>
              </a:rPr>
              <a:t> tenham terminado</a:t>
            </a:r>
          </a:p>
          <a:p>
            <a:pPr lvl="1">
              <a:buClr>
                <a:schemeClr val="accent2"/>
              </a:buClr>
              <a:buFont typeface="Wingdings" pitchFamily="2" charset="2"/>
              <a:buChar char="§"/>
              <a:defRPr/>
            </a:pPr>
            <a:r>
              <a:rPr lang="pt-BR" sz="2400" dirty="0">
                <a:effectLst/>
                <a:latin typeface="+mj-lt"/>
              </a:rPr>
              <a:t>Quando </a:t>
            </a:r>
            <a:r>
              <a:rPr lang="pt-BR" sz="2400" dirty="0" err="1">
                <a:effectLst/>
                <a:latin typeface="+mj-lt"/>
              </a:rPr>
              <a:t>P</a:t>
            </a:r>
            <a:r>
              <a:rPr lang="pt-BR" sz="2400" baseline="-25000" dirty="0" err="1">
                <a:effectLst/>
                <a:latin typeface="+mj-lt"/>
              </a:rPr>
              <a:t>h</a:t>
            </a:r>
            <a:r>
              <a:rPr lang="pt-BR" sz="2400" dirty="0">
                <a:effectLst/>
                <a:latin typeface="+mj-lt"/>
              </a:rPr>
              <a:t> termina, </a:t>
            </a:r>
            <a:r>
              <a:rPr lang="pt-BR" sz="2400" dirty="0" err="1">
                <a:effectLst/>
                <a:latin typeface="+mj-lt"/>
              </a:rPr>
              <a:t>P</a:t>
            </a:r>
            <a:r>
              <a:rPr lang="pt-BR" sz="2400" baseline="-25000" dirty="0" err="1">
                <a:effectLst/>
                <a:latin typeface="+mj-lt"/>
              </a:rPr>
              <a:t>i</a:t>
            </a:r>
            <a:r>
              <a:rPr lang="pt-BR" sz="2400" dirty="0">
                <a:effectLst/>
                <a:latin typeface="+mj-lt"/>
              </a:rPr>
              <a:t> pode obter os recursos necessários, executar, retornar os recursos alocados e terminar. </a:t>
            </a:r>
          </a:p>
          <a:p>
            <a:pPr lvl="1">
              <a:buClr>
                <a:schemeClr val="accent2"/>
              </a:buClr>
              <a:buFont typeface="Wingdings" pitchFamily="2" charset="2"/>
              <a:buChar char="§"/>
              <a:defRPr/>
            </a:pPr>
            <a:r>
              <a:rPr lang="pt-BR" sz="2400" dirty="0">
                <a:effectLst/>
                <a:latin typeface="+mj-lt"/>
              </a:rPr>
              <a:t>Quando </a:t>
            </a:r>
            <a:r>
              <a:rPr lang="pt-BR" sz="2400" dirty="0" err="1">
                <a:effectLst/>
                <a:latin typeface="+mj-lt"/>
              </a:rPr>
              <a:t>P</a:t>
            </a:r>
            <a:r>
              <a:rPr lang="pt-BR" sz="2400" baseline="-25000" dirty="0" err="1">
                <a:effectLst/>
                <a:latin typeface="+mj-lt"/>
              </a:rPr>
              <a:t>i</a:t>
            </a:r>
            <a:r>
              <a:rPr lang="pt-BR" sz="2400" dirty="0">
                <a:effectLst/>
                <a:latin typeface="+mj-lt"/>
              </a:rPr>
              <a:t> termina, </a:t>
            </a:r>
            <a:r>
              <a:rPr lang="pt-BR" sz="2400" dirty="0" err="1">
                <a:effectLst/>
                <a:latin typeface="+mj-lt"/>
              </a:rPr>
              <a:t>P</a:t>
            </a:r>
            <a:r>
              <a:rPr lang="pt-BR" sz="2400" baseline="-25000" dirty="0" err="1">
                <a:effectLst/>
                <a:latin typeface="+mj-lt"/>
              </a:rPr>
              <a:t>i</a:t>
            </a:r>
            <a:r>
              <a:rPr lang="pt-BR" sz="2400" baseline="-25000" dirty="0">
                <a:effectLst/>
                <a:latin typeface="+mj-lt"/>
              </a:rPr>
              <a:t> +1</a:t>
            </a:r>
            <a:r>
              <a:rPr lang="pt-BR" sz="2400" dirty="0">
                <a:effectLst/>
                <a:latin typeface="+mj-lt"/>
              </a:rPr>
              <a:t> pode obter seus recursos necessários, e assim por diante.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86555"/>
    </mc:Choice>
    <mc:Fallback xmlns="">
      <p:transition spd="slow" advTm="86555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pt-BR" dirty="0"/>
              <a:t>Caracterização de </a:t>
            </a:r>
            <a:r>
              <a:rPr lang="en-US" dirty="0"/>
              <a:t>deadlocks</a:t>
            </a:r>
          </a:p>
        </p:txBody>
      </p:sp>
      <p:sp>
        <p:nvSpPr>
          <p:cNvPr id="2150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23850" y="1700213"/>
            <a:ext cx="8424863" cy="4752975"/>
          </a:xfrm>
        </p:spPr>
        <p:txBody>
          <a:bodyPr/>
          <a:lstStyle/>
          <a:p>
            <a:pPr marL="609600" indent="-609600" eaLnBrk="1" hangingPunct="1">
              <a:lnSpc>
                <a:spcPct val="90000"/>
              </a:lnSpc>
              <a:defRPr/>
            </a:pPr>
            <a:r>
              <a:rPr lang="pt-BR" sz="2800"/>
              <a:t>Um conjunto de N tarefas está em </a:t>
            </a:r>
            <a:r>
              <a:rPr lang="en-US" sz="2800"/>
              <a:t>deadlock</a:t>
            </a:r>
            <a:r>
              <a:rPr lang="pt-BR" sz="2800"/>
              <a:t> (impasse) se cada uma das tarefas aguarda um evento que somente outra tarefa do conjunto poderá produzir.</a:t>
            </a:r>
          </a:p>
          <a:p>
            <a:pPr marL="609600" indent="-609600" eaLnBrk="1" hangingPunct="1">
              <a:lnSpc>
                <a:spcPct val="90000"/>
              </a:lnSpc>
              <a:defRPr/>
            </a:pPr>
            <a:r>
              <a:rPr lang="pt-BR" sz="2800"/>
              <a:t>Quatro condições são necessárias para existir um </a:t>
            </a:r>
            <a:r>
              <a:rPr lang="en-US" sz="2800"/>
              <a:t>deadlock</a:t>
            </a:r>
            <a:r>
              <a:rPr lang="pt-BR" sz="2800"/>
              <a:t>:</a:t>
            </a:r>
          </a:p>
          <a:p>
            <a:pPr marL="1066800" lvl="1" indent="-609600" eaLnBrk="1" hangingPunct="1">
              <a:lnSpc>
                <a:spcPct val="90000"/>
              </a:lnSpc>
              <a:buFontTx/>
              <a:buAutoNum type="arabicPeriod"/>
              <a:defRPr/>
            </a:pPr>
            <a:r>
              <a:rPr lang="pt-BR" sz="2800"/>
              <a:t>Exclusão mútua</a:t>
            </a:r>
          </a:p>
          <a:p>
            <a:pPr marL="1066800" lvl="1" indent="-609600" eaLnBrk="1" hangingPunct="1">
              <a:lnSpc>
                <a:spcPct val="90000"/>
              </a:lnSpc>
              <a:buFontTx/>
              <a:buAutoNum type="arabicPeriod"/>
              <a:defRPr/>
            </a:pPr>
            <a:r>
              <a:rPr lang="pt-BR" sz="2800"/>
              <a:t>Posse e espera</a:t>
            </a:r>
          </a:p>
          <a:p>
            <a:pPr marL="1066800" lvl="1" indent="-609600" eaLnBrk="1" hangingPunct="1">
              <a:lnSpc>
                <a:spcPct val="90000"/>
              </a:lnSpc>
              <a:buFontTx/>
              <a:buAutoNum type="arabicPeriod"/>
              <a:defRPr/>
            </a:pPr>
            <a:r>
              <a:rPr lang="pt-BR" sz="2800"/>
              <a:t>Não-preempção</a:t>
            </a:r>
          </a:p>
          <a:p>
            <a:pPr marL="1066800" lvl="1" indent="-609600" eaLnBrk="1" hangingPunct="1">
              <a:lnSpc>
                <a:spcPct val="90000"/>
              </a:lnSpc>
              <a:buFontTx/>
              <a:buAutoNum type="arabicPeriod"/>
              <a:defRPr/>
            </a:pPr>
            <a:r>
              <a:rPr lang="pt-BR" sz="2800"/>
              <a:t>Espera circular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86740"/>
    </mc:Choice>
    <mc:Fallback xmlns="">
      <p:transition spd="slow" advTm="8674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4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from="(-#ppt_w/2)" to="(#ppt_x)" calcmode="lin" valueType="num">
                                      <p:cBhvr>
                                        <p:cTn id="7" dur="6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from="0" to="-1.0" calcmode="lin" valueType="num">
                                      <p:cBhvr>
                                        <p:cTn id="8" dur="200" decel="5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2150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xshear</p:attrName>
                                        </p:attrNameLst>
                                      </p:cBhvr>
                                    </p:anim>
                                    <p:animScale>
                                      <p:cBhvr>
                                        <p:cTn id="9" dur="200" decel="10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2150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from x="100000" y="100000"/>
                                      <p:to x="80000" y="100000"/>
                                    </p:animScale>
                                    <p:anim by="(#ppt_h/3+#ppt_w*0.1)" calcmode="lin" valueType="num">
                                      <p:cBhvr additive="sum">
                                        <p:cTn id="10" dur="200" decel="10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2150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2" presetID="34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from="(-#ppt_w/2)" to="(#ppt_x)" calcmode="lin" valueType="num">
                                      <p:cBhvr>
                                        <p:cTn id="14" dur="6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from="0" to="-1.0" calcmode="lin" valueType="num">
                                      <p:cBhvr>
                                        <p:cTn id="15" dur="200" decel="5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2150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xshear</p:attrName>
                                        </p:attrNameLst>
                                      </p:cBhvr>
                                    </p:anim>
                                    <p:animScale>
                                      <p:cBhvr>
                                        <p:cTn id="16" dur="200" decel="10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2150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  <p:from x="100000" y="100000"/>
                                      <p:to x="80000" y="100000"/>
                                    </p:animScale>
                                    <p:anim by="(#ppt_h/3+#ppt_w*0.1)" calcmode="lin" valueType="num">
                                      <p:cBhvr additive="sum">
                                        <p:cTn id="17" dur="200" decel="10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2150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19" presetID="34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from="(-#ppt_w/2)" to="(#ppt_x)" calcmode="lin" valueType="num">
                                      <p:cBhvr>
                                        <p:cTn id="21" dur="6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from="0" to="-1.0" calcmode="lin" valueType="num">
                                      <p:cBhvr>
                                        <p:cTn id="22" dur="200" decel="5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2150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xshear</p:attrName>
                                        </p:attrNameLst>
                                      </p:cBhvr>
                                    </p:anim>
                                    <p:animScale>
                                      <p:cBhvr>
                                        <p:cTn id="23" dur="200" decel="10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2150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  <p:from x="100000" y="100000"/>
                                      <p:to x="80000" y="100000"/>
                                    </p:animScale>
                                    <p:anim by="(#ppt_h/3+#ppt_w*0.1)" calcmode="lin" valueType="num">
                                      <p:cBhvr additive="sum">
                                        <p:cTn id="24" dur="200" decel="10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2150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 nodeType="afterGroup">
                            <p:stCondLst>
                              <p:cond delay="3000"/>
                            </p:stCondLst>
                            <p:childTnLst>
                              <p:par>
                                <p:cTn id="26" presetID="34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from="(-#ppt_w/2)" to="(#ppt_x)" calcmode="lin" valueType="num">
                                      <p:cBhvr>
                                        <p:cTn id="28" dur="6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from="0" to="-1.0" calcmode="lin" valueType="num">
                                      <p:cBhvr>
                                        <p:cTn id="29" dur="200" decel="5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2150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xshear</p:attrName>
                                        </p:attrNameLst>
                                      </p:cBhvr>
                                    </p:anim>
                                    <p:animScale>
                                      <p:cBhvr>
                                        <p:cTn id="30" dur="200" decel="10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2150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  <p:from x="100000" y="100000"/>
                                      <p:to x="80000" y="100000"/>
                                    </p:animScale>
                                    <p:anim by="(#ppt_h/3+#ppt_w*0.1)" calcmode="lin" valueType="num">
                                      <p:cBhvr additive="sum">
                                        <p:cTn id="31" dur="200" decel="10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2150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507" grpId="0" build="p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pt-BR"/>
              <a:t>Caracterização de </a:t>
            </a:r>
            <a:r>
              <a:rPr lang="en-US"/>
              <a:t>deadlocks</a:t>
            </a:r>
          </a:p>
        </p:txBody>
      </p:sp>
      <p:sp>
        <p:nvSpPr>
          <p:cNvPr id="2253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23850" y="1700213"/>
            <a:ext cx="8424863" cy="4752975"/>
          </a:xfrm>
        </p:spPr>
        <p:txBody>
          <a:bodyPr/>
          <a:lstStyle/>
          <a:p>
            <a:pPr marL="609600" indent="-609600" eaLnBrk="1" hangingPunct="1">
              <a:buFontTx/>
              <a:buAutoNum type="arabicPeriod"/>
              <a:defRPr/>
            </a:pPr>
            <a:r>
              <a:rPr lang="pt-BR" sz="2800"/>
              <a:t>Exclusão mútua: o acesso aos recursos deve ser feita de forma mutuamente exclusiva.</a:t>
            </a:r>
          </a:p>
          <a:p>
            <a:pPr marL="609600" indent="-609600" eaLnBrk="1" hangingPunct="1">
              <a:buFontTx/>
              <a:buAutoNum type="arabicPeriod"/>
              <a:defRPr/>
            </a:pPr>
            <a:r>
              <a:rPr lang="pt-BR" sz="2800"/>
              <a:t>Posse e espera: uma tarefa pode solicitar outros recursos sem ter que liberar os recursos já obtidos.</a:t>
            </a:r>
          </a:p>
          <a:p>
            <a:pPr marL="609600" indent="-609600" eaLnBrk="1" hangingPunct="1">
              <a:buFontTx/>
              <a:buAutoNum type="arabicPeriod"/>
              <a:defRPr/>
            </a:pPr>
            <a:r>
              <a:rPr lang="pt-BR" sz="2800"/>
              <a:t>Não-preempção: uma tarefa somente libera os recursos que detém se desejar.</a:t>
            </a:r>
          </a:p>
          <a:p>
            <a:pPr marL="609600" indent="-609600" eaLnBrk="1" hangingPunct="1">
              <a:buFontTx/>
              <a:buAutoNum type="arabicPeriod"/>
              <a:defRPr/>
            </a:pPr>
            <a:r>
              <a:rPr lang="pt-BR" sz="2800"/>
              <a:t>Espera circular: existe um ciclo de tarefas, uma aguardando pelo recurso que outra detém.</a:t>
            </a:r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92039"/>
    </mc:Choice>
    <mc:Fallback xmlns="">
      <p:transition spd="slow" advTm="192039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from="(-#ppt_w/2)" to="(#ppt_x)" calcmode="lin" valueType="num">
                                      <p:cBhvr>
                                        <p:cTn id="7" dur="6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from="0" to="-1.0" calcmode="lin" valueType="num">
                                      <p:cBhvr>
                                        <p:cTn id="8" dur="200" decel="5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225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xshear</p:attrName>
                                        </p:attrNameLst>
                                      </p:cBhvr>
                                    </p:anim>
                                    <p:animScale>
                                      <p:cBhvr>
                                        <p:cTn id="9" dur="200" decel="10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225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from x="100000" y="100000"/>
                                      <p:to x="80000" y="100000"/>
                                    </p:animScale>
                                    <p:anim by="(#ppt_h/3+#ppt_w*0.1)" calcmode="lin" valueType="num">
                                      <p:cBhvr additive="sum">
                                        <p:cTn id="10" dur="200" decel="10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225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3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from="(-#ppt_w/2)" to="(#ppt_x)" calcmode="lin" valueType="num">
                                      <p:cBhvr>
                                        <p:cTn id="15" dur="6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from="0" to="-1.0" calcmode="lin" valueType="num">
                                      <p:cBhvr>
                                        <p:cTn id="16" dur="200" decel="5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2253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xshear</p:attrName>
                                        </p:attrNameLst>
                                      </p:cBhvr>
                                    </p:anim>
                                    <p:animScale>
                                      <p:cBhvr>
                                        <p:cTn id="17" dur="200" decel="10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2253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from x="100000" y="100000"/>
                                      <p:to x="80000" y="100000"/>
                                    </p:animScale>
                                    <p:anim by="(#ppt_h/3+#ppt_w*0.1)" calcmode="lin" valueType="num">
                                      <p:cBhvr additive="sum">
                                        <p:cTn id="18" dur="200" decel="10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2253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3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from="(-#ppt_w/2)" to="(#ppt_x)" calcmode="lin" valueType="num">
                                      <p:cBhvr>
                                        <p:cTn id="23" dur="6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from="0" to="-1.0" calcmode="lin" valueType="num">
                                      <p:cBhvr>
                                        <p:cTn id="24" dur="200" decel="5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2253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xshear</p:attrName>
                                        </p:attrNameLst>
                                      </p:cBhvr>
                                    </p:anim>
                                    <p:animScale>
                                      <p:cBhvr>
                                        <p:cTn id="25" dur="200" decel="10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2253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from x="100000" y="100000"/>
                                      <p:to x="80000" y="100000"/>
                                    </p:animScale>
                                    <p:anim by="(#ppt_h/3+#ppt_w*0.1)" calcmode="lin" valueType="num">
                                      <p:cBhvr additive="sum">
                                        <p:cTn id="26" dur="200" decel="10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2253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3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from="(-#ppt_w/2)" to="(#ppt_x)" calcmode="lin" valueType="num">
                                      <p:cBhvr>
                                        <p:cTn id="31" dur="6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from="0" to="-1.0" calcmode="lin" valueType="num">
                                      <p:cBhvr>
                                        <p:cTn id="32" dur="200" decel="5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2253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xshear</p:attrName>
                                        </p:attrNameLst>
                                      </p:cBhvr>
                                    </p:anim>
                                    <p:animScale>
                                      <p:cBhvr>
                                        <p:cTn id="33" dur="200" decel="10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2253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  <p:from x="100000" y="100000"/>
                                      <p:to x="80000" y="100000"/>
                                    </p:animScale>
                                    <p:anim by="(#ppt_h/3+#ppt_w*0.1)" calcmode="lin" valueType="num">
                                      <p:cBhvr additive="sum">
                                        <p:cTn id="34" dur="200" decel="10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2253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531" grpId="0" build="p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pt-BR"/>
              <a:t>Situação de </a:t>
            </a:r>
            <a:r>
              <a:rPr lang="en-US"/>
              <a:t>deadlock</a:t>
            </a:r>
            <a:r>
              <a:rPr lang="pt-BR"/>
              <a:t> 2</a:t>
            </a:r>
          </a:p>
        </p:txBody>
      </p:sp>
      <p:sp>
        <p:nvSpPr>
          <p:cNvPr id="15363" name="Oval 3"/>
          <p:cNvSpPr>
            <a:spLocks noChangeArrowheads="1"/>
          </p:cNvSpPr>
          <p:nvPr/>
        </p:nvSpPr>
        <p:spPr bwMode="auto">
          <a:xfrm>
            <a:off x="1371600" y="2209800"/>
            <a:ext cx="1600200" cy="609600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  <a:effectLst>
            <a:outerShdw dist="107763" dir="2700000" algn="ctr" rotWithShape="0">
              <a:schemeClr val="bg2"/>
            </a:outerShdw>
          </a:effec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/>
            <a:r>
              <a:rPr lang="pt-BR" altLang="pt-BR" sz="2400"/>
              <a:t>Processo</a:t>
            </a:r>
            <a:r>
              <a:rPr lang="en-US" altLang="pt-BR" sz="2400"/>
              <a:t> 1</a:t>
            </a:r>
          </a:p>
        </p:txBody>
      </p:sp>
      <p:sp>
        <p:nvSpPr>
          <p:cNvPr id="15364" name="Oval 4"/>
          <p:cNvSpPr>
            <a:spLocks noChangeArrowheads="1"/>
          </p:cNvSpPr>
          <p:nvPr/>
        </p:nvSpPr>
        <p:spPr bwMode="auto">
          <a:xfrm>
            <a:off x="3733800" y="2209800"/>
            <a:ext cx="1600200" cy="609600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  <a:effectLst>
            <a:outerShdw dist="107763" dir="2700000" algn="ctr" rotWithShape="0">
              <a:schemeClr val="bg2"/>
            </a:outerShdw>
          </a:effec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/>
            <a:r>
              <a:rPr lang="pt-BR" altLang="pt-BR" sz="2400"/>
              <a:t>Processo</a:t>
            </a:r>
            <a:r>
              <a:rPr lang="en-US" altLang="pt-BR" sz="2400"/>
              <a:t> 2</a:t>
            </a:r>
          </a:p>
        </p:txBody>
      </p:sp>
      <p:sp>
        <p:nvSpPr>
          <p:cNvPr id="15365" name="Oval 5"/>
          <p:cNvSpPr>
            <a:spLocks noChangeArrowheads="1"/>
          </p:cNvSpPr>
          <p:nvPr/>
        </p:nvSpPr>
        <p:spPr bwMode="auto">
          <a:xfrm>
            <a:off x="6172200" y="2209800"/>
            <a:ext cx="1600200" cy="609600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  <a:effectLst>
            <a:outerShdw dist="107763" dir="2700000" algn="ctr" rotWithShape="0">
              <a:schemeClr val="bg2"/>
            </a:outerShdw>
          </a:effec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/>
            <a:r>
              <a:rPr lang="pt-BR" altLang="pt-BR" sz="2400"/>
              <a:t>Processo</a:t>
            </a:r>
            <a:r>
              <a:rPr lang="en-US" altLang="pt-BR" sz="2400"/>
              <a:t> 3</a:t>
            </a:r>
          </a:p>
        </p:txBody>
      </p:sp>
      <p:sp>
        <p:nvSpPr>
          <p:cNvPr id="15366" name="Rectangle 6"/>
          <p:cNvSpPr>
            <a:spLocks noChangeArrowheads="1"/>
          </p:cNvSpPr>
          <p:nvPr/>
        </p:nvSpPr>
        <p:spPr bwMode="auto">
          <a:xfrm>
            <a:off x="1371600" y="4038600"/>
            <a:ext cx="1600200" cy="6096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>
            <a:outerShdw dist="107763" dir="2700000" algn="ctr" rotWithShape="0">
              <a:schemeClr val="bg2"/>
            </a:outerShdw>
          </a:effec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/>
            <a:r>
              <a:rPr lang="pt-BR" altLang="pt-BR" sz="2400"/>
              <a:t>Recurso</a:t>
            </a:r>
            <a:r>
              <a:rPr lang="en-US" altLang="pt-BR" sz="2400"/>
              <a:t> 1</a:t>
            </a:r>
          </a:p>
        </p:txBody>
      </p:sp>
      <p:sp>
        <p:nvSpPr>
          <p:cNvPr id="15367" name="Rectangle 7"/>
          <p:cNvSpPr>
            <a:spLocks noChangeArrowheads="1"/>
          </p:cNvSpPr>
          <p:nvPr/>
        </p:nvSpPr>
        <p:spPr bwMode="auto">
          <a:xfrm>
            <a:off x="3733800" y="4038600"/>
            <a:ext cx="1600200" cy="6096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>
            <a:outerShdw dist="107763" dir="2700000" algn="ctr" rotWithShape="0">
              <a:schemeClr val="bg2"/>
            </a:outerShdw>
          </a:effec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/>
            <a:r>
              <a:rPr lang="pt-BR" altLang="pt-BR" sz="2400"/>
              <a:t>Recurso</a:t>
            </a:r>
            <a:r>
              <a:rPr lang="en-US" altLang="pt-BR" sz="2400"/>
              <a:t> 2</a:t>
            </a:r>
          </a:p>
        </p:txBody>
      </p:sp>
      <p:sp>
        <p:nvSpPr>
          <p:cNvPr id="15368" name="Rectangle 8"/>
          <p:cNvSpPr>
            <a:spLocks noChangeArrowheads="1"/>
          </p:cNvSpPr>
          <p:nvPr/>
        </p:nvSpPr>
        <p:spPr bwMode="auto">
          <a:xfrm>
            <a:off x="6172200" y="4038600"/>
            <a:ext cx="1600200" cy="6096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>
            <a:outerShdw dist="107763" dir="2700000" algn="ctr" rotWithShape="0">
              <a:schemeClr val="bg2"/>
            </a:outerShdw>
          </a:effec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/>
            <a:r>
              <a:rPr lang="pt-BR" altLang="pt-BR" sz="2400"/>
              <a:t>Recurso</a:t>
            </a:r>
            <a:r>
              <a:rPr lang="en-US" altLang="pt-BR" sz="2400"/>
              <a:t> 3</a:t>
            </a:r>
          </a:p>
        </p:txBody>
      </p:sp>
      <p:sp>
        <p:nvSpPr>
          <p:cNvPr id="23561" name="Line 9"/>
          <p:cNvSpPr>
            <a:spLocks noChangeShapeType="1"/>
          </p:cNvSpPr>
          <p:nvPr/>
        </p:nvSpPr>
        <p:spPr bwMode="auto">
          <a:xfrm flipV="1">
            <a:off x="2209800" y="2819400"/>
            <a:ext cx="0" cy="12192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3562" name="Line 10"/>
          <p:cNvSpPr>
            <a:spLocks noChangeShapeType="1"/>
          </p:cNvSpPr>
          <p:nvPr/>
        </p:nvSpPr>
        <p:spPr bwMode="auto">
          <a:xfrm flipV="1">
            <a:off x="7010400" y="2819400"/>
            <a:ext cx="0" cy="12192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3563" name="Line 11"/>
          <p:cNvSpPr>
            <a:spLocks noChangeShapeType="1"/>
          </p:cNvSpPr>
          <p:nvPr/>
        </p:nvSpPr>
        <p:spPr bwMode="auto">
          <a:xfrm flipV="1">
            <a:off x="4572000" y="2819400"/>
            <a:ext cx="0" cy="12192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3564" name="Line 12"/>
          <p:cNvSpPr>
            <a:spLocks noChangeShapeType="1"/>
          </p:cNvSpPr>
          <p:nvPr/>
        </p:nvSpPr>
        <p:spPr bwMode="auto">
          <a:xfrm>
            <a:off x="2667000" y="2819400"/>
            <a:ext cx="1447800" cy="1219200"/>
          </a:xfrm>
          <a:prstGeom prst="line">
            <a:avLst/>
          </a:prstGeom>
          <a:noFill/>
          <a:ln w="38100">
            <a:solidFill>
              <a:schemeClr val="tx1"/>
            </a:solidFill>
            <a:prstDash val="sysDot"/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3565" name="Line 13"/>
          <p:cNvSpPr>
            <a:spLocks noChangeShapeType="1"/>
          </p:cNvSpPr>
          <p:nvPr/>
        </p:nvSpPr>
        <p:spPr bwMode="auto">
          <a:xfrm>
            <a:off x="5029200" y="2743200"/>
            <a:ext cx="1600200" cy="1295400"/>
          </a:xfrm>
          <a:prstGeom prst="line">
            <a:avLst/>
          </a:prstGeom>
          <a:noFill/>
          <a:ln w="38100">
            <a:solidFill>
              <a:schemeClr val="tx1"/>
            </a:solidFill>
            <a:prstDash val="sysDot"/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3566" name="Line 14"/>
          <p:cNvSpPr>
            <a:spLocks noChangeShapeType="1"/>
          </p:cNvSpPr>
          <p:nvPr/>
        </p:nvSpPr>
        <p:spPr bwMode="auto">
          <a:xfrm flipH="1">
            <a:off x="2743200" y="2743200"/>
            <a:ext cx="3733800" cy="1295400"/>
          </a:xfrm>
          <a:prstGeom prst="line">
            <a:avLst/>
          </a:prstGeom>
          <a:noFill/>
          <a:ln w="38100">
            <a:solidFill>
              <a:schemeClr val="tx1"/>
            </a:solidFill>
            <a:prstDash val="sysDot"/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5375" name="Line 15"/>
          <p:cNvSpPr>
            <a:spLocks noChangeShapeType="1"/>
          </p:cNvSpPr>
          <p:nvPr/>
        </p:nvSpPr>
        <p:spPr bwMode="auto">
          <a:xfrm flipV="1">
            <a:off x="1752600" y="5334000"/>
            <a:ext cx="4572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5376" name="Line 16"/>
          <p:cNvSpPr>
            <a:spLocks noChangeShapeType="1"/>
          </p:cNvSpPr>
          <p:nvPr/>
        </p:nvSpPr>
        <p:spPr bwMode="auto">
          <a:xfrm>
            <a:off x="1752600" y="5638800"/>
            <a:ext cx="457200" cy="0"/>
          </a:xfrm>
          <a:prstGeom prst="line">
            <a:avLst/>
          </a:prstGeom>
          <a:noFill/>
          <a:ln w="38100">
            <a:solidFill>
              <a:schemeClr val="tx1"/>
            </a:solidFill>
            <a:prstDash val="sysDot"/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5377" name="Text Box 17"/>
          <p:cNvSpPr txBox="1">
            <a:spLocks noChangeArrowheads="1"/>
          </p:cNvSpPr>
          <p:nvPr/>
        </p:nvSpPr>
        <p:spPr bwMode="auto">
          <a:xfrm>
            <a:off x="2362200" y="5089525"/>
            <a:ext cx="27686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r>
              <a:rPr lang="pt-BR" altLang="pt-BR" sz="2000"/>
              <a:t>Processo detém o recurso</a:t>
            </a:r>
          </a:p>
        </p:txBody>
      </p:sp>
      <p:sp>
        <p:nvSpPr>
          <p:cNvPr id="15378" name="Text Box 18"/>
          <p:cNvSpPr txBox="1">
            <a:spLocks noChangeArrowheads="1"/>
          </p:cNvSpPr>
          <p:nvPr/>
        </p:nvSpPr>
        <p:spPr bwMode="auto">
          <a:xfrm>
            <a:off x="2362200" y="5410200"/>
            <a:ext cx="2797175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r>
              <a:rPr lang="pt-BR" altLang="pt-BR" sz="2000"/>
              <a:t>Processo requer o recurso</a:t>
            </a:r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21731"/>
    </mc:Choice>
    <mc:Fallback xmlns="">
      <p:transition spd="slow" advTm="321731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235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235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00"/>
                                        <p:tgtEl>
                                          <p:spTgt spid="235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8" dur="500"/>
                                        <p:tgtEl>
                                          <p:spTgt spid="235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1" dur="500"/>
                                        <p:tgtEl>
                                          <p:spTgt spid="235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3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5" dur="500"/>
                                        <p:tgtEl>
                                          <p:spTgt spid="235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561" grpId="0" animBg="1"/>
      <p:bldP spid="23562" grpId="0" animBg="1"/>
      <p:bldP spid="23563" grpId="0" animBg="1"/>
      <p:bldP spid="23564" grpId="0" animBg="1"/>
      <p:bldP spid="23565" grpId="0" animBg="1"/>
      <p:bldP spid="23566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pt-BR"/>
              <a:t>Tratamento de </a:t>
            </a:r>
            <a:r>
              <a:rPr lang="en-US"/>
              <a:t>deadlocks</a:t>
            </a:r>
          </a:p>
        </p:txBody>
      </p:sp>
      <p:sp>
        <p:nvSpPr>
          <p:cNvPr id="2560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pt-BR"/>
              <a:t>Algoritmo do avestruz!</a:t>
            </a:r>
          </a:p>
          <a:p>
            <a:pPr eaLnBrk="1" hangingPunct="1">
              <a:defRPr/>
            </a:pPr>
            <a:endParaRPr lang="pt-BR"/>
          </a:p>
          <a:p>
            <a:pPr eaLnBrk="1" hangingPunct="1">
              <a:defRPr/>
            </a:pPr>
            <a:endParaRPr lang="pt-BR"/>
          </a:p>
          <a:p>
            <a:pPr eaLnBrk="1" hangingPunct="1">
              <a:defRPr/>
            </a:pPr>
            <a:endParaRPr lang="pt-BR"/>
          </a:p>
          <a:p>
            <a:pPr eaLnBrk="1" hangingPunct="1">
              <a:defRPr/>
            </a:pPr>
            <a:r>
              <a:rPr lang="pt-BR"/>
              <a:t>Prevenção de </a:t>
            </a:r>
            <a:r>
              <a:rPr lang="en-US"/>
              <a:t>deadlocks</a:t>
            </a:r>
          </a:p>
          <a:p>
            <a:pPr eaLnBrk="1" hangingPunct="1">
              <a:defRPr/>
            </a:pPr>
            <a:r>
              <a:rPr lang="pt-BR"/>
              <a:t>Resolução de </a:t>
            </a:r>
            <a:r>
              <a:rPr lang="en-US"/>
              <a:t>deadlocks</a:t>
            </a:r>
          </a:p>
        </p:txBody>
      </p:sp>
      <p:pic>
        <p:nvPicPr>
          <p:cNvPr id="25604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57650" y="2728913"/>
            <a:ext cx="1235075" cy="1200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94186"/>
    </mc:Choice>
    <mc:Fallback xmlns="">
      <p:transition spd="slow" advTm="94186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560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560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256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115888"/>
            <a:ext cx="7772400" cy="1143000"/>
          </a:xfrm>
        </p:spPr>
        <p:txBody>
          <a:bodyPr/>
          <a:lstStyle/>
          <a:p>
            <a:pPr eaLnBrk="1" hangingPunct="1">
              <a:defRPr/>
            </a:pPr>
            <a:r>
              <a:rPr lang="pt-BR"/>
              <a:t>Prevenção de </a:t>
            </a:r>
            <a:r>
              <a:rPr lang="en-US"/>
              <a:t>Deadlocks</a:t>
            </a:r>
          </a:p>
        </p:txBody>
      </p:sp>
      <p:sp>
        <p:nvSpPr>
          <p:cNvPr id="2662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50825" y="1052513"/>
            <a:ext cx="8497888" cy="5472112"/>
          </a:xfrm>
        </p:spPr>
        <p:txBody>
          <a:bodyPr/>
          <a:lstStyle/>
          <a:p>
            <a:pPr eaLnBrk="1" hangingPunct="1">
              <a:lnSpc>
                <a:spcPct val="90000"/>
              </a:lnSpc>
              <a:defRPr/>
            </a:pPr>
            <a:r>
              <a:rPr lang="pt-BR"/>
              <a:t>Combater uma das 4 condições para </a:t>
            </a:r>
            <a:r>
              <a:rPr lang="en-US"/>
              <a:t>deadlocks</a:t>
            </a:r>
            <a:r>
              <a:rPr lang="pt-BR"/>
              <a:t>.</a:t>
            </a:r>
          </a:p>
          <a:p>
            <a:pPr lvl="1" eaLnBrk="1" hangingPunct="1">
              <a:lnSpc>
                <a:spcPct val="90000"/>
              </a:lnSpc>
              <a:defRPr/>
            </a:pPr>
            <a:r>
              <a:rPr lang="pt-BR"/>
              <a:t>Processo gerenciador de recursos (</a:t>
            </a:r>
            <a:r>
              <a:rPr lang="en-US" i="1"/>
              <a:t>spooler</a:t>
            </a:r>
            <a:r>
              <a:rPr lang="pt-BR"/>
              <a:t>).</a:t>
            </a:r>
          </a:p>
          <a:p>
            <a:pPr lvl="1" eaLnBrk="1" hangingPunct="1">
              <a:lnSpc>
                <a:spcPct val="90000"/>
              </a:lnSpc>
              <a:defRPr/>
            </a:pPr>
            <a:r>
              <a:rPr lang="pt-BR"/>
              <a:t>Utilização de apenas um recurso por vez ou permitir que a tarefa só continue se já possuir acesso a todos os recursos que precisa.</a:t>
            </a:r>
          </a:p>
          <a:p>
            <a:pPr lvl="1" eaLnBrk="1" hangingPunct="1">
              <a:lnSpc>
                <a:spcPct val="90000"/>
              </a:lnSpc>
              <a:defRPr/>
            </a:pPr>
            <a:r>
              <a:rPr lang="pt-BR"/>
              <a:t>Preempção: retirada do recurso pelo SO a força.</a:t>
            </a:r>
          </a:p>
          <a:p>
            <a:pPr lvl="1" eaLnBrk="1" hangingPunct="1">
              <a:lnSpc>
                <a:spcPct val="90000"/>
              </a:lnSpc>
              <a:defRPr/>
            </a:pPr>
            <a:r>
              <a:rPr lang="pt-BR"/>
              <a:t>Quebrar a espera circular.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11755"/>
    </mc:Choice>
    <mc:Fallback xmlns="">
      <p:transition spd="slow" advTm="311755"/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12" name="Rectangle 36"/>
          <p:cNvSpPr>
            <a:spLocks noGrp="1" noChangeArrowheads="1"/>
          </p:cNvSpPr>
          <p:nvPr>
            <p:ph type="title"/>
          </p:nvPr>
        </p:nvSpPr>
        <p:spPr>
          <a:xfrm>
            <a:off x="685800" y="188913"/>
            <a:ext cx="7772400" cy="1143000"/>
          </a:xfrm>
        </p:spPr>
        <p:txBody>
          <a:bodyPr/>
          <a:lstStyle/>
          <a:p>
            <a:pPr eaLnBrk="1" hangingPunct="1">
              <a:defRPr/>
            </a:pPr>
            <a:r>
              <a:rPr lang="pt-BR"/>
              <a:t>Quebrando a espera circular</a:t>
            </a:r>
          </a:p>
        </p:txBody>
      </p:sp>
      <p:sp>
        <p:nvSpPr>
          <p:cNvPr id="18435" name="Line 49"/>
          <p:cNvSpPr>
            <a:spLocks noChangeShapeType="1"/>
          </p:cNvSpPr>
          <p:nvPr/>
        </p:nvSpPr>
        <p:spPr bwMode="auto">
          <a:xfrm flipV="1">
            <a:off x="1936750" y="5980113"/>
            <a:ext cx="4572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8436" name="Line 50"/>
          <p:cNvSpPr>
            <a:spLocks noChangeShapeType="1"/>
          </p:cNvSpPr>
          <p:nvPr/>
        </p:nvSpPr>
        <p:spPr bwMode="auto">
          <a:xfrm>
            <a:off x="1936750" y="6284913"/>
            <a:ext cx="457200" cy="0"/>
          </a:xfrm>
          <a:prstGeom prst="line">
            <a:avLst/>
          </a:prstGeom>
          <a:noFill/>
          <a:ln w="38100">
            <a:solidFill>
              <a:schemeClr val="tx1"/>
            </a:solidFill>
            <a:prstDash val="sysDot"/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8437" name="Text Box 51"/>
          <p:cNvSpPr txBox="1">
            <a:spLocks noChangeArrowheads="1"/>
          </p:cNvSpPr>
          <p:nvPr/>
        </p:nvSpPr>
        <p:spPr bwMode="auto">
          <a:xfrm>
            <a:off x="2546350" y="5735638"/>
            <a:ext cx="27686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r>
              <a:rPr lang="pt-BR" altLang="pt-BR" sz="2000"/>
              <a:t>Processo detém o recurso</a:t>
            </a:r>
          </a:p>
        </p:txBody>
      </p:sp>
      <p:sp>
        <p:nvSpPr>
          <p:cNvPr id="18438" name="Text Box 52"/>
          <p:cNvSpPr txBox="1">
            <a:spLocks noChangeArrowheads="1"/>
          </p:cNvSpPr>
          <p:nvPr/>
        </p:nvSpPr>
        <p:spPr bwMode="auto">
          <a:xfrm>
            <a:off x="2546350" y="6056313"/>
            <a:ext cx="2797175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r>
              <a:rPr lang="pt-BR" altLang="pt-BR" sz="2000"/>
              <a:t>Processo requer o recurso</a:t>
            </a:r>
          </a:p>
        </p:txBody>
      </p:sp>
      <p:grpSp>
        <p:nvGrpSpPr>
          <p:cNvPr id="2" name="Group 59"/>
          <p:cNvGrpSpPr>
            <a:grpSpLocks/>
          </p:cNvGrpSpPr>
          <p:nvPr/>
        </p:nvGrpSpPr>
        <p:grpSpPr bwMode="auto">
          <a:xfrm>
            <a:off x="900113" y="1412875"/>
            <a:ext cx="4176712" cy="1689100"/>
            <a:chOff x="567" y="890"/>
            <a:chExt cx="2631" cy="1064"/>
          </a:xfrm>
        </p:grpSpPr>
        <p:sp>
          <p:nvSpPr>
            <p:cNvPr id="18457" name="Oval 37"/>
            <p:cNvSpPr>
              <a:spLocks noChangeArrowheads="1"/>
            </p:cNvSpPr>
            <p:nvPr/>
          </p:nvSpPr>
          <p:spPr bwMode="auto">
            <a:xfrm>
              <a:off x="2190" y="890"/>
              <a:ext cx="1008" cy="384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>
              <a:outerShdw dist="107763" dir="2700000" algn="ctr" rotWithShape="0">
                <a:schemeClr val="bg2"/>
              </a:outerShdw>
            </a:effec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9pPr>
            </a:lstStyle>
            <a:p>
              <a:pPr algn="ctr"/>
              <a:r>
                <a:rPr lang="pt-BR" altLang="pt-BR" sz="2400"/>
                <a:t>Processo</a:t>
              </a:r>
              <a:r>
                <a:rPr lang="en-US" altLang="pt-BR" sz="2400"/>
                <a:t> 1</a:t>
              </a:r>
            </a:p>
          </p:txBody>
        </p:sp>
        <p:sp>
          <p:nvSpPr>
            <p:cNvPr id="18458" name="Rectangle 40"/>
            <p:cNvSpPr>
              <a:spLocks noChangeArrowheads="1"/>
            </p:cNvSpPr>
            <p:nvPr/>
          </p:nvSpPr>
          <p:spPr bwMode="auto">
            <a:xfrm>
              <a:off x="567" y="1570"/>
              <a:ext cx="1008" cy="384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>
              <a:outerShdw dist="107763" dir="2700000" algn="ctr" rotWithShape="0">
                <a:schemeClr val="bg2"/>
              </a:outerShdw>
            </a:effec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9pPr>
            </a:lstStyle>
            <a:p>
              <a:pPr algn="ctr"/>
              <a:r>
                <a:rPr lang="pt-BR" altLang="pt-BR" sz="2400"/>
                <a:t>Recurso</a:t>
              </a:r>
              <a:r>
                <a:rPr lang="en-US" altLang="pt-BR" sz="2400"/>
                <a:t> 1</a:t>
              </a:r>
            </a:p>
          </p:txBody>
        </p:sp>
        <p:cxnSp>
          <p:nvCxnSpPr>
            <p:cNvPr id="18459" name="AutoShape 53"/>
            <p:cNvCxnSpPr>
              <a:cxnSpLocks noChangeShapeType="1"/>
              <a:stCxn id="18458" idx="0"/>
              <a:endCxn id="18457" idx="2"/>
            </p:cNvCxnSpPr>
            <p:nvPr/>
          </p:nvCxnSpPr>
          <p:spPr bwMode="auto">
            <a:xfrm rot="-5400000">
              <a:off x="1387" y="766"/>
              <a:ext cx="488" cy="1119"/>
            </a:xfrm>
            <a:prstGeom prst="curvedConnector2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cxnSp>
        <p:nvCxnSpPr>
          <p:cNvPr id="24630" name="AutoShape 54"/>
          <p:cNvCxnSpPr>
            <a:cxnSpLocks noChangeShapeType="1"/>
            <a:stCxn id="18457" idx="6"/>
            <a:endCxn id="18455" idx="0"/>
          </p:cNvCxnSpPr>
          <p:nvPr/>
        </p:nvCxnSpPr>
        <p:spPr bwMode="auto">
          <a:xfrm>
            <a:off x="5076825" y="1717675"/>
            <a:ext cx="1790700" cy="741363"/>
          </a:xfrm>
          <a:prstGeom prst="curvedConnector2">
            <a:avLst/>
          </a:prstGeom>
          <a:noFill/>
          <a:ln w="38100">
            <a:solidFill>
              <a:schemeClr val="tx1"/>
            </a:solidFill>
            <a:prstDash val="dash"/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grpSp>
        <p:nvGrpSpPr>
          <p:cNvPr id="3" name="Group 60"/>
          <p:cNvGrpSpPr>
            <a:grpSpLocks/>
          </p:cNvGrpSpPr>
          <p:nvPr/>
        </p:nvGrpSpPr>
        <p:grpSpPr bwMode="auto">
          <a:xfrm>
            <a:off x="6067425" y="2459038"/>
            <a:ext cx="1617663" cy="2049462"/>
            <a:chOff x="3822" y="1549"/>
            <a:chExt cx="1019" cy="1291"/>
          </a:xfrm>
        </p:grpSpPr>
        <p:sp>
          <p:nvSpPr>
            <p:cNvPr id="18454" name="Oval 38"/>
            <p:cNvSpPr>
              <a:spLocks noChangeArrowheads="1"/>
            </p:cNvSpPr>
            <p:nvPr/>
          </p:nvSpPr>
          <p:spPr bwMode="auto">
            <a:xfrm>
              <a:off x="3833" y="2456"/>
              <a:ext cx="1008" cy="384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>
              <a:outerShdw dist="107763" dir="2700000" algn="ctr" rotWithShape="0">
                <a:schemeClr val="bg2"/>
              </a:outerShdw>
            </a:effec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9pPr>
            </a:lstStyle>
            <a:p>
              <a:pPr algn="ctr"/>
              <a:r>
                <a:rPr lang="pt-BR" altLang="pt-BR" sz="2400"/>
                <a:t>Processo</a:t>
              </a:r>
              <a:r>
                <a:rPr lang="en-US" altLang="pt-BR" sz="2400"/>
                <a:t> 2</a:t>
              </a:r>
            </a:p>
          </p:txBody>
        </p:sp>
        <p:sp>
          <p:nvSpPr>
            <p:cNvPr id="18455" name="Rectangle 41"/>
            <p:cNvSpPr>
              <a:spLocks noChangeArrowheads="1"/>
            </p:cNvSpPr>
            <p:nvPr/>
          </p:nvSpPr>
          <p:spPr bwMode="auto">
            <a:xfrm>
              <a:off x="3822" y="1549"/>
              <a:ext cx="1008" cy="384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>
              <a:outerShdw dist="107763" dir="2700000" algn="ctr" rotWithShape="0">
                <a:schemeClr val="bg2"/>
              </a:outerShdw>
            </a:effec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9pPr>
            </a:lstStyle>
            <a:p>
              <a:pPr algn="ctr"/>
              <a:r>
                <a:rPr lang="pt-BR" altLang="pt-BR" sz="2400"/>
                <a:t>Recurso</a:t>
              </a:r>
              <a:r>
                <a:rPr lang="en-US" altLang="pt-BR" sz="2400"/>
                <a:t> 2</a:t>
              </a:r>
            </a:p>
          </p:txBody>
        </p:sp>
        <p:cxnSp>
          <p:nvCxnSpPr>
            <p:cNvPr id="18456" name="AutoShape 55"/>
            <p:cNvCxnSpPr>
              <a:cxnSpLocks noChangeShapeType="1"/>
              <a:stCxn id="18455" idx="2"/>
              <a:endCxn id="18454" idx="0"/>
            </p:cNvCxnSpPr>
            <p:nvPr/>
          </p:nvCxnSpPr>
          <p:spPr bwMode="auto">
            <a:xfrm>
              <a:off x="4326" y="1933"/>
              <a:ext cx="11" cy="523"/>
            </a:xfrm>
            <a:prstGeom prst="straightConnector1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cxnSp>
        <p:nvCxnSpPr>
          <p:cNvPr id="24632" name="AutoShape 56"/>
          <p:cNvCxnSpPr>
            <a:cxnSpLocks noChangeShapeType="1"/>
            <a:stCxn id="18454" idx="4"/>
            <a:endCxn id="18452" idx="3"/>
          </p:cNvCxnSpPr>
          <p:nvPr/>
        </p:nvCxnSpPr>
        <p:spPr bwMode="auto">
          <a:xfrm rot="5400000">
            <a:off x="5655469" y="4088606"/>
            <a:ext cx="809625" cy="1649413"/>
          </a:xfrm>
          <a:prstGeom prst="curvedConnector2">
            <a:avLst/>
          </a:prstGeom>
          <a:noFill/>
          <a:ln w="38100">
            <a:solidFill>
              <a:schemeClr val="tx1"/>
            </a:solidFill>
            <a:prstDash val="dash"/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grpSp>
        <p:nvGrpSpPr>
          <p:cNvPr id="4" name="Group 61"/>
          <p:cNvGrpSpPr>
            <a:grpSpLocks/>
          </p:cNvGrpSpPr>
          <p:nvPr/>
        </p:nvGrpSpPr>
        <p:grpSpPr bwMode="auto">
          <a:xfrm>
            <a:off x="884238" y="3933825"/>
            <a:ext cx="4351337" cy="1689100"/>
            <a:chOff x="557" y="2478"/>
            <a:chExt cx="2741" cy="1064"/>
          </a:xfrm>
        </p:grpSpPr>
        <p:sp>
          <p:nvSpPr>
            <p:cNvPr id="18451" name="Oval 39"/>
            <p:cNvSpPr>
              <a:spLocks noChangeArrowheads="1"/>
            </p:cNvSpPr>
            <p:nvPr/>
          </p:nvSpPr>
          <p:spPr bwMode="auto">
            <a:xfrm>
              <a:off x="557" y="2478"/>
              <a:ext cx="1008" cy="384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>
              <a:outerShdw dist="107763" dir="2700000" algn="ctr" rotWithShape="0">
                <a:schemeClr val="bg2"/>
              </a:outerShdw>
            </a:effec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9pPr>
            </a:lstStyle>
            <a:p>
              <a:pPr algn="ctr"/>
              <a:r>
                <a:rPr lang="pt-BR" altLang="pt-BR" sz="2400"/>
                <a:t>Processo</a:t>
              </a:r>
              <a:r>
                <a:rPr lang="en-US" altLang="pt-BR" sz="2400"/>
                <a:t> 3</a:t>
              </a:r>
            </a:p>
          </p:txBody>
        </p:sp>
        <p:sp>
          <p:nvSpPr>
            <p:cNvPr id="18452" name="Rectangle 42"/>
            <p:cNvSpPr>
              <a:spLocks noChangeArrowheads="1"/>
            </p:cNvSpPr>
            <p:nvPr/>
          </p:nvSpPr>
          <p:spPr bwMode="auto">
            <a:xfrm>
              <a:off x="2290" y="3158"/>
              <a:ext cx="1008" cy="384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>
              <a:outerShdw dist="107763" dir="2700000" algn="ctr" rotWithShape="0">
                <a:schemeClr val="bg2"/>
              </a:outerShdw>
            </a:effec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9pPr>
            </a:lstStyle>
            <a:p>
              <a:pPr algn="ctr"/>
              <a:r>
                <a:rPr lang="pt-BR" altLang="pt-BR" sz="2400"/>
                <a:t>Recurso</a:t>
              </a:r>
              <a:r>
                <a:rPr lang="en-US" altLang="pt-BR" sz="2400"/>
                <a:t> 3</a:t>
              </a:r>
            </a:p>
          </p:txBody>
        </p:sp>
        <p:cxnSp>
          <p:nvCxnSpPr>
            <p:cNvPr id="18453" name="AutoShape 57"/>
            <p:cNvCxnSpPr>
              <a:cxnSpLocks noChangeShapeType="1"/>
              <a:stCxn id="18452" idx="1"/>
              <a:endCxn id="18451" idx="4"/>
            </p:cNvCxnSpPr>
            <p:nvPr/>
          </p:nvCxnSpPr>
          <p:spPr bwMode="auto">
            <a:xfrm rot="10800000">
              <a:off x="1061" y="2862"/>
              <a:ext cx="1229" cy="488"/>
            </a:xfrm>
            <a:prstGeom prst="curvedConnector2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cxnSp>
        <p:nvCxnSpPr>
          <p:cNvPr id="24634" name="AutoShape 58"/>
          <p:cNvCxnSpPr>
            <a:cxnSpLocks noChangeShapeType="1"/>
            <a:stCxn id="18451" idx="0"/>
            <a:endCxn id="18458" idx="2"/>
          </p:cNvCxnSpPr>
          <p:nvPr/>
        </p:nvCxnSpPr>
        <p:spPr bwMode="auto">
          <a:xfrm flipV="1">
            <a:off x="1684338" y="3101975"/>
            <a:ext cx="15875" cy="831850"/>
          </a:xfrm>
          <a:prstGeom prst="straightConnector1">
            <a:avLst/>
          </a:prstGeom>
          <a:noFill/>
          <a:ln w="38100">
            <a:solidFill>
              <a:schemeClr val="tx1"/>
            </a:solidFill>
            <a:prstDash val="dash"/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grpSp>
        <p:nvGrpSpPr>
          <p:cNvPr id="5" name="Group 64"/>
          <p:cNvGrpSpPr>
            <a:grpSpLocks/>
          </p:cNvGrpSpPr>
          <p:nvPr/>
        </p:nvGrpSpPr>
        <p:grpSpPr bwMode="auto">
          <a:xfrm>
            <a:off x="2195513" y="1557338"/>
            <a:ext cx="431800" cy="647700"/>
            <a:chOff x="431" y="3203"/>
            <a:chExt cx="272" cy="408"/>
          </a:xfrm>
        </p:grpSpPr>
        <p:sp>
          <p:nvSpPr>
            <p:cNvPr id="18449" name="Line 62"/>
            <p:cNvSpPr>
              <a:spLocks noChangeShapeType="1"/>
            </p:cNvSpPr>
            <p:nvPr/>
          </p:nvSpPr>
          <p:spPr bwMode="auto">
            <a:xfrm>
              <a:off x="431" y="3249"/>
              <a:ext cx="272" cy="317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450" name="Line 63"/>
            <p:cNvSpPr>
              <a:spLocks noChangeShapeType="1"/>
            </p:cNvSpPr>
            <p:nvPr/>
          </p:nvSpPr>
          <p:spPr bwMode="auto">
            <a:xfrm flipH="1">
              <a:off x="431" y="3203"/>
              <a:ext cx="272" cy="408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4641" name="Oval 65"/>
          <p:cNvSpPr>
            <a:spLocks noChangeArrowheads="1"/>
          </p:cNvSpPr>
          <p:nvPr/>
        </p:nvSpPr>
        <p:spPr bwMode="auto">
          <a:xfrm>
            <a:off x="3205163" y="1052513"/>
            <a:ext cx="2087562" cy="1368425"/>
          </a:xfrm>
          <a:prstGeom prst="ellipse">
            <a:avLst/>
          </a:prstGeom>
          <a:noFill/>
          <a:ln w="3810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pt-BR" altLang="pt-BR"/>
          </a:p>
        </p:txBody>
      </p:sp>
      <p:sp>
        <p:nvSpPr>
          <p:cNvPr id="24642" name="AutoShape 66"/>
          <p:cNvSpPr>
            <a:spLocks noChangeArrowheads="1"/>
          </p:cNvSpPr>
          <p:nvPr/>
        </p:nvSpPr>
        <p:spPr bwMode="auto">
          <a:xfrm>
            <a:off x="3419475" y="2997200"/>
            <a:ext cx="1944688" cy="863600"/>
          </a:xfrm>
          <a:prstGeom prst="wedgeEllipseCallout">
            <a:avLst>
              <a:gd name="adj1" fmla="val -10736"/>
              <a:gd name="adj2" fmla="val -118935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r>
              <a:rPr lang="pt-BR" altLang="pt-BR"/>
              <a:t>Bloqueia o processo</a:t>
            </a:r>
          </a:p>
        </p:txBody>
      </p:sp>
      <p:sp>
        <p:nvSpPr>
          <p:cNvPr id="24643" name="AutoShape 67"/>
          <p:cNvSpPr>
            <a:spLocks noChangeArrowheads="1"/>
          </p:cNvSpPr>
          <p:nvPr/>
        </p:nvSpPr>
        <p:spPr bwMode="auto">
          <a:xfrm>
            <a:off x="107950" y="1341438"/>
            <a:ext cx="1944688" cy="863600"/>
          </a:xfrm>
          <a:prstGeom prst="wedgeEllipseCallout">
            <a:avLst>
              <a:gd name="adj1" fmla="val 66815"/>
              <a:gd name="adj2" fmla="val 14153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r>
              <a:rPr lang="pt-BR" altLang="pt-BR"/>
              <a:t>Libera o recurso</a:t>
            </a:r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24299"/>
    </mc:Choice>
    <mc:Fallback xmlns="">
      <p:transition spd="slow" advTm="224299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 nodeType="clickPar">
                      <p:stCondLst>
                        <p:cond delay="indefinite"/>
                      </p:stCondLst>
                      <p:childTnLst>
                        <p:par>
                          <p:cTn id="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0" dur="500"/>
                                        <p:tgtEl>
                                          <p:spTgt spid="246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3" dur="500"/>
                                        <p:tgtEl>
                                          <p:spTgt spid="246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6" dur="500"/>
                                        <p:tgtEl>
                                          <p:spTgt spid="246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1" dur="500"/>
                                        <p:tgtEl>
                                          <p:spTgt spid="246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3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5" dur="500"/>
                                        <p:tgtEl>
                                          <p:spTgt spid="246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 nodeType="clickPar">
                      <p:stCondLst>
                        <p:cond delay="indefinite"/>
                      </p:stCondLst>
                      <p:childTnLst>
                        <p:par>
                          <p:cTn id="3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246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2" presetID="5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641" grpId="0" animBg="1"/>
      <p:bldP spid="24642" grpId="0" animBg="1"/>
      <p:bldP spid="24643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2"/>
          <p:cNvSpPr>
            <a:spLocks noGrp="1" noChangeArrowheads="1"/>
          </p:cNvSpPr>
          <p:nvPr>
            <p:ph type="title"/>
          </p:nvPr>
        </p:nvSpPr>
        <p:spPr>
          <a:xfrm>
            <a:off x="323850" y="533400"/>
            <a:ext cx="8820150" cy="1143000"/>
          </a:xfrm>
        </p:spPr>
        <p:txBody>
          <a:bodyPr/>
          <a:lstStyle/>
          <a:p>
            <a:pPr eaLnBrk="1" hangingPunct="1">
              <a:defRPr/>
            </a:pPr>
            <a:r>
              <a:rPr lang="pt-BR" sz="3600"/>
              <a:t>Detecção e recuperação de </a:t>
            </a:r>
            <a:r>
              <a:rPr lang="en-US" sz="3600"/>
              <a:t>deadlocks</a:t>
            </a:r>
            <a:r>
              <a:rPr lang="pt-BR" sz="3600"/>
              <a:t> com múltiplos recursos de cada tipo</a:t>
            </a:r>
          </a:p>
        </p:txBody>
      </p:sp>
      <p:sp>
        <p:nvSpPr>
          <p:cNvPr id="19460" name="Text Box 7"/>
          <p:cNvSpPr txBox="1">
            <a:spLocks noChangeArrowheads="1"/>
          </p:cNvSpPr>
          <p:nvPr/>
        </p:nvSpPr>
        <p:spPr bwMode="auto">
          <a:xfrm>
            <a:off x="900113" y="2060575"/>
            <a:ext cx="2592387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pt-BR" altLang="pt-BR" sz="2000"/>
              <a:t>Recursos Existentes</a:t>
            </a:r>
          </a:p>
        </p:txBody>
      </p:sp>
      <p:sp>
        <p:nvSpPr>
          <p:cNvPr id="19462" name="Text Box 9"/>
          <p:cNvSpPr txBox="1">
            <a:spLocks noChangeArrowheads="1"/>
          </p:cNvSpPr>
          <p:nvPr/>
        </p:nvSpPr>
        <p:spPr bwMode="auto">
          <a:xfrm>
            <a:off x="5292725" y="2133600"/>
            <a:ext cx="2592388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pt-BR" altLang="pt-BR" sz="2000"/>
              <a:t>Recursos Disponíveis</a:t>
            </a:r>
          </a:p>
        </p:txBody>
      </p:sp>
      <p:sp>
        <p:nvSpPr>
          <p:cNvPr id="19464" name="Text Box 11"/>
          <p:cNvSpPr txBox="1">
            <a:spLocks noChangeArrowheads="1"/>
          </p:cNvSpPr>
          <p:nvPr/>
        </p:nvSpPr>
        <p:spPr bwMode="auto">
          <a:xfrm>
            <a:off x="971873" y="3428999"/>
            <a:ext cx="3240087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pt-BR" altLang="pt-BR" sz="2000" dirty="0"/>
              <a:t>Matriz de Alocação Corrente</a:t>
            </a:r>
          </a:p>
        </p:txBody>
      </p:sp>
      <p:sp>
        <p:nvSpPr>
          <p:cNvPr id="19466" name="Text Box 13"/>
          <p:cNvSpPr txBox="1">
            <a:spLocks noChangeArrowheads="1"/>
          </p:cNvSpPr>
          <p:nvPr/>
        </p:nvSpPr>
        <p:spPr bwMode="auto">
          <a:xfrm>
            <a:off x="5039817" y="3470671"/>
            <a:ext cx="3240088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pt-BR" altLang="pt-BR" sz="2000" dirty="0"/>
              <a:t>Matriz de Requisições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CaixaDeTexto 1"/>
              <p:cNvSpPr txBox="1"/>
              <p:nvPr/>
            </p:nvSpPr>
            <p:spPr>
              <a:xfrm>
                <a:off x="909513" y="2420888"/>
                <a:ext cx="2582367" cy="36933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sz="2400" b="0" i="1" smtClean="0">
                          <a:latin typeface="Cambria Math" panose="02040503050406030204" pitchFamily="18" charset="0"/>
                        </a:rPr>
                        <m:t>𝐸</m:t>
                      </m:r>
                      <m:r>
                        <a:rPr lang="pt-BR" sz="2400" b="0" i="1" smtClean="0">
                          <a:latin typeface="Cambria Math" panose="02040503050406030204" pitchFamily="18" charset="0"/>
                        </a:rPr>
                        <m:t>=(</m:t>
                      </m:r>
                      <m:sSub>
                        <m:sSubPr>
                          <m:ctrlPr>
                            <a:rPr lang="pt-BR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𝐸</m:t>
                          </m:r>
                        </m:e>
                        <m:sub>
                          <m: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pt-BR" sz="2400" b="0" i="1" smtClean="0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pt-BR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𝐸</m:t>
                          </m:r>
                        </m:e>
                        <m:sub>
                          <m: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pt-BR" sz="2400" b="0" i="1" smtClean="0">
                          <a:latin typeface="Cambria Math" panose="02040503050406030204" pitchFamily="18" charset="0"/>
                        </a:rPr>
                        <m:t>,…,</m:t>
                      </m:r>
                      <m:sSub>
                        <m:sSubPr>
                          <m:ctrlPr>
                            <a:rPr lang="pt-BR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𝐸</m:t>
                          </m:r>
                        </m:e>
                        <m:sub>
                          <m: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𝑚</m:t>
                          </m:r>
                        </m:sub>
                      </m:sSub>
                      <m:r>
                        <a:rPr lang="pt-BR" sz="24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2" name="CaixaDeTexto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9513" y="2420888"/>
                <a:ext cx="2582367" cy="369332"/>
              </a:xfrm>
              <a:prstGeom prst="rect">
                <a:avLst/>
              </a:prstGeom>
              <a:blipFill rotWithShape="0">
                <a:blip r:embed="rId2"/>
                <a:stretch>
                  <a:fillRect l="-2358" r="-4009" b="-3606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CaixaDeTexto 11"/>
              <p:cNvSpPr txBox="1"/>
              <p:nvPr/>
            </p:nvSpPr>
            <p:spPr>
              <a:xfrm>
                <a:off x="5263555" y="2497906"/>
                <a:ext cx="2582367" cy="36933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sz="2400" b="0" i="1" smtClean="0"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pt-BR" sz="2400" b="0" i="1" smtClean="0">
                          <a:latin typeface="Cambria Math" panose="02040503050406030204" pitchFamily="18" charset="0"/>
                        </a:rPr>
                        <m:t>=(</m:t>
                      </m:r>
                      <m:sSub>
                        <m:sSubPr>
                          <m:ctrlPr>
                            <a:rPr lang="pt-BR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b>
                          <m: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pt-BR" sz="2400" b="0" i="1" smtClean="0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pt-BR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b>
                          <m: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pt-BR" sz="2400" b="0" i="1" smtClean="0">
                          <a:latin typeface="Cambria Math" panose="02040503050406030204" pitchFamily="18" charset="0"/>
                        </a:rPr>
                        <m:t>,…,</m:t>
                      </m:r>
                      <m:sSub>
                        <m:sSubPr>
                          <m:ctrlPr>
                            <a:rPr lang="pt-BR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b>
                          <m: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𝑚</m:t>
                          </m:r>
                        </m:sub>
                      </m:sSub>
                      <m:r>
                        <a:rPr lang="pt-BR" sz="24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12" name="CaixaDeTexto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63555" y="2497906"/>
                <a:ext cx="2582367" cy="369332"/>
              </a:xfrm>
              <a:prstGeom prst="rect">
                <a:avLst/>
              </a:prstGeom>
              <a:blipFill rotWithShape="0">
                <a:blip r:embed="rId3"/>
                <a:stretch>
                  <a:fillRect l="-3302" r="-4953" b="-3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CaixaDeTexto 13"/>
              <p:cNvSpPr txBox="1"/>
              <p:nvPr/>
            </p:nvSpPr>
            <p:spPr>
              <a:xfrm>
                <a:off x="624930" y="3867546"/>
                <a:ext cx="3587030" cy="1410194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sz="2400" b="0" i="1" smtClean="0">
                          <a:latin typeface="Cambria Math" panose="02040503050406030204" pitchFamily="18" charset="0"/>
                        </a:rPr>
                        <m:t>𝐶</m:t>
                      </m:r>
                      <m:r>
                        <a:rPr lang="pt-BR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pt-BR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4"/>
                                    <m:mcJc m:val="center"/>
                                  </m:mcPr>
                                </m:mc>
                              </m:mcs>
                              <m:ctrlPr>
                                <a:rPr lang="pt-BR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pt-BR" sz="2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pt-BR" sz="2400" b="0" i="1" smtClean="0">
                                        <a:latin typeface="Cambria Math" panose="02040503050406030204" pitchFamily="18" charset="0"/>
                                      </a:rPr>
                                      <m:t>𝐶</m:t>
                                    </m:r>
                                  </m:e>
                                  <m:sub>
                                    <m:r>
                                      <a:rPr lang="pt-BR" sz="2400" b="0" i="1" smtClean="0">
                                        <a:latin typeface="Cambria Math" panose="02040503050406030204" pitchFamily="18" charset="0"/>
                                      </a:rPr>
                                      <m:t>00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sSubPr>
                                    <m:ctrlPr>
                                      <a:rPr lang="pt-BR" sz="2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pt-BR" sz="2400" b="0" i="1" smtClean="0">
                                        <a:latin typeface="Cambria Math" panose="02040503050406030204" pitchFamily="18" charset="0"/>
                                      </a:rPr>
                                      <m:t>𝐶</m:t>
                                    </m:r>
                                  </m:e>
                                  <m:sub>
                                    <m:r>
                                      <a:rPr lang="pt-BR" sz="2400" b="0" i="1" smtClean="0">
                                        <a:latin typeface="Cambria Math" panose="02040503050406030204" pitchFamily="18" charset="0"/>
                                      </a:rPr>
                                      <m:t>01</m:t>
                                    </m:r>
                                  </m:sub>
                                </m:sSub>
                              </m:e>
                              <m:e>
                                <m:r>
                                  <a:rPr lang="pt-BR" sz="2400" b="0" i="1" smtClean="0">
                                    <a:latin typeface="Cambria Math" panose="02040503050406030204" pitchFamily="18" charset="0"/>
                                  </a:rPr>
                                  <m:t>⋯</m:t>
                                </m:r>
                              </m:e>
                              <m:e>
                                <m:sSub>
                                  <m:sSubPr>
                                    <m:ctrlPr>
                                      <a:rPr lang="pt-BR" sz="2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pt-BR" sz="2400" b="0" i="1" smtClean="0">
                                        <a:latin typeface="Cambria Math" panose="02040503050406030204" pitchFamily="18" charset="0"/>
                                      </a:rPr>
                                      <m:t>𝐶</m:t>
                                    </m:r>
                                  </m:e>
                                  <m:sub>
                                    <m:r>
                                      <a:rPr lang="pt-BR" sz="2400" b="0" i="1" smtClean="0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  <m:r>
                                      <a:rPr lang="pt-BR" sz="2400" b="0" i="1" smtClean="0">
                                        <a:latin typeface="Cambria Math" panose="02040503050406030204" pitchFamily="18" charset="0"/>
                                      </a:rPr>
                                      <m:t>𝑚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pt-BR" sz="2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pt-BR" sz="2400" b="0" i="1" smtClean="0">
                                        <a:latin typeface="Cambria Math" panose="02040503050406030204" pitchFamily="18" charset="0"/>
                                      </a:rPr>
                                      <m:t>𝐶</m:t>
                                    </m:r>
                                  </m:e>
                                  <m:sub>
                                    <m:r>
                                      <a:rPr lang="pt-BR" sz="2400" b="0" i="1" smtClean="0">
                                        <a:latin typeface="Cambria Math" panose="02040503050406030204" pitchFamily="18" charset="0"/>
                                      </a:rPr>
                                      <m:t>10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sSubPr>
                                    <m:ctrlPr>
                                      <a:rPr lang="pt-BR" sz="2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pt-BR" sz="2400" b="0" i="1" smtClean="0">
                                        <a:latin typeface="Cambria Math" panose="02040503050406030204" pitchFamily="18" charset="0"/>
                                      </a:rPr>
                                      <m:t>𝐶</m:t>
                                    </m:r>
                                  </m:e>
                                  <m:sub>
                                    <m:r>
                                      <a:rPr lang="pt-BR" sz="2400" b="0" i="1" smtClean="0">
                                        <a:latin typeface="Cambria Math" panose="02040503050406030204" pitchFamily="18" charset="0"/>
                                      </a:rPr>
                                      <m:t>11</m:t>
                                    </m:r>
                                  </m:sub>
                                </m:sSub>
                              </m:e>
                              <m:e>
                                <m:r>
                                  <a:rPr lang="pt-BR" sz="2400" b="0" i="1" smtClean="0">
                                    <a:latin typeface="Cambria Math" panose="02040503050406030204" pitchFamily="18" charset="0"/>
                                  </a:rPr>
                                  <m:t>⋯</m:t>
                                </m:r>
                              </m:e>
                              <m:e>
                                <m:sSub>
                                  <m:sSubPr>
                                    <m:ctrlPr>
                                      <a:rPr lang="pt-BR" sz="2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pt-BR" sz="2400" b="0" i="1" smtClean="0">
                                        <a:latin typeface="Cambria Math" panose="02040503050406030204" pitchFamily="18" charset="0"/>
                                      </a:rPr>
                                      <m:t>𝐶</m:t>
                                    </m:r>
                                  </m:e>
                                  <m:sub>
                                    <m:r>
                                      <a:rPr lang="pt-BR" sz="2400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  <m:r>
                                      <a:rPr lang="pt-BR" sz="2400" b="0" i="1" smtClean="0">
                                        <a:latin typeface="Cambria Math" panose="02040503050406030204" pitchFamily="18" charset="0"/>
                                      </a:rPr>
                                      <m:t>𝑚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r>
                                  <a:rPr lang="pt-BR" sz="2400" b="0" i="1" smtClean="0">
                                    <a:latin typeface="Cambria Math" panose="02040503050406030204" pitchFamily="18" charset="0"/>
                                  </a:rPr>
                                  <m:t>⋮</m:t>
                                </m:r>
                              </m:e>
                              <m:e>
                                <m:r>
                                  <a:rPr lang="pt-BR" sz="2400" b="0" i="1" smtClean="0">
                                    <a:latin typeface="Cambria Math" panose="02040503050406030204" pitchFamily="18" charset="0"/>
                                  </a:rPr>
                                  <m:t>⋮</m:t>
                                </m:r>
                              </m:e>
                              <m:e>
                                <m:r>
                                  <a:rPr lang="pt-BR" sz="2400" b="0" i="1" smtClean="0">
                                    <a:latin typeface="Cambria Math" panose="02040503050406030204" pitchFamily="18" charset="0"/>
                                  </a:rPr>
                                  <m:t>⋱</m:t>
                                </m:r>
                              </m:e>
                              <m:e>
                                <m:r>
                                  <a:rPr lang="pt-BR" sz="2400" b="0" i="1" smtClean="0">
                                    <a:latin typeface="Cambria Math" panose="02040503050406030204" pitchFamily="18" charset="0"/>
                                  </a:rPr>
                                  <m:t>⋮</m:t>
                                </m:r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pt-BR" sz="2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pt-BR" sz="2400" b="0" i="1" smtClean="0">
                                        <a:latin typeface="Cambria Math" panose="02040503050406030204" pitchFamily="18" charset="0"/>
                                      </a:rPr>
                                      <m:t>𝐶</m:t>
                                    </m:r>
                                  </m:e>
                                  <m:sub>
                                    <m:r>
                                      <a:rPr lang="pt-BR" sz="2400" b="0" i="1" smtClean="0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  <m:r>
                                      <a:rPr lang="pt-BR" sz="2400" b="0" i="1" smtClean="0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sSubPr>
                                    <m:ctrlPr>
                                      <a:rPr lang="pt-BR" sz="2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pt-BR" sz="2400" b="0" i="1" smtClean="0">
                                        <a:latin typeface="Cambria Math" panose="02040503050406030204" pitchFamily="18" charset="0"/>
                                      </a:rPr>
                                      <m:t>𝐶</m:t>
                                    </m:r>
                                  </m:e>
                                  <m:sub>
                                    <m:r>
                                      <a:rPr lang="pt-BR" sz="2400" b="0" i="1" smtClean="0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  <m:r>
                                      <a:rPr lang="pt-BR" sz="2400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e>
                              <m:e>
                                <m:r>
                                  <a:rPr lang="pt-BR" sz="2400" b="0" i="1" smtClean="0">
                                    <a:latin typeface="Cambria Math" panose="02040503050406030204" pitchFamily="18" charset="0"/>
                                  </a:rPr>
                                  <m:t>⋯</m:t>
                                </m:r>
                              </m:e>
                              <m:e>
                                <m:sSub>
                                  <m:sSubPr>
                                    <m:ctrlPr>
                                      <a:rPr lang="pt-BR" sz="2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pt-BR" sz="2400" b="0" i="1" smtClean="0">
                                        <a:latin typeface="Cambria Math" panose="02040503050406030204" pitchFamily="18" charset="0"/>
                                      </a:rPr>
                                      <m:t>𝐶</m:t>
                                    </m:r>
                                  </m:e>
                                  <m:sub>
                                    <m:r>
                                      <a:rPr lang="pt-BR" sz="2400" b="0" i="1" smtClean="0">
                                        <a:latin typeface="Cambria Math" panose="02040503050406030204" pitchFamily="18" charset="0"/>
                                      </a:rPr>
                                      <m:t>𝑛𝑚</m:t>
                                    </m:r>
                                  </m:sub>
                                </m:sSub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14" name="CaixaDeTexto 1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4930" y="3867546"/>
                <a:ext cx="3587030" cy="1410194"/>
              </a:xfrm>
              <a:prstGeom prst="rect">
                <a:avLst/>
              </a:prstGeom>
              <a:blipFill rotWithShape="0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CaixaDeTexto 14"/>
              <p:cNvSpPr txBox="1"/>
              <p:nvPr/>
            </p:nvSpPr>
            <p:spPr>
              <a:xfrm>
                <a:off x="4462141" y="3867546"/>
                <a:ext cx="3587030" cy="1405321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sz="2400" b="0" i="1" smtClean="0">
                          <a:latin typeface="Cambria Math" panose="02040503050406030204" pitchFamily="18" charset="0"/>
                        </a:rPr>
                        <m:t>𝑅</m:t>
                      </m:r>
                      <m:r>
                        <a:rPr lang="pt-BR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pt-BR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4"/>
                                    <m:mcJc m:val="center"/>
                                  </m:mcPr>
                                </m:mc>
                              </m:mcs>
                              <m:ctrlPr>
                                <a:rPr lang="pt-BR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pt-BR" sz="2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pt-BR" sz="2400" b="0" i="1" smtClean="0">
                                        <a:latin typeface="Cambria Math" panose="02040503050406030204" pitchFamily="18" charset="0"/>
                                      </a:rPr>
                                      <m:t>𝑅</m:t>
                                    </m:r>
                                  </m:e>
                                  <m:sub>
                                    <m:r>
                                      <a:rPr lang="pt-BR" sz="2400" b="0" i="1" smtClean="0">
                                        <a:latin typeface="Cambria Math" panose="02040503050406030204" pitchFamily="18" charset="0"/>
                                      </a:rPr>
                                      <m:t>00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sSubPr>
                                    <m:ctrlPr>
                                      <a:rPr lang="pt-BR" sz="2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pt-BR" sz="2400" b="0" i="1" smtClean="0">
                                        <a:latin typeface="Cambria Math" panose="02040503050406030204" pitchFamily="18" charset="0"/>
                                      </a:rPr>
                                      <m:t>𝑅</m:t>
                                    </m:r>
                                  </m:e>
                                  <m:sub>
                                    <m:r>
                                      <a:rPr lang="pt-BR" sz="2400" b="0" i="1" smtClean="0">
                                        <a:latin typeface="Cambria Math" panose="02040503050406030204" pitchFamily="18" charset="0"/>
                                      </a:rPr>
                                      <m:t>01</m:t>
                                    </m:r>
                                  </m:sub>
                                </m:sSub>
                              </m:e>
                              <m:e>
                                <m:r>
                                  <a:rPr lang="pt-BR" sz="2400" b="0" i="1" smtClean="0">
                                    <a:latin typeface="Cambria Math" panose="02040503050406030204" pitchFamily="18" charset="0"/>
                                  </a:rPr>
                                  <m:t>⋯</m:t>
                                </m:r>
                              </m:e>
                              <m:e>
                                <m:sSub>
                                  <m:sSubPr>
                                    <m:ctrlPr>
                                      <a:rPr lang="pt-BR" sz="2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pt-BR" sz="2400" b="0" i="1" smtClean="0">
                                        <a:latin typeface="Cambria Math" panose="02040503050406030204" pitchFamily="18" charset="0"/>
                                      </a:rPr>
                                      <m:t>𝑅</m:t>
                                    </m:r>
                                  </m:e>
                                  <m:sub>
                                    <m:r>
                                      <a:rPr lang="pt-BR" sz="2400" b="0" i="1" smtClean="0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  <m:r>
                                      <a:rPr lang="pt-BR" sz="2400" b="0" i="1" smtClean="0">
                                        <a:latin typeface="Cambria Math" panose="02040503050406030204" pitchFamily="18" charset="0"/>
                                      </a:rPr>
                                      <m:t>𝑚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pt-BR" sz="2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pt-BR" sz="2400" b="0" i="1" smtClean="0">
                                        <a:latin typeface="Cambria Math" panose="02040503050406030204" pitchFamily="18" charset="0"/>
                                      </a:rPr>
                                      <m:t>𝑅</m:t>
                                    </m:r>
                                  </m:e>
                                  <m:sub>
                                    <m:r>
                                      <a:rPr lang="pt-BR" sz="2400" b="0" i="1" smtClean="0">
                                        <a:latin typeface="Cambria Math" panose="02040503050406030204" pitchFamily="18" charset="0"/>
                                      </a:rPr>
                                      <m:t>10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sSubPr>
                                    <m:ctrlPr>
                                      <a:rPr lang="pt-BR" sz="2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pt-BR" sz="2400" b="0" i="1" smtClean="0">
                                        <a:latin typeface="Cambria Math" panose="02040503050406030204" pitchFamily="18" charset="0"/>
                                      </a:rPr>
                                      <m:t>𝑅</m:t>
                                    </m:r>
                                  </m:e>
                                  <m:sub>
                                    <m:r>
                                      <a:rPr lang="pt-BR" sz="2400" b="0" i="1" smtClean="0">
                                        <a:latin typeface="Cambria Math" panose="02040503050406030204" pitchFamily="18" charset="0"/>
                                      </a:rPr>
                                      <m:t>11</m:t>
                                    </m:r>
                                  </m:sub>
                                </m:sSub>
                              </m:e>
                              <m:e>
                                <m:r>
                                  <a:rPr lang="pt-BR" sz="2400" b="0" i="1" smtClean="0">
                                    <a:latin typeface="Cambria Math" panose="02040503050406030204" pitchFamily="18" charset="0"/>
                                  </a:rPr>
                                  <m:t>⋯</m:t>
                                </m:r>
                              </m:e>
                              <m:e>
                                <m:sSub>
                                  <m:sSubPr>
                                    <m:ctrlPr>
                                      <a:rPr lang="pt-BR" sz="2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pt-BR" sz="2400" b="0" i="1" smtClean="0">
                                        <a:latin typeface="Cambria Math" panose="02040503050406030204" pitchFamily="18" charset="0"/>
                                      </a:rPr>
                                      <m:t>𝑅</m:t>
                                    </m:r>
                                  </m:e>
                                  <m:sub>
                                    <m:r>
                                      <a:rPr lang="pt-BR" sz="2400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  <m:r>
                                      <a:rPr lang="pt-BR" sz="2400" b="0" i="1" smtClean="0">
                                        <a:latin typeface="Cambria Math" panose="02040503050406030204" pitchFamily="18" charset="0"/>
                                      </a:rPr>
                                      <m:t>𝑚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r>
                                  <a:rPr lang="pt-BR" sz="2400" b="0" i="1" smtClean="0">
                                    <a:latin typeface="Cambria Math" panose="02040503050406030204" pitchFamily="18" charset="0"/>
                                  </a:rPr>
                                  <m:t>⋮</m:t>
                                </m:r>
                              </m:e>
                              <m:e>
                                <m:r>
                                  <a:rPr lang="pt-BR" sz="2400" b="0" i="1" smtClean="0">
                                    <a:latin typeface="Cambria Math" panose="02040503050406030204" pitchFamily="18" charset="0"/>
                                  </a:rPr>
                                  <m:t>⋮</m:t>
                                </m:r>
                              </m:e>
                              <m:e>
                                <m:r>
                                  <a:rPr lang="pt-BR" sz="2400" b="0" i="1" smtClean="0">
                                    <a:latin typeface="Cambria Math" panose="02040503050406030204" pitchFamily="18" charset="0"/>
                                  </a:rPr>
                                  <m:t>⋱</m:t>
                                </m:r>
                              </m:e>
                              <m:e>
                                <m:r>
                                  <a:rPr lang="pt-BR" sz="2400" b="0" i="1" smtClean="0">
                                    <a:latin typeface="Cambria Math" panose="02040503050406030204" pitchFamily="18" charset="0"/>
                                  </a:rPr>
                                  <m:t>⋮</m:t>
                                </m:r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pt-BR" sz="2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pt-BR" sz="2400" b="0" i="1" smtClean="0">
                                        <a:latin typeface="Cambria Math" panose="02040503050406030204" pitchFamily="18" charset="0"/>
                                      </a:rPr>
                                      <m:t>𝑅</m:t>
                                    </m:r>
                                  </m:e>
                                  <m:sub>
                                    <m:r>
                                      <a:rPr lang="pt-BR" sz="2400" b="0" i="1" smtClean="0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  <m:r>
                                      <a:rPr lang="pt-BR" sz="2400" b="0" i="1" smtClean="0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sSubPr>
                                    <m:ctrlPr>
                                      <a:rPr lang="pt-BR" sz="2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pt-BR" sz="2400" b="0" i="1" smtClean="0">
                                        <a:latin typeface="Cambria Math" panose="02040503050406030204" pitchFamily="18" charset="0"/>
                                      </a:rPr>
                                      <m:t>𝑅</m:t>
                                    </m:r>
                                  </m:e>
                                  <m:sub>
                                    <m:r>
                                      <a:rPr lang="pt-BR" sz="2400" b="0" i="1" smtClean="0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  <m:r>
                                      <a:rPr lang="pt-BR" sz="2400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e>
                              <m:e>
                                <m:r>
                                  <a:rPr lang="pt-BR" sz="2400" b="0" i="1" smtClean="0">
                                    <a:latin typeface="Cambria Math" panose="02040503050406030204" pitchFamily="18" charset="0"/>
                                  </a:rPr>
                                  <m:t>⋯</m:t>
                                </m:r>
                              </m:e>
                              <m:e>
                                <m:sSub>
                                  <m:sSubPr>
                                    <m:ctrlPr>
                                      <a:rPr lang="pt-BR" sz="2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pt-BR" sz="2400" b="0" i="1" smtClean="0">
                                        <a:latin typeface="Cambria Math" panose="02040503050406030204" pitchFamily="18" charset="0"/>
                                      </a:rPr>
                                      <m:t>𝑅</m:t>
                                    </m:r>
                                  </m:e>
                                  <m:sub>
                                    <m:r>
                                      <a:rPr lang="pt-BR" sz="2400" b="0" i="1" smtClean="0">
                                        <a:latin typeface="Cambria Math" panose="02040503050406030204" pitchFamily="18" charset="0"/>
                                      </a:rPr>
                                      <m:t>𝑛𝑚</m:t>
                                    </m:r>
                                  </m:sub>
                                </m:sSub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15" name="CaixaDeTexto 1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62141" y="3867546"/>
                <a:ext cx="3587030" cy="1405321"/>
              </a:xfrm>
              <a:prstGeom prst="rect">
                <a:avLst/>
              </a:prstGeom>
              <a:blipFill rotWithShape="0"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460264"/>
    </mc:Choice>
    <mc:Fallback xmlns="">
      <p:transition spd="slow" advTm="460264"/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2"/>
          <p:cNvSpPr>
            <a:spLocks noGrp="1" noChangeArrowheads="1"/>
          </p:cNvSpPr>
          <p:nvPr>
            <p:ph type="title"/>
          </p:nvPr>
        </p:nvSpPr>
        <p:spPr>
          <a:xfrm>
            <a:off x="323850" y="533400"/>
            <a:ext cx="8820150" cy="1143000"/>
          </a:xfrm>
        </p:spPr>
        <p:txBody>
          <a:bodyPr/>
          <a:lstStyle/>
          <a:p>
            <a:pPr eaLnBrk="1" hangingPunct="1">
              <a:defRPr/>
            </a:pPr>
            <a:r>
              <a:rPr lang="pt-BR" sz="3600"/>
              <a:t>Detecção e recuperação de </a:t>
            </a:r>
            <a:r>
              <a:rPr lang="en-US" sz="3600"/>
              <a:t>deadlocks</a:t>
            </a:r>
            <a:r>
              <a:rPr lang="pt-BR" sz="3600"/>
              <a:t> com múltiplos recursos de cada tipo.</a:t>
            </a:r>
            <a:br>
              <a:rPr lang="pt-BR" sz="3600"/>
            </a:br>
            <a:r>
              <a:rPr lang="pt-BR" sz="3600"/>
              <a:t>Exemplo:</a:t>
            </a:r>
          </a:p>
        </p:txBody>
      </p:sp>
      <p:graphicFrame>
        <p:nvGraphicFramePr>
          <p:cNvPr id="28675" name="Object 3"/>
          <p:cNvGraphicFramePr>
            <a:graphicFrameLocks noChangeAspect="1"/>
          </p:cNvGraphicFramePr>
          <p:nvPr/>
        </p:nvGraphicFramePr>
        <p:xfrm>
          <a:off x="1731963" y="2516188"/>
          <a:ext cx="969962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31" name="Equation" r:id="rId3" imgW="533169" imgH="203112" progId="Equation.3">
                  <p:embed/>
                </p:oleObj>
              </mc:Choice>
              <mc:Fallback>
                <p:oleObj name="Equation" r:id="rId3" imgW="533169" imgH="203112" progId="Equation.3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31963" y="2516188"/>
                        <a:ext cx="969962" cy="368300"/>
                      </a:xfrm>
                      <a:prstGeom prst="rect">
                        <a:avLst/>
                      </a:prstGeom>
                      <a:solidFill>
                        <a:schemeClr val="tx1"/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484" name="Text Box 4"/>
          <p:cNvSpPr txBox="1">
            <a:spLocks noChangeArrowheads="1"/>
          </p:cNvSpPr>
          <p:nvPr/>
        </p:nvSpPr>
        <p:spPr bwMode="auto">
          <a:xfrm>
            <a:off x="900113" y="2060575"/>
            <a:ext cx="2592387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pt-BR" altLang="pt-BR" sz="2000"/>
              <a:t>Recursos Existentes</a:t>
            </a:r>
          </a:p>
        </p:txBody>
      </p:sp>
      <p:graphicFrame>
        <p:nvGraphicFramePr>
          <p:cNvPr id="28677" name="Object 5"/>
          <p:cNvGraphicFramePr>
            <a:graphicFrameLocks noChangeAspect="1"/>
          </p:cNvGraphicFramePr>
          <p:nvPr/>
        </p:nvGraphicFramePr>
        <p:xfrm>
          <a:off x="6083300" y="2530475"/>
          <a:ext cx="969963" cy="3698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32" name="Equation" r:id="rId5" imgW="533169" imgH="203112" progId="Equation.3">
                  <p:embed/>
                </p:oleObj>
              </mc:Choice>
              <mc:Fallback>
                <p:oleObj name="Equation" r:id="rId5" imgW="533169" imgH="203112" progId="Equation.3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83300" y="2530475"/>
                        <a:ext cx="969963" cy="369888"/>
                      </a:xfrm>
                      <a:prstGeom prst="rect">
                        <a:avLst/>
                      </a:prstGeom>
                      <a:solidFill>
                        <a:schemeClr val="tx1"/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486" name="Text Box 6"/>
          <p:cNvSpPr txBox="1">
            <a:spLocks noChangeArrowheads="1"/>
          </p:cNvSpPr>
          <p:nvPr/>
        </p:nvSpPr>
        <p:spPr bwMode="auto">
          <a:xfrm>
            <a:off x="5292725" y="2133600"/>
            <a:ext cx="2592388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pt-BR" altLang="pt-BR" sz="2000"/>
              <a:t>Recursos Disponíveis</a:t>
            </a:r>
          </a:p>
        </p:txBody>
      </p:sp>
      <p:graphicFrame>
        <p:nvGraphicFramePr>
          <p:cNvPr id="28679" name="Object 7"/>
          <p:cNvGraphicFramePr>
            <a:graphicFrameLocks noChangeAspect="1"/>
          </p:cNvGraphicFramePr>
          <p:nvPr/>
        </p:nvGraphicFramePr>
        <p:xfrm>
          <a:off x="1422400" y="3860800"/>
          <a:ext cx="1641475" cy="12938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33" name="Equation" r:id="rId7" imgW="901309" imgH="710891" progId="Equation.3">
                  <p:embed/>
                </p:oleObj>
              </mc:Choice>
              <mc:Fallback>
                <p:oleObj name="Equation" r:id="rId7" imgW="901309" imgH="710891" progId="Equation.3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22400" y="3860800"/>
                        <a:ext cx="1641475" cy="1293813"/>
                      </a:xfrm>
                      <a:prstGeom prst="rect">
                        <a:avLst/>
                      </a:prstGeom>
                      <a:solidFill>
                        <a:schemeClr val="tx1"/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488" name="Text Box 8"/>
          <p:cNvSpPr txBox="1">
            <a:spLocks noChangeArrowheads="1"/>
          </p:cNvSpPr>
          <p:nvPr/>
        </p:nvSpPr>
        <p:spPr bwMode="auto">
          <a:xfrm>
            <a:off x="611188" y="3429000"/>
            <a:ext cx="3240087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pt-BR" altLang="pt-BR" sz="2000"/>
              <a:t>Matriz de Alocação Corrente</a:t>
            </a:r>
          </a:p>
        </p:txBody>
      </p:sp>
      <p:graphicFrame>
        <p:nvGraphicFramePr>
          <p:cNvPr id="28681" name="Object 9"/>
          <p:cNvGraphicFramePr>
            <a:graphicFrameLocks noChangeAspect="1"/>
          </p:cNvGraphicFramePr>
          <p:nvPr/>
        </p:nvGraphicFramePr>
        <p:xfrm>
          <a:off x="5708650" y="3860800"/>
          <a:ext cx="1643063" cy="12938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34" name="Equation" r:id="rId9" imgW="901309" imgH="710891" progId="Equation.3">
                  <p:embed/>
                </p:oleObj>
              </mc:Choice>
              <mc:Fallback>
                <p:oleObj name="Equation" r:id="rId9" imgW="901309" imgH="710891" progId="Equation.3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08650" y="3860800"/>
                        <a:ext cx="1643063" cy="1293813"/>
                      </a:xfrm>
                      <a:prstGeom prst="rect">
                        <a:avLst/>
                      </a:prstGeom>
                      <a:solidFill>
                        <a:schemeClr val="tx1"/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490" name="Text Box 10"/>
          <p:cNvSpPr txBox="1">
            <a:spLocks noChangeArrowheads="1"/>
          </p:cNvSpPr>
          <p:nvPr/>
        </p:nvSpPr>
        <p:spPr bwMode="auto">
          <a:xfrm>
            <a:off x="4787900" y="3429000"/>
            <a:ext cx="3240088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pt-BR" altLang="pt-BR" sz="2000"/>
              <a:t>Matriz de Requisições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664237"/>
    </mc:Choice>
    <mc:Fallback xmlns="">
      <p:transition spd="slow" advTm="664237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867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867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286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2867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2867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286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2868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2868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286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2867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2867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286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50.6|71.4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2.3|56.4|29.8|51.4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46.3|33.1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9|39.7|92.2|4.7"/>
</p:tagLst>
</file>

<file path=ppt/theme/theme1.xml><?xml version="1.0" encoding="utf-8"?>
<a:theme xmlns:a="http://schemas.openxmlformats.org/drawingml/2006/main" name="COLORBOX">
  <a:themeElements>
    <a:clrScheme name="COLORBOX 1">
      <a:dk1>
        <a:srgbClr val="000000"/>
      </a:dk1>
      <a:lt1>
        <a:srgbClr val="FFFFFF"/>
      </a:lt1>
      <a:dk2>
        <a:srgbClr val="969696"/>
      </a:dk2>
      <a:lt2>
        <a:srgbClr val="FFFFFF"/>
      </a:lt2>
      <a:accent1>
        <a:srgbClr val="0000FF"/>
      </a:accent1>
      <a:accent2>
        <a:srgbClr val="66FF33"/>
      </a:accent2>
      <a:accent3>
        <a:srgbClr val="C9C9C9"/>
      </a:accent3>
      <a:accent4>
        <a:srgbClr val="DADADA"/>
      </a:accent4>
      <a:accent5>
        <a:srgbClr val="AAAAFF"/>
      </a:accent5>
      <a:accent6>
        <a:srgbClr val="5CE72D"/>
      </a:accent6>
      <a:hlink>
        <a:srgbClr val="D60093"/>
      </a:hlink>
      <a:folHlink>
        <a:srgbClr val="B2B2B2"/>
      </a:folHlink>
    </a:clrScheme>
    <a:fontScheme name="COLORBOX">
      <a:majorFont>
        <a:latin typeface="Arial"/>
        <a:ea typeface=""/>
        <a:cs typeface="Arial"/>
      </a:majorFont>
      <a:minorFont>
        <a:latin typeface="Arial"/>
        <a:ea typeface=""/>
        <a:cs typeface="Arial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COLORBOX 1">
        <a:dk1>
          <a:srgbClr val="000000"/>
        </a:dk1>
        <a:lt1>
          <a:srgbClr val="FFFFFF"/>
        </a:lt1>
        <a:dk2>
          <a:srgbClr val="969696"/>
        </a:dk2>
        <a:lt2>
          <a:srgbClr val="FFFFFF"/>
        </a:lt2>
        <a:accent1>
          <a:srgbClr val="0000FF"/>
        </a:accent1>
        <a:accent2>
          <a:srgbClr val="66FF33"/>
        </a:accent2>
        <a:accent3>
          <a:srgbClr val="C9C9C9"/>
        </a:accent3>
        <a:accent4>
          <a:srgbClr val="DADADA"/>
        </a:accent4>
        <a:accent5>
          <a:srgbClr val="AAAAFF"/>
        </a:accent5>
        <a:accent6>
          <a:srgbClr val="5CE72D"/>
        </a:accent6>
        <a:hlink>
          <a:srgbClr val="D60093"/>
        </a:hlink>
        <a:folHlink>
          <a:srgbClr val="B2B2B2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OLORBOX 2">
        <a:dk1>
          <a:srgbClr val="000000"/>
        </a:dk1>
        <a:lt1>
          <a:srgbClr val="FFFFFF"/>
        </a:lt1>
        <a:dk2>
          <a:srgbClr val="000000"/>
        </a:dk2>
        <a:lt2>
          <a:srgbClr val="FFFFCC"/>
        </a:lt2>
        <a:accent1>
          <a:srgbClr val="FF00FF"/>
        </a:accent1>
        <a:accent2>
          <a:srgbClr val="00FF00"/>
        </a:accent2>
        <a:accent3>
          <a:srgbClr val="FFFFFF"/>
        </a:accent3>
        <a:accent4>
          <a:srgbClr val="000000"/>
        </a:accent4>
        <a:accent5>
          <a:srgbClr val="FFAAFF"/>
        </a:accent5>
        <a:accent6>
          <a:srgbClr val="00E700"/>
        </a:accent6>
        <a:hlink>
          <a:srgbClr val="00FFFF"/>
        </a:hlink>
        <a:folHlink>
          <a:srgbClr val="80808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OLORBOX 3">
        <a:dk1>
          <a:srgbClr val="000000"/>
        </a:dk1>
        <a:lt1>
          <a:srgbClr val="FFFFFF"/>
        </a:lt1>
        <a:dk2>
          <a:srgbClr val="000000"/>
        </a:dk2>
        <a:lt2>
          <a:srgbClr val="DDDDDD"/>
        </a:lt2>
        <a:accent1>
          <a:srgbClr val="CBCBCB"/>
        </a:accent1>
        <a:accent2>
          <a:srgbClr val="EAEAEA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D4D4D4"/>
        </a:accent6>
        <a:hlink>
          <a:srgbClr val="5F5F5F"/>
        </a:hlink>
        <a:folHlink>
          <a:srgbClr val="96969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Tema do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COLORBOX</Template>
  <TotalTime>387</TotalTime>
  <Words>837</Words>
  <Application>Microsoft Office PowerPoint</Application>
  <PresentationFormat>Apresentação na tela (4:3)</PresentationFormat>
  <Paragraphs>120</Paragraphs>
  <Slides>18</Slides>
  <Notes>0</Notes>
  <HiddenSlides>0</HiddenSlides>
  <MMClips>0</MMClips>
  <ScaleCrop>false</ScaleCrop>
  <HeadingPairs>
    <vt:vector size="8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Servidores OLE inseridos</vt:lpstr>
      </vt:variant>
      <vt:variant>
        <vt:i4>1</vt:i4>
      </vt:variant>
      <vt:variant>
        <vt:lpstr>Títulos de slides</vt:lpstr>
      </vt:variant>
      <vt:variant>
        <vt:i4>18</vt:i4>
      </vt:variant>
    </vt:vector>
  </HeadingPairs>
  <TitlesOfParts>
    <vt:vector size="24" baseType="lpstr">
      <vt:lpstr>Arial</vt:lpstr>
      <vt:lpstr>Cambria Math</vt:lpstr>
      <vt:lpstr>Times New Roman</vt:lpstr>
      <vt:lpstr>Wingdings</vt:lpstr>
      <vt:lpstr>COLORBOX</vt:lpstr>
      <vt:lpstr>Equation</vt:lpstr>
      <vt:lpstr>Sistemas Operacionais:   Técnicas de Detecção e     Prevenção de deadlocks.</vt:lpstr>
      <vt:lpstr>Plano de Aula</vt:lpstr>
      <vt:lpstr>Apresentação do PowerPoint</vt:lpstr>
      <vt:lpstr>Modelo de Deadlocks</vt:lpstr>
      <vt:lpstr>Modelo de Deadlocks</vt:lpstr>
      <vt:lpstr>Propriedade dos Estados</vt:lpstr>
      <vt:lpstr>Exemplo</vt:lpstr>
      <vt:lpstr>Estados seguros e inseguros</vt:lpstr>
      <vt:lpstr>Estados seguros</vt:lpstr>
      <vt:lpstr>Estados seguro</vt:lpstr>
      <vt:lpstr>Caracterização de deadlocks</vt:lpstr>
      <vt:lpstr>Caracterização de deadlocks</vt:lpstr>
      <vt:lpstr>Situação de deadlock 2</vt:lpstr>
      <vt:lpstr>Tratamento de deadlocks</vt:lpstr>
      <vt:lpstr>Prevenção de Deadlocks</vt:lpstr>
      <vt:lpstr>Quebrando a espera circular</vt:lpstr>
      <vt:lpstr>Detecção e recuperação de deadlocks com múltiplos recursos de cada tipo</vt:lpstr>
      <vt:lpstr>Detecção e recuperação de deadlocks com múltiplos recursos de cada tipo. Exemplo: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Sistemas Operacionais I</dc:title>
  <dc:subject>Técnicas de detecção e prevenção de deadlocks</dc:subject>
  <dc:creator>André Leon S. Gradvohl, Dr.</dc:creator>
  <cp:lastModifiedBy>André Leon Gradvohl</cp:lastModifiedBy>
  <cp:revision>37</cp:revision>
  <dcterms:created xsi:type="dcterms:W3CDTF">2007-09-08T15:01:45Z</dcterms:created>
  <dcterms:modified xsi:type="dcterms:W3CDTF">2020-03-29T13:59:58Z</dcterms:modified>
</cp:coreProperties>
</file>