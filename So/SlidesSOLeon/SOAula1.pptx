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2"/>
  </p:notesMasterIdLst>
  <p:sldIdLst>
    <p:sldId id="256" r:id="rId2"/>
    <p:sldId id="258" r:id="rId3"/>
    <p:sldId id="301" r:id="rId4"/>
    <p:sldId id="302" r:id="rId5"/>
    <p:sldId id="260" r:id="rId6"/>
    <p:sldId id="273" r:id="rId7"/>
    <p:sldId id="262" r:id="rId8"/>
    <p:sldId id="263" r:id="rId9"/>
    <p:sldId id="264" r:id="rId10"/>
    <p:sldId id="265" r:id="rId11"/>
    <p:sldId id="266" r:id="rId12"/>
    <p:sldId id="285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67" r:id="rId24"/>
    <p:sldId id="268" r:id="rId25"/>
    <p:sldId id="269" r:id="rId26"/>
    <p:sldId id="270" r:id="rId27"/>
    <p:sldId id="271" r:id="rId28"/>
    <p:sldId id="287" r:id="rId29"/>
    <p:sldId id="286" r:id="rId30"/>
    <p:sldId id="272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DB39D1-299B-4173-A9DB-22D2069614D2}" v="255" dt="2022-01-18T18:28:22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Leon Gradvohl" userId="06cc6c77ff9aaaf9" providerId="LiveId" clId="{DDDB39D1-299B-4173-A9DB-22D2069614D2}"/>
    <pc:docChg chg="undo redo custSel delSld modSld modMainMaster">
      <pc:chgData name="Andre Leon Gradvohl" userId="06cc6c77ff9aaaf9" providerId="LiveId" clId="{DDDB39D1-299B-4173-A9DB-22D2069614D2}" dt="2022-01-18T18:34:26.540" v="587" actId="27636"/>
      <pc:docMkLst>
        <pc:docMk/>
      </pc:docMkLst>
      <pc:sldChg chg="addSp delSp modSp mod setBg modAnim">
        <pc:chgData name="Andre Leon Gradvohl" userId="06cc6c77ff9aaaf9" providerId="LiveId" clId="{DDDB39D1-299B-4173-A9DB-22D2069614D2}" dt="2022-01-18T17:12:11.189" v="40"/>
        <pc:sldMkLst>
          <pc:docMk/>
          <pc:sldMk cId="0" sldId="258"/>
        </pc:sldMkLst>
        <pc:spChg chg="add">
          <ac:chgData name="Andre Leon Gradvohl" userId="06cc6c77ff9aaaf9" providerId="LiveId" clId="{DDDB39D1-299B-4173-A9DB-22D2069614D2}" dt="2022-01-18T17:04:44.064" v="15" actId="26606"/>
          <ac:spMkLst>
            <pc:docMk/>
            <pc:sldMk cId="0" sldId="258"/>
            <ac:spMk id="74" creationId="{DBDA151C-5770-45E4-AAFF-59E7F403866D}"/>
          </ac:spMkLst>
        </pc:spChg>
        <pc:spChg chg="mod ord">
          <ac:chgData name="Andre Leon Gradvohl" userId="06cc6c77ff9aaaf9" providerId="LiveId" clId="{DDDB39D1-299B-4173-A9DB-22D2069614D2}" dt="2022-01-18T17:04:44.064" v="15" actId="26606"/>
          <ac:spMkLst>
            <pc:docMk/>
            <pc:sldMk cId="0" sldId="258"/>
            <ac:spMk id="6146" creationId="{2859892C-B55A-447A-AAAD-03F0DE1618B2}"/>
          </ac:spMkLst>
        </pc:spChg>
        <pc:spChg chg="del">
          <ac:chgData name="Andre Leon Gradvohl" userId="06cc6c77ff9aaaf9" providerId="LiveId" clId="{DDDB39D1-299B-4173-A9DB-22D2069614D2}" dt="2022-01-18T17:04:44.064" v="15" actId="26606"/>
          <ac:spMkLst>
            <pc:docMk/>
            <pc:sldMk cId="0" sldId="258"/>
            <ac:spMk id="6148" creationId="{1DA676E6-581E-4A75-B632-3C2EFB78BFB5}"/>
          </ac:spMkLst>
        </pc:spChg>
        <pc:spChg chg="mod">
          <ac:chgData name="Andre Leon Gradvohl" userId="06cc6c77ff9aaaf9" providerId="LiveId" clId="{DDDB39D1-299B-4173-A9DB-22D2069614D2}" dt="2022-01-18T17:05:24.213" v="16" actId="3064"/>
          <ac:spMkLst>
            <pc:docMk/>
            <pc:sldMk cId="0" sldId="258"/>
            <ac:spMk id="69634" creationId="{1B511338-BB96-47DF-BBFA-51C869D810FD}"/>
          </ac:spMkLst>
        </pc:spChg>
        <pc:graphicFrameChg chg="add mod">
          <ac:chgData name="Andre Leon Gradvohl" userId="06cc6c77ff9aaaf9" providerId="LiveId" clId="{DDDB39D1-299B-4173-A9DB-22D2069614D2}" dt="2022-01-18T17:11:44.342" v="39" actId="20577"/>
          <ac:graphicFrameMkLst>
            <pc:docMk/>
            <pc:sldMk cId="0" sldId="258"/>
            <ac:graphicFrameMk id="69636" creationId="{4CE4A203-5E9A-446C-8850-4F3F19E84077}"/>
          </ac:graphicFrameMkLst>
        </pc:graphicFrameChg>
        <pc:cxnChg chg="add">
          <ac:chgData name="Andre Leon Gradvohl" userId="06cc6c77ff9aaaf9" providerId="LiveId" clId="{DDDB39D1-299B-4173-A9DB-22D2069614D2}" dt="2022-01-18T17:04:44.064" v="15" actId="26606"/>
          <ac:cxnSpMkLst>
            <pc:docMk/>
            <pc:sldMk cId="0" sldId="258"/>
            <ac:cxnSpMk id="76" creationId="{B209265E-E0D7-493B-97CE-2263D50C3F0A}"/>
          </ac:cxnSpMkLst>
        </pc:cxnChg>
      </pc:sldChg>
      <pc:sldChg chg="modSp mod">
        <pc:chgData name="Andre Leon Gradvohl" userId="06cc6c77ff9aaaf9" providerId="LiveId" clId="{DDDB39D1-299B-4173-A9DB-22D2069614D2}" dt="2022-01-18T17:16:19.989" v="60" actId="404"/>
        <pc:sldMkLst>
          <pc:docMk/>
          <pc:sldMk cId="0" sldId="260"/>
        </pc:sldMkLst>
        <pc:spChg chg="mod">
          <ac:chgData name="Andre Leon Gradvohl" userId="06cc6c77ff9aaaf9" providerId="LiveId" clId="{DDDB39D1-299B-4173-A9DB-22D2069614D2}" dt="2022-01-18T17:16:19.989" v="60" actId="404"/>
          <ac:spMkLst>
            <pc:docMk/>
            <pc:sldMk cId="0" sldId="260"/>
            <ac:spMk id="9220" creationId="{E8A18DC1-A048-43DF-BF66-55D35B844313}"/>
          </ac:spMkLst>
        </pc:spChg>
      </pc:sldChg>
      <pc:sldChg chg="modSp del mod">
        <pc:chgData name="Andre Leon Gradvohl" userId="06cc6c77ff9aaaf9" providerId="LiveId" clId="{DDDB39D1-299B-4173-A9DB-22D2069614D2}" dt="2022-01-18T17:16:45.845" v="63" actId="47"/>
        <pc:sldMkLst>
          <pc:docMk/>
          <pc:sldMk cId="0" sldId="261"/>
        </pc:sldMkLst>
        <pc:spChg chg="mod">
          <ac:chgData name="Andre Leon Gradvohl" userId="06cc6c77ff9aaaf9" providerId="LiveId" clId="{DDDB39D1-299B-4173-A9DB-22D2069614D2}" dt="2022-01-18T17:16:38.673" v="62" actId="14100"/>
          <ac:spMkLst>
            <pc:docMk/>
            <pc:sldMk cId="0" sldId="261"/>
            <ac:spMk id="11268" creationId="{C30FE263-410E-45DE-B520-06619C196439}"/>
          </ac:spMkLst>
        </pc:spChg>
      </pc:sldChg>
      <pc:sldChg chg="modSp mod">
        <pc:chgData name="Andre Leon Gradvohl" userId="06cc6c77ff9aaaf9" providerId="LiveId" clId="{DDDB39D1-299B-4173-A9DB-22D2069614D2}" dt="2022-01-18T17:16:56.832" v="66" actId="403"/>
        <pc:sldMkLst>
          <pc:docMk/>
          <pc:sldMk cId="0" sldId="262"/>
        </pc:sldMkLst>
        <pc:spChg chg="mod">
          <ac:chgData name="Andre Leon Gradvohl" userId="06cc6c77ff9aaaf9" providerId="LiveId" clId="{DDDB39D1-299B-4173-A9DB-22D2069614D2}" dt="2022-01-18T17:16:51.250" v="65" actId="27636"/>
          <ac:spMkLst>
            <pc:docMk/>
            <pc:sldMk cId="0" sldId="262"/>
            <ac:spMk id="73730" creationId="{C634F4A2-8366-49AE-851A-49B07E217640}"/>
          </ac:spMkLst>
        </pc:spChg>
        <pc:spChg chg="mod">
          <ac:chgData name="Andre Leon Gradvohl" userId="06cc6c77ff9aaaf9" providerId="LiveId" clId="{DDDB39D1-299B-4173-A9DB-22D2069614D2}" dt="2022-01-18T17:16:56.832" v="66" actId="403"/>
          <ac:spMkLst>
            <pc:docMk/>
            <pc:sldMk cId="0" sldId="262"/>
            <ac:spMk id="73731" creationId="{6A2CEB67-EC2A-41C4-B98B-E6D20F974DC8}"/>
          </ac:spMkLst>
        </pc:spChg>
      </pc:sldChg>
      <pc:sldChg chg="modSp mod">
        <pc:chgData name="Andre Leon Gradvohl" userId="06cc6c77ff9aaaf9" providerId="LiveId" clId="{DDDB39D1-299B-4173-A9DB-22D2069614D2}" dt="2022-01-18T17:18:52.712" v="76" actId="1582"/>
        <pc:sldMkLst>
          <pc:docMk/>
          <pc:sldMk cId="0" sldId="263"/>
        </pc:sldMkLst>
        <pc:spChg chg="mod">
          <ac:chgData name="Andre Leon Gradvohl" userId="06cc6c77ff9aaaf9" providerId="LiveId" clId="{DDDB39D1-299B-4173-A9DB-22D2069614D2}" dt="2022-01-18T17:17:17.102" v="70" actId="14100"/>
          <ac:spMkLst>
            <pc:docMk/>
            <pc:sldMk cId="0" sldId="263"/>
            <ac:spMk id="13316" creationId="{F209B8F2-20A3-4C0F-B04B-013B266E9128}"/>
          </ac:spMkLst>
        </pc:spChg>
        <pc:spChg chg="mod">
          <ac:chgData name="Andre Leon Gradvohl" userId="06cc6c77ff9aaaf9" providerId="LiveId" clId="{DDDB39D1-299B-4173-A9DB-22D2069614D2}" dt="2022-01-18T17:17:12.829" v="69" actId="14100"/>
          <ac:spMkLst>
            <pc:docMk/>
            <pc:sldMk cId="0" sldId="263"/>
            <ac:spMk id="75778" creationId="{C3A5E941-3F62-4055-B4D2-1898E9E54D9F}"/>
          </ac:spMkLst>
        </pc:spChg>
        <pc:spChg chg="mod">
          <ac:chgData name="Andre Leon Gradvohl" userId="06cc6c77ff9aaaf9" providerId="LiveId" clId="{DDDB39D1-299B-4173-A9DB-22D2069614D2}" dt="2022-01-18T17:18:52.712" v="76" actId="1582"/>
          <ac:spMkLst>
            <pc:docMk/>
            <pc:sldMk cId="0" sldId="263"/>
            <ac:spMk id="75780" creationId="{B019BFF5-4BE4-461A-A769-30C7477F939A}"/>
          </ac:spMkLst>
        </pc:spChg>
        <pc:spChg chg="mod">
          <ac:chgData name="Andre Leon Gradvohl" userId="06cc6c77ff9aaaf9" providerId="LiveId" clId="{DDDB39D1-299B-4173-A9DB-22D2069614D2}" dt="2022-01-18T17:18:52.712" v="76" actId="1582"/>
          <ac:spMkLst>
            <pc:docMk/>
            <pc:sldMk cId="0" sldId="263"/>
            <ac:spMk id="75783" creationId="{FE174A52-EAEF-4778-8E62-D0503B0C379A}"/>
          </ac:spMkLst>
        </pc:spChg>
        <pc:spChg chg="mod">
          <ac:chgData name="Andre Leon Gradvohl" userId="06cc6c77ff9aaaf9" providerId="LiveId" clId="{DDDB39D1-299B-4173-A9DB-22D2069614D2}" dt="2022-01-18T17:18:52.712" v="76" actId="1582"/>
          <ac:spMkLst>
            <pc:docMk/>
            <pc:sldMk cId="0" sldId="263"/>
            <ac:spMk id="75784" creationId="{10A5A69D-DD18-4392-8CDB-673EB62A700A}"/>
          </ac:spMkLst>
        </pc:spChg>
        <pc:spChg chg="mod">
          <ac:chgData name="Andre Leon Gradvohl" userId="06cc6c77ff9aaaf9" providerId="LiveId" clId="{DDDB39D1-299B-4173-A9DB-22D2069614D2}" dt="2022-01-18T17:18:52.712" v="76" actId="1582"/>
          <ac:spMkLst>
            <pc:docMk/>
            <pc:sldMk cId="0" sldId="263"/>
            <ac:spMk id="75785" creationId="{FDC0E60D-C109-41BF-9947-9001FDD38721}"/>
          </ac:spMkLst>
        </pc:spChg>
        <pc:spChg chg="mod">
          <ac:chgData name="Andre Leon Gradvohl" userId="06cc6c77ff9aaaf9" providerId="LiveId" clId="{DDDB39D1-299B-4173-A9DB-22D2069614D2}" dt="2022-01-18T17:17:24.685" v="71" actId="1076"/>
          <ac:spMkLst>
            <pc:docMk/>
            <pc:sldMk cId="0" sldId="263"/>
            <ac:spMk id="75786" creationId="{180DD894-9811-468C-B789-06610F90904C}"/>
          </ac:spMkLst>
        </pc:spChg>
        <pc:spChg chg="mod">
          <ac:chgData name="Andre Leon Gradvohl" userId="06cc6c77ff9aaaf9" providerId="LiveId" clId="{DDDB39D1-299B-4173-A9DB-22D2069614D2}" dt="2022-01-18T17:17:24.685" v="71" actId="1076"/>
          <ac:spMkLst>
            <pc:docMk/>
            <pc:sldMk cId="0" sldId="263"/>
            <ac:spMk id="75787" creationId="{288346D0-33E3-49C8-B6D5-5F292C064642}"/>
          </ac:spMkLst>
        </pc:spChg>
        <pc:spChg chg="mod">
          <ac:chgData name="Andre Leon Gradvohl" userId="06cc6c77ff9aaaf9" providerId="LiveId" clId="{DDDB39D1-299B-4173-A9DB-22D2069614D2}" dt="2022-01-18T17:17:24.685" v="71" actId="1076"/>
          <ac:spMkLst>
            <pc:docMk/>
            <pc:sldMk cId="0" sldId="263"/>
            <ac:spMk id="75788" creationId="{FBF6B3BD-14D9-41BB-BD6D-D24C840D4FE2}"/>
          </ac:spMkLst>
        </pc:spChg>
      </pc:sldChg>
      <pc:sldChg chg="modSp mod">
        <pc:chgData name="Andre Leon Gradvohl" userId="06cc6c77ff9aaaf9" providerId="LiveId" clId="{DDDB39D1-299B-4173-A9DB-22D2069614D2}" dt="2022-01-18T17:22:31.233" v="87" actId="208"/>
        <pc:sldMkLst>
          <pc:docMk/>
          <pc:sldMk cId="0" sldId="264"/>
        </pc:sldMkLst>
        <pc:spChg chg="mod">
          <ac:chgData name="Andre Leon Gradvohl" userId="06cc6c77ff9aaaf9" providerId="LiveId" clId="{DDDB39D1-299B-4173-A9DB-22D2069614D2}" dt="2022-01-18T17:20:11.704" v="81" actId="1076"/>
          <ac:spMkLst>
            <pc:docMk/>
            <pc:sldMk cId="0" sldId="264"/>
            <ac:spMk id="14340" creationId="{A1F9E5CF-09C3-4D65-8B28-B59FFC626926}"/>
          </ac:spMkLst>
        </pc:spChg>
        <pc:spChg chg="mod">
          <ac:chgData name="Andre Leon Gradvohl" userId="06cc6c77ff9aaaf9" providerId="LiveId" clId="{DDDB39D1-299B-4173-A9DB-22D2069614D2}" dt="2022-01-18T17:21:59.592" v="86" actId="2085"/>
          <ac:spMkLst>
            <pc:docMk/>
            <pc:sldMk cId="0" sldId="264"/>
            <ac:spMk id="14376" creationId="{77E0F610-70FA-4BB1-B5F6-860CBB335513}"/>
          </ac:spMkLst>
        </pc:spChg>
        <pc:spChg chg="mod">
          <ac:chgData name="Andre Leon Gradvohl" userId="06cc6c77ff9aaaf9" providerId="LiveId" clId="{DDDB39D1-299B-4173-A9DB-22D2069614D2}" dt="2022-01-18T17:19:14.264" v="78" actId="27636"/>
          <ac:spMkLst>
            <pc:docMk/>
            <pc:sldMk cId="0" sldId="264"/>
            <ac:spMk id="80898" creationId="{C6E76F91-2823-46AF-B654-3E0E7F7C6A71}"/>
          </ac:spMkLst>
        </pc:spChg>
        <pc:spChg chg="mod">
          <ac:chgData name="Andre Leon Gradvohl" userId="06cc6c77ff9aaaf9" providerId="LiveId" clId="{DDDB39D1-299B-4173-A9DB-22D2069614D2}" dt="2022-01-18T17:21:03.130" v="83" actId="1582"/>
          <ac:spMkLst>
            <pc:docMk/>
            <pc:sldMk cId="0" sldId="264"/>
            <ac:spMk id="80907" creationId="{3D756676-491D-424B-9F8B-DF28A0701006}"/>
          </ac:spMkLst>
        </pc:spChg>
        <pc:spChg chg="mod">
          <ac:chgData name="Andre Leon Gradvohl" userId="06cc6c77ff9aaaf9" providerId="LiveId" clId="{DDDB39D1-299B-4173-A9DB-22D2069614D2}" dt="2022-01-18T17:22:31.233" v="87" actId="208"/>
          <ac:spMkLst>
            <pc:docMk/>
            <pc:sldMk cId="0" sldId="264"/>
            <ac:spMk id="80944" creationId="{4D5ACBD0-14A3-4249-8FC5-0F2305CF5C0F}"/>
          </ac:spMkLst>
        </pc:spChg>
        <pc:spChg chg="mod">
          <ac:chgData name="Andre Leon Gradvohl" userId="06cc6c77ff9aaaf9" providerId="LiveId" clId="{DDDB39D1-299B-4173-A9DB-22D2069614D2}" dt="2022-01-18T17:22:31.233" v="87" actId="208"/>
          <ac:spMkLst>
            <pc:docMk/>
            <pc:sldMk cId="0" sldId="264"/>
            <ac:spMk id="80946" creationId="{C6F06F3A-6DD0-4210-9C60-FFACAFAAABF4}"/>
          </ac:spMkLst>
        </pc:spChg>
        <pc:spChg chg="mod">
          <ac:chgData name="Andre Leon Gradvohl" userId="06cc6c77ff9aaaf9" providerId="LiveId" clId="{DDDB39D1-299B-4173-A9DB-22D2069614D2}" dt="2022-01-18T17:22:31.233" v="87" actId="208"/>
          <ac:spMkLst>
            <pc:docMk/>
            <pc:sldMk cId="0" sldId="264"/>
            <ac:spMk id="80948" creationId="{4F604B2B-DC9E-4FEB-AC93-4F37CA1CF7EE}"/>
          </ac:spMkLst>
        </pc:spChg>
        <pc:grpChg chg="mod">
          <ac:chgData name="Andre Leon Gradvohl" userId="06cc6c77ff9aaaf9" providerId="LiveId" clId="{DDDB39D1-299B-4173-A9DB-22D2069614D2}" dt="2022-01-18T17:21:50.997" v="85" actId="208"/>
          <ac:grpSpMkLst>
            <pc:docMk/>
            <pc:sldMk cId="0" sldId="264"/>
            <ac:grpSpMk id="2" creationId="{0FFD8EE0-B293-405D-A4A2-389131FF164A}"/>
          </ac:grpSpMkLst>
        </pc:grpChg>
      </pc:sldChg>
      <pc:sldChg chg="addSp delSp modSp mod setBg">
        <pc:chgData name="Andre Leon Gradvohl" userId="06cc6c77ff9aaaf9" providerId="LiveId" clId="{DDDB39D1-299B-4173-A9DB-22D2069614D2}" dt="2022-01-18T17:24:01.503" v="105" actId="1076"/>
        <pc:sldMkLst>
          <pc:docMk/>
          <pc:sldMk cId="0" sldId="265"/>
        </pc:sldMkLst>
        <pc:spChg chg="add del">
          <ac:chgData name="Andre Leon Gradvohl" userId="06cc6c77ff9aaaf9" providerId="LiveId" clId="{DDDB39D1-299B-4173-A9DB-22D2069614D2}" dt="2022-01-18T17:23:39.067" v="96" actId="26606"/>
          <ac:spMkLst>
            <pc:docMk/>
            <pc:sldMk cId="0" sldId="265"/>
            <ac:spMk id="136" creationId="{DBDA151C-5770-45E4-AAFF-59E7F403866D}"/>
          </ac:spMkLst>
        </pc:spChg>
        <pc:spChg chg="mod ord">
          <ac:chgData name="Andre Leon Gradvohl" userId="06cc6c77ff9aaaf9" providerId="LiveId" clId="{DDDB39D1-299B-4173-A9DB-22D2069614D2}" dt="2022-01-18T17:23:48.800" v="103" actId="26606"/>
          <ac:spMkLst>
            <pc:docMk/>
            <pc:sldMk cId="0" sldId="265"/>
            <ac:spMk id="15362" creationId="{33FA8D5E-58DC-495D-A3D1-43F6015C4A25}"/>
          </ac:spMkLst>
        </pc:spChg>
        <pc:spChg chg="add del mod">
          <ac:chgData name="Andre Leon Gradvohl" userId="06cc6c77ff9aaaf9" providerId="LiveId" clId="{DDDB39D1-299B-4173-A9DB-22D2069614D2}" dt="2022-01-18T17:23:48.800" v="103" actId="26606"/>
          <ac:spMkLst>
            <pc:docMk/>
            <pc:sldMk cId="0" sldId="265"/>
            <ac:spMk id="15364" creationId="{ADE24B93-43C0-4305-977D-36174F3DECE5}"/>
          </ac:spMkLst>
        </pc:spChg>
        <pc:spChg chg="mod">
          <ac:chgData name="Andre Leon Gradvohl" userId="06cc6c77ff9aaaf9" providerId="LiveId" clId="{DDDB39D1-299B-4173-A9DB-22D2069614D2}" dt="2022-01-18T17:23:48.800" v="103" actId="26606"/>
          <ac:spMkLst>
            <pc:docMk/>
            <pc:sldMk cId="0" sldId="265"/>
            <ac:spMk id="81922" creationId="{B21E2EC8-12FC-4530-B833-B4C109C61DA7}"/>
          </ac:spMkLst>
        </pc:spChg>
        <pc:spChg chg="add del">
          <ac:chgData name="Andre Leon Gradvohl" userId="06cc6c77ff9aaaf9" providerId="LiveId" clId="{DDDB39D1-299B-4173-A9DB-22D2069614D2}" dt="2022-01-18T17:23:44.294" v="98" actId="26606"/>
          <ac:spMkLst>
            <pc:docMk/>
            <pc:sldMk cId="0" sldId="265"/>
            <ac:spMk id="81926" creationId="{DBDA151C-5770-45E4-AAFF-59E7F403866D}"/>
          </ac:spMkLst>
        </pc:spChg>
        <pc:spChg chg="add del">
          <ac:chgData name="Andre Leon Gradvohl" userId="06cc6c77ff9aaaf9" providerId="LiveId" clId="{DDDB39D1-299B-4173-A9DB-22D2069614D2}" dt="2022-01-18T17:23:47.538" v="100" actId="26606"/>
          <ac:spMkLst>
            <pc:docMk/>
            <pc:sldMk cId="0" sldId="265"/>
            <ac:spMk id="81930" creationId="{063F27BC-7079-4FF7-8F7C-ABC82FA3C247}"/>
          </ac:spMkLst>
        </pc:spChg>
        <pc:spChg chg="add del">
          <ac:chgData name="Andre Leon Gradvohl" userId="06cc6c77ff9aaaf9" providerId="LiveId" clId="{DDDB39D1-299B-4173-A9DB-22D2069614D2}" dt="2022-01-18T17:23:48.761" v="102" actId="26606"/>
          <ac:spMkLst>
            <pc:docMk/>
            <pc:sldMk cId="0" sldId="265"/>
            <ac:spMk id="81934" creationId="{063F27BC-7079-4FF7-8F7C-ABC82FA3C247}"/>
          </ac:spMkLst>
        </pc:spChg>
        <pc:spChg chg="add">
          <ac:chgData name="Andre Leon Gradvohl" userId="06cc6c77ff9aaaf9" providerId="LiveId" clId="{DDDB39D1-299B-4173-A9DB-22D2069614D2}" dt="2022-01-18T17:23:48.800" v="103" actId="26606"/>
          <ac:spMkLst>
            <pc:docMk/>
            <pc:sldMk cId="0" sldId="265"/>
            <ac:spMk id="81938" creationId="{063F27BC-7079-4FF7-8F7C-ABC82FA3C247}"/>
          </ac:spMkLst>
        </pc:spChg>
        <pc:graphicFrameChg chg="add del">
          <ac:chgData name="Andre Leon Gradvohl" userId="06cc6c77ff9aaaf9" providerId="LiveId" clId="{DDDB39D1-299B-4173-A9DB-22D2069614D2}" dt="2022-01-18T17:23:39.067" v="96" actId="26606"/>
          <ac:graphicFrameMkLst>
            <pc:docMk/>
            <pc:sldMk cId="0" sldId="265"/>
            <ac:graphicFrameMk id="81924" creationId="{17A0C811-0A24-45EA-8421-4D188B66F8E8}"/>
          </ac:graphicFrameMkLst>
        </pc:graphicFrameChg>
        <pc:graphicFrameChg chg="add del">
          <ac:chgData name="Andre Leon Gradvohl" userId="06cc6c77ff9aaaf9" providerId="LiveId" clId="{DDDB39D1-299B-4173-A9DB-22D2069614D2}" dt="2022-01-18T17:23:44.294" v="98" actId="26606"/>
          <ac:graphicFrameMkLst>
            <pc:docMk/>
            <pc:sldMk cId="0" sldId="265"/>
            <ac:graphicFrameMk id="81928" creationId="{7C696B72-BC3A-4D21-920A-120AAF9F14E9}"/>
          </ac:graphicFrameMkLst>
        </pc:graphicFrameChg>
        <pc:graphicFrameChg chg="add del">
          <ac:chgData name="Andre Leon Gradvohl" userId="06cc6c77ff9aaaf9" providerId="LiveId" clId="{DDDB39D1-299B-4173-A9DB-22D2069614D2}" dt="2022-01-18T17:23:47.538" v="100" actId="26606"/>
          <ac:graphicFrameMkLst>
            <pc:docMk/>
            <pc:sldMk cId="0" sldId="265"/>
            <ac:graphicFrameMk id="81932" creationId="{C89EB4B3-9985-414F-A77A-557BB69AAEC3}"/>
          </ac:graphicFrameMkLst>
        </pc:graphicFrameChg>
        <pc:graphicFrameChg chg="add del">
          <ac:chgData name="Andre Leon Gradvohl" userId="06cc6c77ff9aaaf9" providerId="LiveId" clId="{DDDB39D1-299B-4173-A9DB-22D2069614D2}" dt="2022-01-18T17:23:48.761" v="102" actId="26606"/>
          <ac:graphicFrameMkLst>
            <pc:docMk/>
            <pc:sldMk cId="0" sldId="265"/>
            <ac:graphicFrameMk id="81936" creationId="{907A3784-549E-46A3-8416-9247AA17BB63}"/>
          </ac:graphicFrameMkLst>
        </pc:graphicFrameChg>
        <pc:graphicFrameChg chg="add mod">
          <ac:chgData name="Andre Leon Gradvohl" userId="06cc6c77ff9aaaf9" providerId="LiveId" clId="{DDDB39D1-299B-4173-A9DB-22D2069614D2}" dt="2022-01-18T17:24:01.503" v="105" actId="1076"/>
          <ac:graphicFrameMkLst>
            <pc:docMk/>
            <pc:sldMk cId="0" sldId="265"/>
            <ac:graphicFrameMk id="81940" creationId="{C89EB4B3-9985-414F-A77A-557BB69AAEC3}"/>
          </ac:graphicFrameMkLst>
        </pc:graphicFrameChg>
        <pc:cxnChg chg="add del">
          <ac:chgData name="Andre Leon Gradvohl" userId="06cc6c77ff9aaaf9" providerId="LiveId" clId="{DDDB39D1-299B-4173-A9DB-22D2069614D2}" dt="2022-01-18T17:23:39.067" v="96" actId="26606"/>
          <ac:cxnSpMkLst>
            <pc:docMk/>
            <pc:sldMk cId="0" sldId="265"/>
            <ac:cxnSpMk id="138" creationId="{B209265E-E0D7-493B-97CE-2263D50C3F0A}"/>
          </ac:cxnSpMkLst>
        </pc:cxnChg>
        <pc:cxnChg chg="add del">
          <ac:chgData name="Andre Leon Gradvohl" userId="06cc6c77ff9aaaf9" providerId="LiveId" clId="{DDDB39D1-299B-4173-A9DB-22D2069614D2}" dt="2022-01-18T17:23:44.294" v="98" actId="26606"/>
          <ac:cxnSpMkLst>
            <pc:docMk/>
            <pc:sldMk cId="0" sldId="265"/>
            <ac:cxnSpMk id="81927" creationId="{B209265E-E0D7-493B-97CE-2263D50C3F0A}"/>
          </ac:cxnSpMkLst>
        </pc:cxnChg>
        <pc:cxnChg chg="add del">
          <ac:chgData name="Andre Leon Gradvohl" userId="06cc6c77ff9aaaf9" providerId="LiveId" clId="{DDDB39D1-299B-4173-A9DB-22D2069614D2}" dt="2022-01-18T17:23:47.538" v="100" actId="26606"/>
          <ac:cxnSpMkLst>
            <pc:docMk/>
            <pc:sldMk cId="0" sldId="265"/>
            <ac:cxnSpMk id="81931" creationId="{40BBF191-9CC8-4313-B1CA-8DF1A53AE4F9}"/>
          </ac:cxnSpMkLst>
        </pc:cxnChg>
        <pc:cxnChg chg="add del">
          <ac:chgData name="Andre Leon Gradvohl" userId="06cc6c77ff9aaaf9" providerId="LiveId" clId="{DDDB39D1-299B-4173-A9DB-22D2069614D2}" dt="2022-01-18T17:23:48.761" v="102" actId="26606"/>
          <ac:cxnSpMkLst>
            <pc:docMk/>
            <pc:sldMk cId="0" sldId="265"/>
            <ac:cxnSpMk id="81935" creationId="{40BBF191-9CC8-4313-B1CA-8DF1A53AE4F9}"/>
          </ac:cxnSpMkLst>
        </pc:cxnChg>
        <pc:cxnChg chg="add">
          <ac:chgData name="Andre Leon Gradvohl" userId="06cc6c77ff9aaaf9" providerId="LiveId" clId="{DDDB39D1-299B-4173-A9DB-22D2069614D2}" dt="2022-01-18T17:23:48.800" v="103" actId="26606"/>
          <ac:cxnSpMkLst>
            <pc:docMk/>
            <pc:sldMk cId="0" sldId="265"/>
            <ac:cxnSpMk id="81939" creationId="{40BBF191-9CC8-4313-B1CA-8DF1A53AE4F9}"/>
          </ac:cxnSpMkLst>
        </pc:cxnChg>
      </pc:sldChg>
      <pc:sldChg chg="modSp mod">
        <pc:chgData name="Andre Leon Gradvohl" userId="06cc6c77ff9aaaf9" providerId="LiveId" clId="{DDDB39D1-299B-4173-A9DB-22D2069614D2}" dt="2022-01-18T17:23:00.401" v="91" actId="403"/>
        <pc:sldMkLst>
          <pc:docMk/>
          <pc:sldMk cId="0" sldId="266"/>
        </pc:sldMkLst>
        <pc:spChg chg="mod">
          <ac:chgData name="Andre Leon Gradvohl" userId="06cc6c77ff9aaaf9" providerId="LiveId" clId="{DDDB39D1-299B-4173-A9DB-22D2069614D2}" dt="2022-01-18T17:23:00.401" v="91" actId="403"/>
          <ac:spMkLst>
            <pc:docMk/>
            <pc:sldMk cId="0" sldId="266"/>
            <ac:spMk id="82947" creationId="{56DEECF4-EAD5-448F-BF95-9482B36F54EB}"/>
          </ac:spMkLst>
        </pc:spChg>
      </pc:sldChg>
      <pc:sldChg chg="modSp mod">
        <pc:chgData name="Andre Leon Gradvohl" userId="06cc6c77ff9aaaf9" providerId="LiveId" clId="{DDDB39D1-299B-4173-A9DB-22D2069614D2}" dt="2022-01-18T18:10:12.015" v="484" actId="14100"/>
        <pc:sldMkLst>
          <pc:docMk/>
          <pc:sldMk cId="0" sldId="267"/>
        </pc:sldMkLst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39945" creationId="{E91DA378-F88F-4A7B-9DDD-C79973B552EF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70" creationId="{DC9FC96E-1512-4467-B169-AA8DFC52D66B}"/>
          </ac:spMkLst>
        </pc:spChg>
        <pc:spChg chg="mod">
          <ac:chgData name="Andre Leon Gradvohl" userId="06cc6c77ff9aaaf9" providerId="LiveId" clId="{DDDB39D1-299B-4173-A9DB-22D2069614D2}" dt="2022-01-18T18:10:12.015" v="484" actId="14100"/>
          <ac:spMkLst>
            <pc:docMk/>
            <pc:sldMk cId="0" sldId="267"/>
            <ac:spMk id="83971" creationId="{381680F6-EA35-47A2-8FCA-10F01A037F7D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72" creationId="{42780714-E145-49CD-8E3D-7A4A96F691AF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73" creationId="{42BE591F-3A35-4B76-8E43-C783F9522791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74" creationId="{EDB54F44-394D-4ADE-A966-2D2102A50AB8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75" creationId="{A852F9FD-99B7-43F6-99EE-B9BB9F8C4147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76" creationId="{C28BDA71-2C58-4E88-BAB8-2C559F5C9244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78" creationId="{C49EA54D-5DB0-4A09-83EE-833C7C1F5410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79" creationId="{F902CC91-DC91-4DE3-9661-980D45D90354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80" creationId="{C5F01138-93E0-4D7B-968A-FE4AA7A1B8A8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81" creationId="{3C3C021C-06CD-44E0-BAA5-C3838E0C908E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82" creationId="{B756A3B3-880E-4C57-9EAF-8DD5CB92713D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83" creationId="{E4C157FD-ED05-4626-929B-44465B298783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84" creationId="{AA032A19-983C-4224-B0C5-7511AD101D10}"/>
          </ac:spMkLst>
        </pc:spChg>
        <pc:spChg chg="mod">
          <ac:chgData name="Andre Leon Gradvohl" userId="06cc6c77ff9aaaf9" providerId="LiveId" clId="{DDDB39D1-299B-4173-A9DB-22D2069614D2}" dt="2022-01-18T18:10:09.069" v="483" actId="1076"/>
          <ac:spMkLst>
            <pc:docMk/>
            <pc:sldMk cId="0" sldId="267"/>
            <ac:spMk id="83986" creationId="{BF204870-DBE4-48B7-8B7F-2BC972F056AE}"/>
          </ac:spMkLst>
        </pc:spChg>
        <pc:picChg chg="mod">
          <ac:chgData name="Andre Leon Gradvohl" userId="06cc6c77ff9aaaf9" providerId="LiveId" clId="{DDDB39D1-299B-4173-A9DB-22D2069614D2}" dt="2022-01-18T18:10:09.069" v="483" actId="1076"/>
          <ac:picMkLst>
            <pc:docMk/>
            <pc:sldMk cId="0" sldId="267"/>
            <ac:picMk id="39953" creationId="{41A45CEB-CAB8-431A-81B5-344B69F7CA34}"/>
          </ac:picMkLst>
        </pc:picChg>
      </pc:sldChg>
      <pc:sldChg chg="modSp mod modAnim">
        <pc:chgData name="Andre Leon Gradvohl" userId="06cc6c77ff9aaaf9" providerId="LiveId" clId="{DDDB39D1-299B-4173-A9DB-22D2069614D2}" dt="2022-01-18T18:12:20.858" v="495"/>
        <pc:sldMkLst>
          <pc:docMk/>
          <pc:sldMk cId="0" sldId="268"/>
        </pc:sldMkLst>
        <pc:spChg chg="mod">
          <ac:chgData name="Andre Leon Gradvohl" userId="06cc6c77ff9aaaf9" providerId="LiveId" clId="{DDDB39D1-299B-4173-A9DB-22D2069614D2}" dt="2022-01-18T18:10:50.606" v="486" actId="14100"/>
          <ac:spMkLst>
            <pc:docMk/>
            <pc:sldMk cId="0" sldId="268"/>
            <ac:spMk id="40964" creationId="{944EF49F-5E9F-4FAE-BD82-64A8B39A4013}"/>
          </ac:spMkLst>
        </pc:spChg>
      </pc:sldChg>
      <pc:sldChg chg="modSp mod modAnim">
        <pc:chgData name="Andre Leon Gradvohl" userId="06cc6c77ff9aaaf9" providerId="LiveId" clId="{DDDB39D1-299B-4173-A9DB-22D2069614D2}" dt="2022-01-18T18:12:46.895" v="498"/>
        <pc:sldMkLst>
          <pc:docMk/>
          <pc:sldMk cId="0" sldId="269"/>
        </pc:sldMkLst>
        <pc:spChg chg="mod">
          <ac:chgData name="Andre Leon Gradvohl" userId="06cc6c77ff9aaaf9" providerId="LiveId" clId="{DDDB39D1-299B-4173-A9DB-22D2069614D2}" dt="2022-01-18T18:11:16.870" v="491" actId="12"/>
          <ac:spMkLst>
            <pc:docMk/>
            <pc:sldMk cId="0" sldId="269"/>
            <ac:spMk id="41988" creationId="{2097BB97-4E20-4EE7-8A8F-06D5AD8D5D15}"/>
          </ac:spMkLst>
        </pc:spChg>
        <pc:spChg chg="mod">
          <ac:chgData name="Andre Leon Gradvohl" userId="06cc6c77ff9aaaf9" providerId="LiveId" clId="{DDDB39D1-299B-4173-A9DB-22D2069614D2}" dt="2022-01-18T18:10:59.491" v="488" actId="27636"/>
          <ac:spMkLst>
            <pc:docMk/>
            <pc:sldMk cId="0" sldId="269"/>
            <ac:spMk id="87042" creationId="{58EDF504-667B-40C1-8FF7-DA85DD0F11B9}"/>
          </ac:spMkLst>
        </pc:spChg>
        <pc:spChg chg="mod">
          <ac:chgData name="Andre Leon Gradvohl" userId="06cc6c77ff9aaaf9" providerId="LiveId" clId="{DDDB39D1-299B-4173-A9DB-22D2069614D2}" dt="2022-01-18T18:11:33.293" v="493" actId="207"/>
          <ac:spMkLst>
            <pc:docMk/>
            <pc:sldMk cId="0" sldId="269"/>
            <ac:spMk id="87045" creationId="{886067F5-0D3B-43E7-ACE8-F69E86A0DDCE}"/>
          </ac:spMkLst>
        </pc:spChg>
        <pc:spChg chg="mod">
          <ac:chgData name="Andre Leon Gradvohl" userId="06cc6c77ff9aaaf9" providerId="LiveId" clId="{DDDB39D1-299B-4173-A9DB-22D2069614D2}" dt="2022-01-18T18:11:29.220" v="492" actId="207"/>
          <ac:spMkLst>
            <pc:docMk/>
            <pc:sldMk cId="0" sldId="269"/>
            <ac:spMk id="87046" creationId="{1347ABDB-4560-455F-8480-8B0247EC8812}"/>
          </ac:spMkLst>
        </pc:spChg>
      </pc:sldChg>
      <pc:sldChg chg="modSp mod modAnim">
        <pc:chgData name="Andre Leon Gradvohl" userId="06cc6c77ff9aaaf9" providerId="LiveId" clId="{DDDB39D1-299B-4173-A9DB-22D2069614D2}" dt="2022-01-18T18:14:55.979" v="515"/>
        <pc:sldMkLst>
          <pc:docMk/>
          <pc:sldMk cId="0" sldId="270"/>
        </pc:sldMkLst>
        <pc:spChg chg="mod">
          <ac:chgData name="Andre Leon Gradvohl" userId="06cc6c77ff9aaaf9" providerId="LiveId" clId="{DDDB39D1-299B-4173-A9DB-22D2069614D2}" dt="2022-01-18T18:14:20.449" v="513" actId="12"/>
          <ac:spMkLst>
            <pc:docMk/>
            <pc:sldMk cId="0" sldId="270"/>
            <ac:spMk id="43012" creationId="{EA6A9573-6039-4463-B273-5212D8E91DEA}"/>
          </ac:spMkLst>
        </pc:spChg>
        <pc:spChg chg="mod">
          <ac:chgData name="Andre Leon Gradvohl" userId="06cc6c77ff9aaaf9" providerId="LiveId" clId="{DDDB39D1-299B-4173-A9DB-22D2069614D2}" dt="2022-01-18T18:13:51.012" v="507" actId="27636"/>
          <ac:spMkLst>
            <pc:docMk/>
            <pc:sldMk cId="0" sldId="270"/>
            <ac:spMk id="88066" creationId="{82B4EB9F-7DB0-4A9E-B057-65DA0187BC1B}"/>
          </ac:spMkLst>
        </pc:spChg>
        <pc:spChg chg="mod">
          <ac:chgData name="Andre Leon Gradvohl" userId="06cc6c77ff9aaaf9" providerId="LiveId" clId="{DDDB39D1-299B-4173-A9DB-22D2069614D2}" dt="2022-01-18T18:13:17.933" v="501" actId="108"/>
          <ac:spMkLst>
            <pc:docMk/>
            <pc:sldMk cId="0" sldId="270"/>
            <ac:spMk id="88069" creationId="{C1FC5A5B-6824-4ECF-9554-3C5901A80527}"/>
          </ac:spMkLst>
        </pc:spChg>
        <pc:spChg chg="mod">
          <ac:chgData name="Andre Leon Gradvohl" userId="06cc6c77ff9aaaf9" providerId="LiveId" clId="{DDDB39D1-299B-4173-A9DB-22D2069614D2}" dt="2022-01-18T18:13:14.648" v="500" actId="113"/>
          <ac:spMkLst>
            <pc:docMk/>
            <pc:sldMk cId="0" sldId="270"/>
            <ac:spMk id="88070" creationId="{398DAA45-19E8-456E-BD31-A4F63FF5254E}"/>
          </ac:spMkLst>
        </pc:spChg>
        <pc:spChg chg="mod">
          <ac:chgData name="Andre Leon Gradvohl" userId="06cc6c77ff9aaaf9" providerId="LiveId" clId="{DDDB39D1-299B-4173-A9DB-22D2069614D2}" dt="2022-01-18T18:13:45.864" v="505" actId="113"/>
          <ac:spMkLst>
            <pc:docMk/>
            <pc:sldMk cId="0" sldId="270"/>
            <ac:spMk id="88080" creationId="{A335E2FF-CE02-4C76-9BAF-B5A41311179C}"/>
          </ac:spMkLst>
        </pc:spChg>
        <pc:spChg chg="mod">
          <ac:chgData name="Andre Leon Gradvohl" userId="06cc6c77ff9aaaf9" providerId="LiveId" clId="{DDDB39D1-299B-4173-A9DB-22D2069614D2}" dt="2022-01-18T18:13:28.049" v="503" actId="207"/>
          <ac:spMkLst>
            <pc:docMk/>
            <pc:sldMk cId="0" sldId="270"/>
            <ac:spMk id="88082" creationId="{4B383758-406D-4665-AF85-6473F101F0EF}"/>
          </ac:spMkLst>
        </pc:spChg>
        <pc:spChg chg="mod">
          <ac:chgData name="Andre Leon Gradvohl" userId="06cc6c77ff9aaaf9" providerId="LiveId" clId="{DDDB39D1-299B-4173-A9DB-22D2069614D2}" dt="2022-01-18T18:13:24.666" v="502" actId="207"/>
          <ac:spMkLst>
            <pc:docMk/>
            <pc:sldMk cId="0" sldId="270"/>
            <ac:spMk id="88083" creationId="{FE0A2953-1A0F-4DB5-A0EB-6EBF071FC6CA}"/>
          </ac:spMkLst>
        </pc:spChg>
      </pc:sldChg>
      <pc:sldChg chg="modSp mod modAnim">
        <pc:chgData name="Andre Leon Gradvohl" userId="06cc6c77ff9aaaf9" providerId="LiveId" clId="{DDDB39D1-299B-4173-A9DB-22D2069614D2}" dt="2022-01-18T18:16:10.218" v="534" actId="27636"/>
        <pc:sldMkLst>
          <pc:docMk/>
          <pc:sldMk cId="0" sldId="271"/>
        </pc:sldMkLst>
        <pc:spChg chg="mod">
          <ac:chgData name="Andre Leon Gradvohl" userId="06cc6c77ff9aaaf9" providerId="LiveId" clId="{DDDB39D1-299B-4173-A9DB-22D2069614D2}" dt="2022-01-18T18:16:07.140" v="532" actId="14100"/>
          <ac:spMkLst>
            <pc:docMk/>
            <pc:sldMk cId="0" sldId="271"/>
            <ac:spMk id="44036" creationId="{39A95380-888F-4A15-8652-8EEDE1EE11A7}"/>
          </ac:spMkLst>
        </pc:spChg>
        <pc:spChg chg="mod">
          <ac:chgData name="Andre Leon Gradvohl" userId="06cc6c77ff9aaaf9" providerId="LiveId" clId="{DDDB39D1-299B-4173-A9DB-22D2069614D2}" dt="2022-01-18T18:16:10.218" v="534" actId="27636"/>
          <ac:spMkLst>
            <pc:docMk/>
            <pc:sldMk cId="0" sldId="271"/>
            <ac:spMk id="89090" creationId="{C30719F3-A7CD-4188-A82A-30ECB51D34D6}"/>
          </ac:spMkLst>
        </pc:spChg>
        <pc:spChg chg="mod">
          <ac:chgData name="Andre Leon Gradvohl" userId="06cc6c77ff9aaaf9" providerId="LiveId" clId="{DDDB39D1-299B-4173-A9DB-22D2069614D2}" dt="2022-01-18T18:15:15.813" v="519" actId="113"/>
          <ac:spMkLst>
            <pc:docMk/>
            <pc:sldMk cId="0" sldId="271"/>
            <ac:spMk id="89093" creationId="{8BDC9DB0-3255-45BA-9004-30804AC2C8DC}"/>
          </ac:spMkLst>
        </pc:spChg>
        <pc:spChg chg="mod">
          <ac:chgData name="Andre Leon Gradvohl" userId="06cc6c77ff9aaaf9" providerId="LiveId" clId="{DDDB39D1-299B-4173-A9DB-22D2069614D2}" dt="2022-01-18T18:15:10.655" v="517" actId="113"/>
          <ac:spMkLst>
            <pc:docMk/>
            <pc:sldMk cId="0" sldId="271"/>
            <ac:spMk id="89094" creationId="{A5BD96FE-0CE1-4024-A84A-4EFD67F5A81C}"/>
          </ac:spMkLst>
        </pc:spChg>
        <pc:spChg chg="mod">
          <ac:chgData name="Andre Leon Gradvohl" userId="06cc6c77ff9aaaf9" providerId="LiveId" clId="{DDDB39D1-299B-4173-A9DB-22D2069614D2}" dt="2022-01-18T18:15:19.961" v="521" actId="207"/>
          <ac:spMkLst>
            <pc:docMk/>
            <pc:sldMk cId="0" sldId="271"/>
            <ac:spMk id="89097" creationId="{419BB590-C34D-48FD-9290-4AF10F148481}"/>
          </ac:spMkLst>
        </pc:spChg>
        <pc:spChg chg="mod">
          <ac:chgData name="Andre Leon Gradvohl" userId="06cc6c77ff9aaaf9" providerId="LiveId" clId="{DDDB39D1-299B-4173-A9DB-22D2069614D2}" dt="2022-01-18T18:15:26.579" v="523" actId="207"/>
          <ac:spMkLst>
            <pc:docMk/>
            <pc:sldMk cId="0" sldId="271"/>
            <ac:spMk id="89098" creationId="{9F7DC362-5E2E-4979-813F-BDFD6487A819}"/>
          </ac:spMkLst>
        </pc:spChg>
        <pc:spChg chg="mod">
          <ac:chgData name="Andre Leon Gradvohl" userId="06cc6c77ff9aaaf9" providerId="LiveId" clId="{DDDB39D1-299B-4173-A9DB-22D2069614D2}" dt="2022-01-18T18:15:30.270" v="525" actId="113"/>
          <ac:spMkLst>
            <pc:docMk/>
            <pc:sldMk cId="0" sldId="271"/>
            <ac:spMk id="89099" creationId="{92BA3ECB-4073-453D-A80A-D3A5B0AE685D}"/>
          </ac:spMkLst>
        </pc:spChg>
        <pc:spChg chg="mod">
          <ac:chgData name="Andre Leon Gradvohl" userId="06cc6c77ff9aaaf9" providerId="LiveId" clId="{DDDB39D1-299B-4173-A9DB-22D2069614D2}" dt="2022-01-18T18:15:35.629" v="527" actId="113"/>
          <ac:spMkLst>
            <pc:docMk/>
            <pc:sldMk cId="0" sldId="271"/>
            <ac:spMk id="89100" creationId="{D5CDA7D3-379E-47BE-B6CD-20D6F15099A4}"/>
          </ac:spMkLst>
        </pc:spChg>
      </pc:sldChg>
      <pc:sldChg chg="modSp mod">
        <pc:chgData name="Andre Leon Gradvohl" userId="06cc6c77ff9aaaf9" providerId="LiveId" clId="{DDDB39D1-299B-4173-A9DB-22D2069614D2}" dt="2022-01-18T18:34:26.540" v="587" actId="27636"/>
        <pc:sldMkLst>
          <pc:docMk/>
          <pc:sldMk cId="0" sldId="272"/>
        </pc:sldMkLst>
        <pc:spChg chg="mod">
          <ac:chgData name="Andre Leon Gradvohl" userId="06cc6c77ff9aaaf9" providerId="LiveId" clId="{DDDB39D1-299B-4173-A9DB-22D2069614D2}" dt="2022-01-18T18:26:38.269" v="566" actId="1582"/>
          <ac:spMkLst>
            <pc:docMk/>
            <pc:sldMk cId="0" sldId="272"/>
            <ac:spMk id="47108" creationId="{C515B221-59A6-4442-A30D-CF206058E6CC}"/>
          </ac:spMkLst>
        </pc:spChg>
        <pc:spChg chg="mod">
          <ac:chgData name="Andre Leon Gradvohl" userId="06cc6c77ff9aaaf9" providerId="LiveId" clId="{DDDB39D1-299B-4173-A9DB-22D2069614D2}" dt="2022-01-18T18:34:26.540" v="587" actId="27636"/>
          <ac:spMkLst>
            <pc:docMk/>
            <pc:sldMk cId="0" sldId="272"/>
            <ac:spMk id="91138" creationId="{94A54544-1411-46FC-BCDA-0B63178DF987}"/>
          </ac:spMkLst>
        </pc:spChg>
        <pc:spChg chg="mod">
          <ac:chgData name="Andre Leon Gradvohl" userId="06cc6c77ff9aaaf9" providerId="LiveId" clId="{DDDB39D1-299B-4173-A9DB-22D2069614D2}" dt="2022-01-18T18:28:22.677" v="585" actId="113"/>
          <ac:spMkLst>
            <pc:docMk/>
            <pc:sldMk cId="0" sldId="272"/>
            <ac:spMk id="91142" creationId="{AF642BA7-8FC9-4085-A78D-8417D4186E93}"/>
          </ac:spMkLst>
        </pc:spChg>
        <pc:spChg chg="mod">
          <ac:chgData name="Andre Leon Gradvohl" userId="06cc6c77ff9aaaf9" providerId="LiveId" clId="{DDDB39D1-299B-4173-A9DB-22D2069614D2}" dt="2022-01-18T18:28:19.637" v="584" actId="113"/>
          <ac:spMkLst>
            <pc:docMk/>
            <pc:sldMk cId="0" sldId="272"/>
            <ac:spMk id="91143" creationId="{19E084AD-CEE1-49E5-A2CC-DA8C635F3B85}"/>
          </ac:spMkLst>
        </pc:spChg>
        <pc:spChg chg="mod">
          <ac:chgData name="Andre Leon Gradvohl" userId="06cc6c77ff9aaaf9" providerId="LiveId" clId="{DDDB39D1-299B-4173-A9DB-22D2069614D2}" dt="2022-01-18T18:28:16.750" v="583" actId="113"/>
          <ac:spMkLst>
            <pc:docMk/>
            <pc:sldMk cId="0" sldId="272"/>
            <ac:spMk id="91144" creationId="{7A1743F9-2F58-44F4-A629-5ECEC659787A}"/>
          </ac:spMkLst>
        </pc:spChg>
        <pc:spChg chg="mod">
          <ac:chgData name="Andre Leon Gradvohl" userId="06cc6c77ff9aaaf9" providerId="LiveId" clId="{DDDB39D1-299B-4173-A9DB-22D2069614D2}" dt="2022-01-18T18:26:54.141" v="572" actId="404"/>
          <ac:spMkLst>
            <pc:docMk/>
            <pc:sldMk cId="0" sldId="272"/>
            <ac:spMk id="91145" creationId="{7B1442D2-EED6-4861-A102-4F1230FBD627}"/>
          </ac:spMkLst>
        </pc:spChg>
        <pc:spChg chg="mod">
          <ac:chgData name="Andre Leon Gradvohl" userId="06cc6c77ff9aaaf9" providerId="LiveId" clId="{DDDB39D1-299B-4173-A9DB-22D2069614D2}" dt="2022-01-18T18:27:49.346" v="578" actId="207"/>
          <ac:spMkLst>
            <pc:docMk/>
            <pc:sldMk cId="0" sldId="272"/>
            <ac:spMk id="91148" creationId="{5CD9CA2C-209A-42AD-88BE-BC97EE4D70A2}"/>
          </ac:spMkLst>
        </pc:spChg>
        <pc:spChg chg="mod">
          <ac:chgData name="Andre Leon Gradvohl" userId="06cc6c77ff9aaaf9" providerId="LiveId" clId="{DDDB39D1-299B-4173-A9DB-22D2069614D2}" dt="2022-01-18T18:27:45.374" v="577" actId="207"/>
          <ac:spMkLst>
            <pc:docMk/>
            <pc:sldMk cId="0" sldId="272"/>
            <ac:spMk id="91149" creationId="{1139317B-951F-4172-9D1D-4ABEDEC026C5}"/>
          </ac:spMkLst>
        </pc:spChg>
        <pc:spChg chg="mod">
          <ac:chgData name="Andre Leon Gradvohl" userId="06cc6c77ff9aaaf9" providerId="LiveId" clId="{DDDB39D1-299B-4173-A9DB-22D2069614D2}" dt="2022-01-18T18:28:01.924" v="579" actId="207"/>
          <ac:spMkLst>
            <pc:docMk/>
            <pc:sldMk cId="0" sldId="272"/>
            <ac:spMk id="91152" creationId="{52F926D1-E314-45F7-8E65-33B684A24349}"/>
          </ac:spMkLst>
        </pc:spChg>
        <pc:spChg chg="mod">
          <ac:chgData name="Andre Leon Gradvohl" userId="06cc6c77ff9aaaf9" providerId="LiveId" clId="{DDDB39D1-299B-4173-A9DB-22D2069614D2}" dt="2022-01-18T18:28:04.709" v="580" actId="207"/>
          <ac:spMkLst>
            <pc:docMk/>
            <pc:sldMk cId="0" sldId="272"/>
            <ac:spMk id="91155" creationId="{7B1DCACD-82C1-48F3-AA6A-755031EF55C2}"/>
          </ac:spMkLst>
        </pc:spChg>
      </pc:sldChg>
      <pc:sldChg chg="addSp modSp mod modAnim">
        <pc:chgData name="Andre Leon Gradvohl" userId="06cc6c77ff9aaaf9" providerId="LiveId" clId="{DDDB39D1-299B-4173-A9DB-22D2069614D2}" dt="2022-01-18T17:41:03.904" v="287" actId="1076"/>
        <pc:sldMkLst>
          <pc:docMk/>
          <pc:sldMk cId="0" sldId="275"/>
        </pc:sldMkLst>
        <pc:spChg chg="mod">
          <ac:chgData name="Andre Leon Gradvohl" userId="06cc6c77ff9aaaf9" providerId="LiveId" clId="{DDDB39D1-299B-4173-A9DB-22D2069614D2}" dt="2022-01-18T17:27:51.517" v="142" actId="14100"/>
          <ac:spMkLst>
            <pc:docMk/>
            <pc:sldMk cId="0" sldId="275"/>
            <ac:spMk id="15362" creationId="{1FF1F430-C088-4E0E-B286-CEF125A401F6}"/>
          </ac:spMkLst>
        </pc:spChg>
        <pc:spChg chg="mod">
          <ac:chgData name="Andre Leon Gradvohl" userId="06cc6c77ff9aaaf9" providerId="LiveId" clId="{DDDB39D1-299B-4173-A9DB-22D2069614D2}" dt="2022-01-18T17:40:39.569" v="284" actId="12"/>
          <ac:spMkLst>
            <pc:docMk/>
            <pc:sldMk cId="0" sldId="275"/>
            <ac:spMk id="19459" creationId="{822C5BB6-A9B4-4606-9817-EF51C47BED9D}"/>
          </ac:spMkLst>
        </pc:spChg>
        <pc:cxnChg chg="add mod">
          <ac:chgData name="Andre Leon Gradvohl" userId="06cc6c77ff9aaaf9" providerId="LiveId" clId="{DDDB39D1-299B-4173-A9DB-22D2069614D2}" dt="2022-01-18T17:39:20.443" v="267" actId="1036"/>
          <ac:cxnSpMkLst>
            <pc:docMk/>
            <pc:sldMk cId="0" sldId="275"/>
            <ac:cxnSpMk id="3" creationId="{9B419C61-A0B1-4CD8-8863-747AF4F5ED58}"/>
          </ac:cxnSpMkLst>
        </pc:cxnChg>
        <pc:cxnChg chg="add mod">
          <ac:chgData name="Andre Leon Gradvohl" userId="06cc6c77ff9aaaf9" providerId="LiveId" clId="{DDDB39D1-299B-4173-A9DB-22D2069614D2}" dt="2022-01-18T17:39:20.443" v="267" actId="1036"/>
          <ac:cxnSpMkLst>
            <pc:docMk/>
            <pc:sldMk cId="0" sldId="275"/>
            <ac:cxnSpMk id="7" creationId="{51D83BC5-440F-41D9-BAE8-E37CD3532C6B}"/>
          </ac:cxnSpMkLst>
        </pc:cxnChg>
        <pc:cxnChg chg="add mod">
          <ac:chgData name="Andre Leon Gradvohl" userId="06cc6c77ff9aaaf9" providerId="LiveId" clId="{DDDB39D1-299B-4173-A9DB-22D2069614D2}" dt="2022-01-18T17:39:20.443" v="267" actId="1036"/>
          <ac:cxnSpMkLst>
            <pc:docMk/>
            <pc:sldMk cId="0" sldId="275"/>
            <ac:cxnSpMk id="9" creationId="{B23B07FC-3C31-4EAB-BEFC-E466892A9171}"/>
          </ac:cxnSpMkLst>
        </pc:cxnChg>
        <pc:cxnChg chg="add mod">
          <ac:chgData name="Andre Leon Gradvohl" userId="06cc6c77ff9aaaf9" providerId="LiveId" clId="{DDDB39D1-299B-4173-A9DB-22D2069614D2}" dt="2022-01-18T17:41:03.904" v="287" actId="1076"/>
          <ac:cxnSpMkLst>
            <pc:docMk/>
            <pc:sldMk cId="0" sldId="275"/>
            <ac:cxnSpMk id="11" creationId="{C0C95E53-A7DC-4BA0-AD19-1D854563AF81}"/>
          </ac:cxnSpMkLst>
        </pc:cxnChg>
        <pc:cxnChg chg="add mod">
          <ac:chgData name="Andre Leon Gradvohl" userId="06cc6c77ff9aaaf9" providerId="LiveId" clId="{DDDB39D1-299B-4173-A9DB-22D2069614D2}" dt="2022-01-18T17:40:47.108" v="286" actId="14100"/>
          <ac:cxnSpMkLst>
            <pc:docMk/>
            <pc:sldMk cId="0" sldId="275"/>
            <ac:cxnSpMk id="14" creationId="{CC82090B-C803-4335-AF0A-4E827E9BCE36}"/>
          </ac:cxnSpMkLst>
        </pc:cxnChg>
      </pc:sldChg>
      <pc:sldChg chg="addSp delSp modSp mod modAnim">
        <pc:chgData name="Andre Leon Gradvohl" userId="06cc6c77ff9aaaf9" providerId="LiveId" clId="{DDDB39D1-299B-4173-A9DB-22D2069614D2}" dt="2022-01-18T17:47:59.936" v="330" actId="14100"/>
        <pc:sldMkLst>
          <pc:docMk/>
          <pc:sldMk cId="0" sldId="276"/>
        </pc:sldMkLst>
        <pc:spChg chg="mod">
          <ac:chgData name="Andre Leon Gradvohl" userId="06cc6c77ff9aaaf9" providerId="LiveId" clId="{DDDB39D1-299B-4173-A9DB-22D2069614D2}" dt="2022-01-18T17:47:59.936" v="330" actId="14100"/>
          <ac:spMkLst>
            <pc:docMk/>
            <pc:sldMk cId="0" sldId="276"/>
            <ac:spMk id="13314" creationId="{97D62A66-A4E7-4003-A5B3-F5AFF309D9C9}"/>
          </ac:spMkLst>
        </pc:spChg>
        <pc:spChg chg="add del mod">
          <ac:chgData name="Andre Leon Gradvohl" userId="06cc6c77ff9aaaf9" providerId="LiveId" clId="{DDDB39D1-299B-4173-A9DB-22D2069614D2}" dt="2022-01-18T17:42:10.655" v="301" actId="26606"/>
          <ac:spMkLst>
            <pc:docMk/>
            <pc:sldMk cId="0" sldId="276"/>
            <ac:spMk id="21507" creationId="{31076B23-93C8-4109-B405-4E8E014B1D96}"/>
          </ac:spMkLst>
        </pc:spChg>
        <pc:spChg chg="del">
          <ac:chgData name="Andre Leon Gradvohl" userId="06cc6c77ff9aaaf9" providerId="LiveId" clId="{DDDB39D1-299B-4173-A9DB-22D2069614D2}" dt="2022-01-18T17:42:16.706" v="302" actId="478"/>
          <ac:spMkLst>
            <pc:docMk/>
            <pc:sldMk cId="0" sldId="276"/>
            <ac:spMk id="21509" creationId="{F20E154B-0518-4830-92C2-86F67582ACA6}"/>
          </ac:spMkLst>
        </pc:spChg>
        <pc:graphicFrameChg chg="add del">
          <ac:chgData name="Andre Leon Gradvohl" userId="06cc6c77ff9aaaf9" providerId="LiveId" clId="{DDDB39D1-299B-4173-A9DB-22D2069614D2}" dt="2022-01-18T17:41:30.468" v="292" actId="26606"/>
          <ac:graphicFrameMkLst>
            <pc:docMk/>
            <pc:sldMk cId="0" sldId="276"/>
            <ac:graphicFrameMk id="21511" creationId="{AF459AF3-185B-4940-B122-D6E2EEBCEE7C}"/>
          </ac:graphicFrameMkLst>
        </pc:graphicFrameChg>
        <pc:graphicFrameChg chg="add del">
          <ac:chgData name="Andre Leon Gradvohl" userId="06cc6c77ff9aaaf9" providerId="LiveId" clId="{DDDB39D1-299B-4173-A9DB-22D2069614D2}" dt="2022-01-18T17:41:49.567" v="294" actId="26606"/>
          <ac:graphicFrameMkLst>
            <pc:docMk/>
            <pc:sldMk cId="0" sldId="276"/>
            <ac:graphicFrameMk id="21513" creationId="{BC1FAB87-C744-41D7-8FB6-4A44A5796C58}"/>
          </ac:graphicFrameMkLst>
        </pc:graphicFrameChg>
        <pc:graphicFrameChg chg="add del">
          <ac:chgData name="Andre Leon Gradvohl" userId="06cc6c77ff9aaaf9" providerId="LiveId" clId="{DDDB39D1-299B-4173-A9DB-22D2069614D2}" dt="2022-01-18T17:42:04.551" v="296" actId="26606"/>
          <ac:graphicFrameMkLst>
            <pc:docMk/>
            <pc:sldMk cId="0" sldId="276"/>
            <ac:graphicFrameMk id="21515" creationId="{9CFF83DE-1BEF-4F9C-84F7-0F46D02DB874}"/>
          </ac:graphicFrameMkLst>
        </pc:graphicFrameChg>
        <pc:graphicFrameChg chg="add del">
          <ac:chgData name="Andre Leon Gradvohl" userId="06cc6c77ff9aaaf9" providerId="LiveId" clId="{DDDB39D1-299B-4173-A9DB-22D2069614D2}" dt="2022-01-18T17:42:09.375" v="298" actId="26606"/>
          <ac:graphicFrameMkLst>
            <pc:docMk/>
            <pc:sldMk cId="0" sldId="276"/>
            <ac:graphicFrameMk id="21517" creationId="{C129E7A8-FA39-43D8-A3F8-98A41C37A620}"/>
          </ac:graphicFrameMkLst>
        </pc:graphicFrameChg>
        <pc:graphicFrameChg chg="add del">
          <ac:chgData name="Andre Leon Gradvohl" userId="06cc6c77ff9aaaf9" providerId="LiveId" clId="{DDDB39D1-299B-4173-A9DB-22D2069614D2}" dt="2022-01-18T17:42:10.595" v="300" actId="26606"/>
          <ac:graphicFrameMkLst>
            <pc:docMk/>
            <pc:sldMk cId="0" sldId="276"/>
            <ac:graphicFrameMk id="21519" creationId="{9CFF83DE-1BEF-4F9C-84F7-0F46D02DB874}"/>
          </ac:graphicFrameMkLst>
        </pc:graphicFrameChg>
        <pc:graphicFrameChg chg="add mod modGraphic">
          <ac:chgData name="Andre Leon Gradvohl" userId="06cc6c77ff9aaaf9" providerId="LiveId" clId="{DDDB39D1-299B-4173-A9DB-22D2069614D2}" dt="2022-01-18T17:46:04.524" v="317"/>
          <ac:graphicFrameMkLst>
            <pc:docMk/>
            <pc:sldMk cId="0" sldId="276"/>
            <ac:graphicFrameMk id="21521" creationId="{BC1FAB87-C744-41D7-8FB6-4A44A5796C58}"/>
          </ac:graphicFrameMkLst>
        </pc:graphicFrameChg>
      </pc:sldChg>
      <pc:sldChg chg="addSp delSp modSp mod setBg modAnim">
        <pc:chgData name="Andre Leon Gradvohl" userId="06cc6c77ff9aaaf9" providerId="LiveId" clId="{DDDB39D1-299B-4173-A9DB-22D2069614D2}" dt="2022-01-18T17:57:41.140" v="405"/>
        <pc:sldMkLst>
          <pc:docMk/>
          <pc:sldMk cId="0" sldId="277"/>
        </pc:sldMkLst>
        <pc:spChg chg="mod">
          <ac:chgData name="Andre Leon Gradvohl" userId="06cc6c77ff9aaaf9" providerId="LiveId" clId="{DDDB39D1-299B-4173-A9DB-22D2069614D2}" dt="2022-01-18T17:56:34.286" v="388" actId="18245"/>
          <ac:spMkLst>
            <pc:docMk/>
            <pc:sldMk cId="0" sldId="277"/>
            <ac:spMk id="5" creationId="{FCE2587B-5F6D-4052-9C4B-C4C86BA02022}"/>
          </ac:spMkLst>
        </pc:spChg>
        <pc:spChg chg="del mod">
          <ac:chgData name="Andre Leon Gradvohl" userId="06cc6c77ff9aaaf9" providerId="LiveId" clId="{DDDB39D1-299B-4173-A9DB-22D2069614D2}" dt="2022-01-18T17:56:36.770" v="389" actId="478"/>
          <ac:spMkLst>
            <pc:docMk/>
            <pc:sldMk cId="0" sldId="277"/>
            <ac:spMk id="6" creationId="{836F0F28-0050-480C-B217-F886CEA01CB4}"/>
          </ac:spMkLst>
        </pc:spChg>
        <pc:spChg chg="mod">
          <ac:chgData name="Andre Leon Gradvohl" userId="06cc6c77ff9aaaf9" providerId="LiveId" clId="{DDDB39D1-299B-4173-A9DB-22D2069614D2}" dt="2022-01-18T17:56:34.286" v="388" actId="18245"/>
          <ac:spMkLst>
            <pc:docMk/>
            <pc:sldMk cId="0" sldId="277"/>
            <ac:spMk id="7" creationId="{BDCDBB87-A665-41AF-B703-1A67E8301468}"/>
          </ac:spMkLst>
        </pc:spChg>
        <pc:spChg chg="mod">
          <ac:chgData name="Andre Leon Gradvohl" userId="06cc6c77ff9aaaf9" providerId="LiveId" clId="{DDDB39D1-299B-4173-A9DB-22D2069614D2}" dt="2022-01-18T17:56:34.286" v="388" actId="18245"/>
          <ac:spMkLst>
            <pc:docMk/>
            <pc:sldMk cId="0" sldId="277"/>
            <ac:spMk id="8" creationId="{01B5E9E6-4D38-469A-BA73-9FC14FBD9886}"/>
          </ac:spMkLst>
        </pc:spChg>
        <pc:spChg chg="mod">
          <ac:chgData name="Andre Leon Gradvohl" userId="06cc6c77ff9aaaf9" providerId="LiveId" clId="{DDDB39D1-299B-4173-A9DB-22D2069614D2}" dt="2022-01-18T17:56:34.286" v="388" actId="18245"/>
          <ac:spMkLst>
            <pc:docMk/>
            <pc:sldMk cId="0" sldId="277"/>
            <ac:spMk id="9" creationId="{5F3DB8FF-1A0C-46E9-949B-1EC3C34F651E}"/>
          </ac:spMkLst>
        </pc:spChg>
        <pc:spChg chg="mod">
          <ac:chgData name="Andre Leon Gradvohl" userId="06cc6c77ff9aaaf9" providerId="LiveId" clId="{DDDB39D1-299B-4173-A9DB-22D2069614D2}" dt="2022-01-18T17:56:34.286" v="388" actId="18245"/>
          <ac:spMkLst>
            <pc:docMk/>
            <pc:sldMk cId="0" sldId="277"/>
            <ac:spMk id="10" creationId="{1AC52972-4694-4527-B76E-433D47206C12}"/>
          </ac:spMkLst>
        </pc:spChg>
        <pc:spChg chg="add del mod">
          <ac:chgData name="Andre Leon Gradvohl" userId="06cc6c77ff9aaaf9" providerId="LiveId" clId="{DDDB39D1-299B-4173-A9DB-22D2069614D2}" dt="2022-01-18T17:56:39.277" v="391" actId="478"/>
          <ac:spMkLst>
            <pc:docMk/>
            <pc:sldMk cId="0" sldId="277"/>
            <ac:spMk id="22" creationId="{25C7259B-2693-40D6-9570-A77B6A842454}"/>
          </ac:spMkLst>
        </pc:spChg>
        <pc:spChg chg="add del">
          <ac:chgData name="Andre Leon Gradvohl" userId="06cc6c77ff9aaaf9" providerId="LiveId" clId="{DDDB39D1-299B-4173-A9DB-22D2069614D2}" dt="2022-01-18T17:49:01.808" v="339" actId="26606"/>
          <ac:spMkLst>
            <pc:docMk/>
            <pc:sldMk cId="0" sldId="277"/>
            <ac:spMk id="75" creationId="{DBDA151C-5770-45E4-AAFF-59E7F403866D}"/>
          </ac:spMkLst>
        </pc:spChg>
        <pc:spChg chg="add del">
          <ac:chgData name="Andre Leon Gradvohl" userId="06cc6c77ff9aaaf9" providerId="LiveId" clId="{DDDB39D1-299B-4173-A9DB-22D2069614D2}" dt="2022-01-18T17:48:39.951" v="337" actId="26606"/>
          <ac:spMkLst>
            <pc:docMk/>
            <pc:sldMk cId="0" sldId="277"/>
            <ac:spMk id="140" creationId="{DBDA151C-5770-45E4-AAFF-59E7F403866D}"/>
          </ac:spMkLst>
        </pc:spChg>
        <pc:spChg chg="mod">
          <ac:chgData name="Andre Leon Gradvohl" userId="06cc6c77ff9aaaf9" providerId="LiveId" clId="{DDDB39D1-299B-4173-A9DB-22D2069614D2}" dt="2022-01-18T17:49:07.959" v="341" actId="14100"/>
          <ac:spMkLst>
            <pc:docMk/>
            <pc:sldMk cId="0" sldId="277"/>
            <ac:spMk id="17410" creationId="{02742EA7-2A5F-4E14-9661-1359F1ADEC18}"/>
          </ac:spMkLst>
        </pc:spChg>
        <pc:spChg chg="del">
          <ac:chgData name="Andre Leon Gradvohl" userId="06cc6c77ff9aaaf9" providerId="LiveId" clId="{DDDB39D1-299B-4173-A9DB-22D2069614D2}" dt="2022-01-18T17:48:25.171" v="333" actId="26606"/>
          <ac:spMkLst>
            <pc:docMk/>
            <pc:sldMk cId="0" sldId="277"/>
            <ac:spMk id="23555" creationId="{89175897-40A9-457E-AD0F-E9A57B8A45DD}"/>
          </ac:spMkLst>
        </pc:spChg>
        <pc:spChg chg="mod">
          <ac:chgData name="Andre Leon Gradvohl" userId="06cc6c77ff9aaaf9" providerId="LiveId" clId="{DDDB39D1-299B-4173-A9DB-22D2069614D2}" dt="2022-01-18T17:48:25.171" v="333" actId="26606"/>
          <ac:spMkLst>
            <pc:docMk/>
            <pc:sldMk cId="0" sldId="277"/>
            <ac:spMk id="23556" creationId="{F9C26140-9497-4864-834B-9E5259F1A183}"/>
          </ac:spMkLst>
        </pc:spChg>
        <pc:spChg chg="add del">
          <ac:chgData name="Andre Leon Gradvohl" userId="06cc6c77ff9aaaf9" providerId="LiveId" clId="{DDDB39D1-299B-4173-A9DB-22D2069614D2}" dt="2022-01-18T17:49:01.808" v="339" actId="26606"/>
          <ac:spMkLst>
            <pc:docMk/>
            <pc:sldMk cId="0" sldId="277"/>
            <ac:spMk id="23560" creationId="{21C69525-1BE4-4BA0-A23C-3BB6C162EFB9}"/>
          </ac:spMkLst>
        </pc:spChg>
        <pc:grpChg chg="mod">
          <ac:chgData name="Andre Leon Gradvohl" userId="06cc6c77ff9aaaf9" providerId="LiveId" clId="{DDDB39D1-299B-4173-A9DB-22D2069614D2}" dt="2022-01-18T17:56:34.286" v="388" actId="18245"/>
          <ac:grpSpMkLst>
            <pc:docMk/>
            <pc:sldMk cId="0" sldId="277"/>
            <ac:grpSpMk id="4" creationId="{5BC8DCC9-E5F7-407D-B8FC-E60114E94C38}"/>
          </ac:grpSpMkLst>
        </pc:grpChg>
        <pc:graphicFrameChg chg="add del mod modGraphic">
          <ac:chgData name="Andre Leon Gradvohl" userId="06cc6c77ff9aaaf9" providerId="LiveId" clId="{DDDB39D1-299B-4173-A9DB-22D2069614D2}" dt="2022-01-18T17:56:34.286" v="388" actId="18245"/>
          <ac:graphicFrameMkLst>
            <pc:docMk/>
            <pc:sldMk cId="0" sldId="277"/>
            <ac:graphicFrameMk id="23558" creationId="{5EC97B88-97DC-41A1-A7B1-411FE9BB684C}"/>
          </ac:graphicFrameMkLst>
        </pc:graphicFrameChg>
        <pc:picChg chg="add del mod modCrop">
          <ac:chgData name="Andre Leon Gradvohl" userId="06cc6c77ff9aaaf9" providerId="LiveId" clId="{DDDB39D1-299B-4173-A9DB-22D2069614D2}" dt="2022-01-18T17:50:45.759" v="350" actId="21"/>
          <ac:picMkLst>
            <pc:docMk/>
            <pc:sldMk cId="0" sldId="277"/>
            <ac:picMk id="3" creationId="{23AE2D5E-0BB0-4AA3-8885-B9BEDFD0E4C4}"/>
          </ac:picMkLst>
        </pc:picChg>
        <pc:picChg chg="add mod modCrop">
          <ac:chgData name="Andre Leon Gradvohl" userId="06cc6c77ff9aaaf9" providerId="LiveId" clId="{DDDB39D1-299B-4173-A9DB-22D2069614D2}" dt="2022-01-18T17:57:07.111" v="400" actId="1076"/>
          <ac:picMkLst>
            <pc:docMk/>
            <pc:sldMk cId="0" sldId="277"/>
            <ac:picMk id="12" creationId="{61FA66AE-F49A-4462-B744-DC96C9362F3F}"/>
          </ac:picMkLst>
        </pc:picChg>
        <pc:picChg chg="add del mod">
          <ac:chgData name="Andre Leon Gradvohl" userId="06cc6c77ff9aaaf9" providerId="LiveId" clId="{DDDB39D1-299B-4173-A9DB-22D2069614D2}" dt="2022-01-18T17:55:54.671" v="386" actId="478"/>
          <ac:picMkLst>
            <pc:docMk/>
            <pc:sldMk cId="0" sldId="277"/>
            <ac:picMk id="14" creationId="{C4591681-03CC-451E-8B84-8AFEAE0E370C}"/>
          </ac:picMkLst>
        </pc:picChg>
        <pc:cxnChg chg="add del">
          <ac:chgData name="Andre Leon Gradvohl" userId="06cc6c77ff9aaaf9" providerId="LiveId" clId="{DDDB39D1-299B-4173-A9DB-22D2069614D2}" dt="2022-01-18T17:49:01.808" v="339" actId="26606"/>
          <ac:cxnSpMkLst>
            <pc:docMk/>
            <pc:sldMk cId="0" sldId="277"/>
            <ac:cxnSpMk id="77" creationId="{B209265E-E0D7-493B-97CE-2263D50C3F0A}"/>
          </ac:cxnSpMkLst>
        </pc:cxnChg>
        <pc:cxnChg chg="add del">
          <ac:chgData name="Andre Leon Gradvohl" userId="06cc6c77ff9aaaf9" providerId="LiveId" clId="{DDDB39D1-299B-4173-A9DB-22D2069614D2}" dt="2022-01-18T17:48:39.951" v="337" actId="26606"/>
          <ac:cxnSpMkLst>
            <pc:docMk/>
            <pc:sldMk cId="0" sldId="277"/>
            <ac:cxnSpMk id="142" creationId="{E62D3963-2153-4637-96E6-E31BD2CE5D0D}"/>
          </ac:cxnSpMkLst>
        </pc:cxnChg>
        <pc:cxnChg chg="add del">
          <ac:chgData name="Andre Leon Gradvohl" userId="06cc6c77ff9aaaf9" providerId="LiveId" clId="{DDDB39D1-299B-4173-A9DB-22D2069614D2}" dt="2022-01-18T17:49:01.808" v="339" actId="26606"/>
          <ac:cxnSpMkLst>
            <pc:docMk/>
            <pc:sldMk cId="0" sldId="277"/>
            <ac:cxnSpMk id="23561" creationId="{B68AF875-C18B-4B48-AE4C-A63FD3CEFB11}"/>
          </ac:cxnSpMkLst>
        </pc:cxnChg>
      </pc:sldChg>
      <pc:sldChg chg="modSp mod modAnim">
        <pc:chgData name="Andre Leon Gradvohl" userId="06cc6c77ff9aaaf9" providerId="LiveId" clId="{DDDB39D1-299B-4173-A9DB-22D2069614D2}" dt="2022-01-18T17:58:45.456" v="414" actId="14100"/>
        <pc:sldMkLst>
          <pc:docMk/>
          <pc:sldMk cId="0" sldId="278"/>
        </pc:sldMkLst>
        <pc:spChg chg="mod">
          <ac:chgData name="Andre Leon Gradvohl" userId="06cc6c77ff9aaaf9" providerId="LiveId" clId="{DDDB39D1-299B-4173-A9DB-22D2069614D2}" dt="2022-01-18T17:57:56.164" v="406" actId="14100"/>
          <ac:spMkLst>
            <pc:docMk/>
            <pc:sldMk cId="0" sldId="278"/>
            <ac:spMk id="15362" creationId="{B83CC0B6-955B-491D-AD06-E6423CAD7C0A}"/>
          </ac:spMkLst>
        </pc:spChg>
        <pc:spChg chg="mod">
          <ac:chgData name="Andre Leon Gradvohl" userId="06cc6c77ff9aaaf9" providerId="LiveId" clId="{DDDB39D1-299B-4173-A9DB-22D2069614D2}" dt="2022-01-18T17:58:45.456" v="414" actId="14100"/>
          <ac:spMkLst>
            <pc:docMk/>
            <pc:sldMk cId="0" sldId="278"/>
            <ac:spMk id="25603" creationId="{B04CC52A-78D1-4CCF-A868-D37751EE96B5}"/>
          </ac:spMkLst>
        </pc:spChg>
      </pc:sldChg>
      <pc:sldChg chg="addSp delSp modSp mod setBg modAnim">
        <pc:chgData name="Andre Leon Gradvohl" userId="06cc6c77ff9aaaf9" providerId="LiveId" clId="{DDDB39D1-299B-4173-A9DB-22D2069614D2}" dt="2022-01-18T18:02:42.145" v="431"/>
        <pc:sldMkLst>
          <pc:docMk/>
          <pc:sldMk cId="0" sldId="279"/>
        </pc:sldMkLst>
        <pc:spChg chg="add">
          <ac:chgData name="Andre Leon Gradvohl" userId="06cc6c77ff9aaaf9" providerId="LiveId" clId="{DDDB39D1-299B-4173-A9DB-22D2069614D2}" dt="2022-01-18T17:59:29.547" v="417" actId="26606"/>
          <ac:spMkLst>
            <pc:docMk/>
            <pc:sldMk cId="0" sldId="279"/>
            <ac:spMk id="138" creationId="{063F27BC-7079-4FF7-8F7C-ABC82FA3C247}"/>
          </ac:spMkLst>
        </pc:spChg>
        <pc:spChg chg="mod">
          <ac:chgData name="Andre Leon Gradvohl" userId="06cc6c77ff9aaaf9" providerId="LiveId" clId="{DDDB39D1-299B-4173-A9DB-22D2069614D2}" dt="2022-01-18T18:01:37.560" v="423" actId="14100"/>
          <ac:spMkLst>
            <pc:docMk/>
            <pc:sldMk cId="0" sldId="279"/>
            <ac:spMk id="19458" creationId="{0E50699A-449D-4909-90F0-7BA987B57C40}"/>
          </ac:spMkLst>
        </pc:spChg>
        <pc:spChg chg="del mod">
          <ac:chgData name="Andre Leon Gradvohl" userId="06cc6c77ff9aaaf9" providerId="LiveId" clId="{DDDB39D1-299B-4173-A9DB-22D2069614D2}" dt="2022-01-18T17:59:29.547" v="417" actId="26606"/>
          <ac:spMkLst>
            <pc:docMk/>
            <pc:sldMk cId="0" sldId="279"/>
            <ac:spMk id="27651" creationId="{82C0BDB2-71FD-4DD9-9F6D-E3EBE0A57456}"/>
          </ac:spMkLst>
        </pc:spChg>
        <pc:spChg chg="mod">
          <ac:chgData name="Andre Leon Gradvohl" userId="06cc6c77ff9aaaf9" providerId="LiveId" clId="{DDDB39D1-299B-4173-A9DB-22D2069614D2}" dt="2022-01-18T17:59:29.547" v="417" actId="26606"/>
          <ac:spMkLst>
            <pc:docMk/>
            <pc:sldMk cId="0" sldId="279"/>
            <ac:spMk id="27652" creationId="{A4D3EDD7-BA19-4545-8116-0F7896B66C81}"/>
          </ac:spMkLst>
        </pc:spChg>
        <pc:graphicFrameChg chg="add mod">
          <ac:chgData name="Andre Leon Gradvohl" userId="06cc6c77ff9aaaf9" providerId="LiveId" clId="{DDDB39D1-299B-4173-A9DB-22D2069614D2}" dt="2022-01-18T18:02:16.073" v="427" actId="14100"/>
          <ac:graphicFrameMkLst>
            <pc:docMk/>
            <pc:sldMk cId="0" sldId="279"/>
            <ac:graphicFrameMk id="27654" creationId="{AA2648DA-97BB-4192-87ED-BB1926C00C79}"/>
          </ac:graphicFrameMkLst>
        </pc:graphicFrameChg>
        <pc:cxnChg chg="add">
          <ac:chgData name="Andre Leon Gradvohl" userId="06cc6c77ff9aaaf9" providerId="LiveId" clId="{DDDB39D1-299B-4173-A9DB-22D2069614D2}" dt="2022-01-18T17:59:29.547" v="417" actId="26606"/>
          <ac:cxnSpMkLst>
            <pc:docMk/>
            <pc:sldMk cId="0" sldId="279"/>
            <ac:cxnSpMk id="140" creationId="{40BBF191-9CC8-4313-B1CA-8DF1A53AE4F9}"/>
          </ac:cxnSpMkLst>
        </pc:cxnChg>
      </pc:sldChg>
      <pc:sldChg chg="addSp delSp modSp mod setBg modAnim">
        <pc:chgData name="Andre Leon Gradvohl" userId="06cc6c77ff9aaaf9" providerId="LiveId" clId="{DDDB39D1-299B-4173-A9DB-22D2069614D2}" dt="2022-01-18T18:05:00" v="447"/>
        <pc:sldMkLst>
          <pc:docMk/>
          <pc:sldMk cId="0" sldId="280"/>
        </pc:sldMkLst>
        <pc:spChg chg="add del">
          <ac:chgData name="Andre Leon Gradvohl" userId="06cc6c77ff9aaaf9" providerId="LiveId" clId="{DDDB39D1-299B-4173-A9DB-22D2069614D2}" dt="2022-01-18T18:04:21.609" v="441" actId="26606"/>
          <ac:spMkLst>
            <pc:docMk/>
            <pc:sldMk cId="0" sldId="280"/>
            <ac:spMk id="74" creationId="{DBDA151C-5770-45E4-AAFF-59E7F403866D}"/>
          </ac:spMkLst>
        </pc:spChg>
        <pc:spChg chg="add del">
          <ac:chgData name="Andre Leon Gradvohl" userId="06cc6c77ff9aaaf9" providerId="LiveId" clId="{DDDB39D1-299B-4173-A9DB-22D2069614D2}" dt="2022-01-18T18:04:23.202" v="443" actId="26606"/>
          <ac:spMkLst>
            <pc:docMk/>
            <pc:sldMk cId="0" sldId="280"/>
            <ac:spMk id="75" creationId="{DBDA151C-5770-45E4-AAFF-59E7F403866D}"/>
          </ac:spMkLst>
        </pc:spChg>
        <pc:spChg chg="mod">
          <ac:chgData name="Andre Leon Gradvohl" userId="06cc6c77ff9aaaf9" providerId="LiveId" clId="{DDDB39D1-299B-4173-A9DB-22D2069614D2}" dt="2022-01-18T18:04:23.230" v="444" actId="26606"/>
          <ac:spMkLst>
            <pc:docMk/>
            <pc:sldMk cId="0" sldId="280"/>
            <ac:spMk id="17410" creationId="{6E2D5DD7-4A6C-47DF-8860-67FE37397AE8}"/>
          </ac:spMkLst>
        </pc:spChg>
        <pc:spChg chg="add del mod">
          <ac:chgData name="Andre Leon Gradvohl" userId="06cc6c77ff9aaaf9" providerId="LiveId" clId="{DDDB39D1-299B-4173-A9DB-22D2069614D2}" dt="2022-01-18T18:04:23.230" v="444" actId="26606"/>
          <ac:spMkLst>
            <pc:docMk/>
            <pc:sldMk cId="0" sldId="280"/>
            <ac:spMk id="29699" creationId="{4F3B5AD6-B22A-40EB-8B58-1FC005DFD1AF}"/>
          </ac:spMkLst>
        </pc:spChg>
        <pc:spChg chg="mod">
          <ac:chgData name="Andre Leon Gradvohl" userId="06cc6c77ff9aaaf9" providerId="LiveId" clId="{DDDB39D1-299B-4173-A9DB-22D2069614D2}" dt="2022-01-18T18:04:23.230" v="444" actId="26606"/>
          <ac:spMkLst>
            <pc:docMk/>
            <pc:sldMk cId="0" sldId="280"/>
            <ac:spMk id="29700" creationId="{22B5C131-C68D-475B-A4AF-1D0D84CF6AA9}"/>
          </ac:spMkLst>
        </pc:spChg>
        <pc:spChg chg="add del">
          <ac:chgData name="Andre Leon Gradvohl" userId="06cc6c77ff9aaaf9" providerId="LiveId" clId="{DDDB39D1-299B-4173-A9DB-22D2069614D2}" dt="2022-01-18T18:04:21.609" v="441" actId="26606"/>
          <ac:spMkLst>
            <pc:docMk/>
            <pc:sldMk cId="0" sldId="280"/>
            <ac:spMk id="29704" creationId="{4F3B5AD6-B22A-40EB-8B58-1FC005DFD1AF}"/>
          </ac:spMkLst>
        </pc:spChg>
        <pc:spChg chg="add">
          <ac:chgData name="Andre Leon Gradvohl" userId="06cc6c77ff9aaaf9" providerId="LiveId" clId="{DDDB39D1-299B-4173-A9DB-22D2069614D2}" dt="2022-01-18T18:04:23.230" v="444" actId="26606"/>
          <ac:spMkLst>
            <pc:docMk/>
            <pc:sldMk cId="0" sldId="280"/>
            <ac:spMk id="29708" creationId="{DBDA151C-5770-45E4-AAFF-59E7F403866D}"/>
          </ac:spMkLst>
        </pc:spChg>
        <pc:graphicFrameChg chg="add del">
          <ac:chgData name="Andre Leon Gradvohl" userId="06cc6c77ff9aaaf9" providerId="LiveId" clId="{DDDB39D1-299B-4173-A9DB-22D2069614D2}" dt="2022-01-18T18:04:07.339" v="439" actId="26606"/>
          <ac:graphicFrameMkLst>
            <pc:docMk/>
            <pc:sldMk cId="0" sldId="280"/>
            <ac:graphicFrameMk id="29702" creationId="{E6031A69-151F-4CD4-92AE-AD98D3DA817E}"/>
          </ac:graphicFrameMkLst>
        </pc:graphicFrameChg>
        <pc:graphicFrameChg chg="add del">
          <ac:chgData name="Andre Leon Gradvohl" userId="06cc6c77ff9aaaf9" providerId="LiveId" clId="{DDDB39D1-299B-4173-A9DB-22D2069614D2}" dt="2022-01-18T18:04:23.202" v="443" actId="26606"/>
          <ac:graphicFrameMkLst>
            <pc:docMk/>
            <pc:sldMk cId="0" sldId="280"/>
            <ac:graphicFrameMk id="29706" creationId="{49C50B87-E0BA-4897-AAB8-1450A0CCF026}"/>
          </ac:graphicFrameMkLst>
        </pc:graphicFrameChg>
        <pc:graphicFrameChg chg="add">
          <ac:chgData name="Andre Leon Gradvohl" userId="06cc6c77ff9aaaf9" providerId="LiveId" clId="{DDDB39D1-299B-4173-A9DB-22D2069614D2}" dt="2022-01-18T18:04:23.230" v="444" actId="26606"/>
          <ac:graphicFrameMkLst>
            <pc:docMk/>
            <pc:sldMk cId="0" sldId="280"/>
            <ac:graphicFrameMk id="29710" creationId="{6C00F482-9544-4DB0-83B1-304E594CE152}"/>
          </ac:graphicFrameMkLst>
        </pc:graphicFrameChg>
        <pc:cxnChg chg="add del">
          <ac:chgData name="Andre Leon Gradvohl" userId="06cc6c77ff9aaaf9" providerId="LiveId" clId="{DDDB39D1-299B-4173-A9DB-22D2069614D2}" dt="2022-01-18T18:04:21.609" v="441" actId="26606"/>
          <ac:cxnSpMkLst>
            <pc:docMk/>
            <pc:sldMk cId="0" sldId="280"/>
            <ac:cxnSpMk id="76" creationId="{E62D3963-2153-4637-96E6-E31BD2CE5D0D}"/>
          </ac:cxnSpMkLst>
        </pc:cxnChg>
        <pc:cxnChg chg="add del">
          <ac:chgData name="Andre Leon Gradvohl" userId="06cc6c77ff9aaaf9" providerId="LiveId" clId="{DDDB39D1-299B-4173-A9DB-22D2069614D2}" dt="2022-01-18T18:04:23.202" v="443" actId="26606"/>
          <ac:cxnSpMkLst>
            <pc:docMk/>
            <pc:sldMk cId="0" sldId="280"/>
            <ac:cxnSpMk id="77" creationId="{B209265E-E0D7-493B-97CE-2263D50C3F0A}"/>
          </ac:cxnSpMkLst>
        </pc:cxnChg>
        <pc:cxnChg chg="add">
          <ac:chgData name="Andre Leon Gradvohl" userId="06cc6c77ff9aaaf9" providerId="LiveId" clId="{DDDB39D1-299B-4173-A9DB-22D2069614D2}" dt="2022-01-18T18:04:23.230" v="444" actId="26606"/>
          <ac:cxnSpMkLst>
            <pc:docMk/>
            <pc:sldMk cId="0" sldId="280"/>
            <ac:cxnSpMk id="29709" creationId="{B209265E-E0D7-493B-97CE-2263D50C3F0A}"/>
          </ac:cxnSpMkLst>
        </pc:cxnChg>
      </pc:sldChg>
      <pc:sldChg chg="modSp mod">
        <pc:chgData name="Andre Leon Gradvohl" userId="06cc6c77ff9aaaf9" providerId="LiveId" clId="{DDDB39D1-299B-4173-A9DB-22D2069614D2}" dt="2022-01-18T18:05:57.400" v="457" actId="20577"/>
        <pc:sldMkLst>
          <pc:docMk/>
          <pc:sldMk cId="0" sldId="281"/>
        </pc:sldMkLst>
        <pc:spChg chg="mod">
          <ac:chgData name="Andre Leon Gradvohl" userId="06cc6c77ff9aaaf9" providerId="LiveId" clId="{DDDB39D1-299B-4173-A9DB-22D2069614D2}" dt="2022-01-18T18:05:15.222" v="450" actId="27636"/>
          <ac:spMkLst>
            <pc:docMk/>
            <pc:sldMk cId="0" sldId="281"/>
            <ac:spMk id="18434" creationId="{3E32DFFD-D5AC-4525-ACBE-5CAD5F2975C7}"/>
          </ac:spMkLst>
        </pc:spChg>
        <pc:spChg chg="mod">
          <ac:chgData name="Andre Leon Gradvohl" userId="06cc6c77ff9aaaf9" providerId="LiveId" clId="{DDDB39D1-299B-4173-A9DB-22D2069614D2}" dt="2022-01-18T18:05:57.400" v="457" actId="20577"/>
          <ac:spMkLst>
            <pc:docMk/>
            <pc:sldMk cId="0" sldId="281"/>
            <ac:spMk id="31747" creationId="{14EF5C88-75E7-4780-A433-0C5EBDF5D0E1}"/>
          </ac:spMkLst>
        </pc:spChg>
      </pc:sldChg>
      <pc:sldChg chg="addSp delSp modSp mod setBg modAnim">
        <pc:chgData name="Andre Leon Gradvohl" userId="06cc6c77ff9aaaf9" providerId="LiveId" clId="{DDDB39D1-299B-4173-A9DB-22D2069614D2}" dt="2022-01-18T18:07:20.194" v="469"/>
        <pc:sldMkLst>
          <pc:docMk/>
          <pc:sldMk cId="0" sldId="282"/>
        </pc:sldMkLst>
        <pc:spChg chg="add">
          <ac:chgData name="Andre Leon Gradvohl" userId="06cc6c77ff9aaaf9" providerId="LiveId" clId="{DDDB39D1-299B-4173-A9DB-22D2069614D2}" dt="2022-01-18T18:06:44.222" v="464" actId="26606"/>
          <ac:spMkLst>
            <pc:docMk/>
            <pc:sldMk cId="0" sldId="282"/>
            <ac:spMk id="137" creationId="{063F27BC-7079-4FF7-8F7C-ABC82FA3C247}"/>
          </ac:spMkLst>
        </pc:spChg>
        <pc:spChg chg="add del">
          <ac:chgData name="Andre Leon Gradvohl" userId="06cc6c77ff9aaaf9" providerId="LiveId" clId="{DDDB39D1-299B-4173-A9DB-22D2069614D2}" dt="2022-01-18T18:06:29.138" v="461" actId="26606"/>
          <ac:spMkLst>
            <pc:docMk/>
            <pc:sldMk cId="0" sldId="282"/>
            <ac:spMk id="138" creationId="{744CAA32-F237-419C-A2DD-43C28D920D3C}"/>
          </ac:spMkLst>
        </pc:spChg>
        <pc:spChg chg="mod">
          <ac:chgData name="Andre Leon Gradvohl" userId="06cc6c77ff9aaaf9" providerId="LiveId" clId="{DDDB39D1-299B-4173-A9DB-22D2069614D2}" dt="2022-01-18T18:06:44.222" v="464" actId="26606"/>
          <ac:spMkLst>
            <pc:docMk/>
            <pc:sldMk cId="0" sldId="282"/>
            <ac:spMk id="19458" creationId="{21282ADD-2B5F-40FE-AB62-78E591A02CE3}"/>
          </ac:spMkLst>
        </pc:spChg>
        <pc:spChg chg="mod">
          <ac:chgData name="Andre Leon Gradvohl" userId="06cc6c77ff9aaaf9" providerId="LiveId" clId="{DDDB39D1-299B-4173-A9DB-22D2069614D2}" dt="2022-01-18T18:06:54.851" v="467" actId="14100"/>
          <ac:spMkLst>
            <pc:docMk/>
            <pc:sldMk cId="0" sldId="282"/>
            <ac:spMk id="33795" creationId="{C59FDD0C-8E9D-48C7-A121-E105707D0296}"/>
          </ac:spMkLst>
        </pc:spChg>
        <pc:spChg chg="mod">
          <ac:chgData name="Andre Leon Gradvohl" userId="06cc6c77ff9aaaf9" providerId="LiveId" clId="{DDDB39D1-299B-4173-A9DB-22D2069614D2}" dt="2022-01-18T18:06:44.222" v="464" actId="26606"/>
          <ac:spMkLst>
            <pc:docMk/>
            <pc:sldMk cId="0" sldId="282"/>
            <ac:spMk id="33796" creationId="{0E4835E3-4A7A-41EA-9403-6DB95CAF5D09}"/>
          </ac:spMkLst>
        </pc:spChg>
        <pc:spChg chg="add del">
          <ac:chgData name="Andre Leon Gradvohl" userId="06cc6c77ff9aaaf9" providerId="LiveId" clId="{DDDB39D1-299B-4173-A9DB-22D2069614D2}" dt="2022-01-18T18:06:44.202" v="463" actId="26606"/>
          <ac:spMkLst>
            <pc:docMk/>
            <pc:sldMk cId="0" sldId="282"/>
            <ac:spMk id="33800" creationId="{744CAA32-F237-419C-A2DD-43C28D920D3C}"/>
          </ac:spMkLst>
        </pc:spChg>
        <pc:picChg chg="add del">
          <ac:chgData name="Andre Leon Gradvohl" userId="06cc6c77ff9aaaf9" providerId="LiveId" clId="{DDDB39D1-299B-4173-A9DB-22D2069614D2}" dt="2022-01-18T18:06:29.138" v="461" actId="26606"/>
          <ac:picMkLst>
            <pc:docMk/>
            <pc:sldMk cId="0" sldId="282"/>
            <ac:picMk id="33798" creationId="{D6312974-DB08-4CEE-A800-FF1C6E8CEEED}"/>
          </ac:picMkLst>
        </pc:picChg>
        <pc:picChg chg="add del">
          <ac:chgData name="Andre Leon Gradvohl" userId="06cc6c77ff9aaaf9" providerId="LiveId" clId="{DDDB39D1-299B-4173-A9DB-22D2069614D2}" dt="2022-01-18T18:06:44.202" v="463" actId="26606"/>
          <ac:picMkLst>
            <pc:docMk/>
            <pc:sldMk cId="0" sldId="282"/>
            <ac:picMk id="33801" creationId="{619140C0-7683-4585-AE1B-636717A09AE5}"/>
          </ac:picMkLst>
        </pc:picChg>
        <pc:cxnChg chg="add">
          <ac:chgData name="Andre Leon Gradvohl" userId="06cc6c77ff9aaaf9" providerId="LiveId" clId="{DDDB39D1-299B-4173-A9DB-22D2069614D2}" dt="2022-01-18T18:06:44.222" v="464" actId="26606"/>
          <ac:cxnSpMkLst>
            <pc:docMk/>
            <pc:sldMk cId="0" sldId="282"/>
            <ac:cxnSpMk id="139" creationId="{40BBF191-9CC8-4313-B1CA-8DF1A53AE4F9}"/>
          </ac:cxnSpMkLst>
        </pc:cxnChg>
        <pc:cxnChg chg="add del">
          <ac:chgData name="Andre Leon Gradvohl" userId="06cc6c77ff9aaaf9" providerId="LiveId" clId="{DDDB39D1-299B-4173-A9DB-22D2069614D2}" dt="2022-01-18T18:06:29.138" v="461" actId="26606"/>
          <ac:cxnSpMkLst>
            <pc:docMk/>
            <pc:sldMk cId="0" sldId="282"/>
            <ac:cxnSpMk id="140" creationId="{753FE100-D0AB-4AE2-824B-60CFA31EC6A2}"/>
          </ac:cxnSpMkLst>
        </pc:cxnChg>
        <pc:cxnChg chg="add del">
          <ac:chgData name="Andre Leon Gradvohl" userId="06cc6c77ff9aaaf9" providerId="LiveId" clId="{DDDB39D1-299B-4173-A9DB-22D2069614D2}" dt="2022-01-18T18:06:44.202" v="463" actId="26606"/>
          <ac:cxnSpMkLst>
            <pc:docMk/>
            <pc:sldMk cId="0" sldId="282"/>
            <ac:cxnSpMk id="33802" creationId="{691422F5-4221-4812-AFD9-5479C6D60AD9}"/>
          </ac:cxnSpMkLst>
        </pc:cxnChg>
      </pc:sldChg>
      <pc:sldChg chg="addSp delSp modSp mod setBg">
        <pc:chgData name="Andre Leon Gradvohl" userId="06cc6c77ff9aaaf9" providerId="LiveId" clId="{DDDB39D1-299B-4173-A9DB-22D2069614D2}" dt="2022-01-18T18:07:48.371" v="473" actId="26606"/>
        <pc:sldMkLst>
          <pc:docMk/>
          <pc:sldMk cId="0" sldId="283"/>
        </pc:sldMkLst>
        <pc:spChg chg="add">
          <ac:chgData name="Andre Leon Gradvohl" userId="06cc6c77ff9aaaf9" providerId="LiveId" clId="{DDDB39D1-299B-4173-A9DB-22D2069614D2}" dt="2022-01-18T18:07:48.371" v="473" actId="26606"/>
          <ac:spMkLst>
            <pc:docMk/>
            <pc:sldMk cId="0" sldId="283"/>
            <ac:spMk id="75" creationId="{A637580D-1176-4083-A9A1-BD8ED08996EC}"/>
          </ac:spMkLst>
        </pc:spChg>
        <pc:spChg chg="mod">
          <ac:chgData name="Andre Leon Gradvohl" userId="06cc6c77ff9aaaf9" providerId="LiveId" clId="{DDDB39D1-299B-4173-A9DB-22D2069614D2}" dt="2022-01-18T18:07:48.371" v="473" actId="26606"/>
          <ac:spMkLst>
            <pc:docMk/>
            <pc:sldMk cId="0" sldId="283"/>
            <ac:spMk id="23554" creationId="{FD629B1E-CCBA-45AA-BAE7-A9B2C61945AC}"/>
          </ac:spMkLst>
        </pc:spChg>
        <pc:spChg chg="del mod">
          <ac:chgData name="Andre Leon Gradvohl" userId="06cc6c77ff9aaaf9" providerId="LiveId" clId="{DDDB39D1-299B-4173-A9DB-22D2069614D2}" dt="2022-01-18T18:07:48.371" v="473" actId="26606"/>
          <ac:spMkLst>
            <pc:docMk/>
            <pc:sldMk cId="0" sldId="283"/>
            <ac:spMk id="35843" creationId="{9A75703C-1036-4A47-A1A2-DD5B1BB1A8D0}"/>
          </ac:spMkLst>
        </pc:spChg>
        <pc:spChg chg="mod">
          <ac:chgData name="Andre Leon Gradvohl" userId="06cc6c77ff9aaaf9" providerId="LiveId" clId="{DDDB39D1-299B-4173-A9DB-22D2069614D2}" dt="2022-01-18T18:07:48.371" v="473" actId="26606"/>
          <ac:spMkLst>
            <pc:docMk/>
            <pc:sldMk cId="0" sldId="283"/>
            <ac:spMk id="35844" creationId="{4DFFC8B3-4A67-4625-9C7D-4B7E6C4E58A2}"/>
          </ac:spMkLst>
        </pc:spChg>
        <pc:graphicFrameChg chg="add">
          <ac:chgData name="Andre Leon Gradvohl" userId="06cc6c77ff9aaaf9" providerId="LiveId" clId="{DDDB39D1-299B-4173-A9DB-22D2069614D2}" dt="2022-01-18T18:07:48.371" v="473" actId="26606"/>
          <ac:graphicFrameMkLst>
            <pc:docMk/>
            <pc:sldMk cId="0" sldId="283"/>
            <ac:graphicFrameMk id="35846" creationId="{6921539F-392B-47A9-B103-CE0240DDC6D1}"/>
          </ac:graphicFrameMkLst>
        </pc:graphicFrameChg>
        <pc:cxnChg chg="add">
          <ac:chgData name="Andre Leon Gradvohl" userId="06cc6c77ff9aaaf9" providerId="LiveId" clId="{DDDB39D1-299B-4173-A9DB-22D2069614D2}" dt="2022-01-18T18:07:48.371" v="473" actId="26606"/>
          <ac:cxnSpMkLst>
            <pc:docMk/>
            <pc:sldMk cId="0" sldId="283"/>
            <ac:cxnSpMk id="77" creationId="{0E3AD75E-1A77-4E2E-BFE0-452AC5193697}"/>
          </ac:cxnSpMkLst>
        </pc:cxnChg>
      </pc:sldChg>
      <pc:sldChg chg="modSp mod modAnim">
        <pc:chgData name="Andre Leon Gradvohl" userId="06cc6c77ff9aaaf9" providerId="LiveId" clId="{DDDB39D1-299B-4173-A9DB-22D2069614D2}" dt="2022-01-18T18:10:00.701" v="482"/>
        <pc:sldMkLst>
          <pc:docMk/>
          <pc:sldMk cId="0" sldId="284"/>
        </pc:sldMkLst>
        <pc:spChg chg="mod">
          <ac:chgData name="Andre Leon Gradvohl" userId="06cc6c77ff9aaaf9" providerId="LiveId" clId="{DDDB39D1-299B-4173-A9DB-22D2069614D2}" dt="2022-01-18T18:08:32.063" v="474" actId="14100"/>
          <ac:spMkLst>
            <pc:docMk/>
            <pc:sldMk cId="0" sldId="284"/>
            <ac:spMk id="24578" creationId="{BA3D25F8-4F2B-4B5F-BD14-436096F5FE77}"/>
          </ac:spMkLst>
        </pc:spChg>
        <pc:spChg chg="mod">
          <ac:chgData name="Andre Leon Gradvohl" userId="06cc6c77ff9aaaf9" providerId="LiveId" clId="{DDDB39D1-299B-4173-A9DB-22D2069614D2}" dt="2022-01-18T18:09:28.801" v="480" actId="12"/>
          <ac:spMkLst>
            <pc:docMk/>
            <pc:sldMk cId="0" sldId="284"/>
            <ac:spMk id="37891" creationId="{014AEE53-A8D7-48CB-ABBF-7B09566BC350}"/>
          </ac:spMkLst>
        </pc:spChg>
      </pc:sldChg>
      <pc:sldChg chg="addSp delSp modSp mod setBg modAnim">
        <pc:chgData name="Andre Leon Gradvohl" userId="06cc6c77ff9aaaf9" providerId="LiveId" clId="{DDDB39D1-299B-4173-A9DB-22D2069614D2}" dt="2022-01-18T17:27:35.166" v="141"/>
        <pc:sldMkLst>
          <pc:docMk/>
          <pc:sldMk cId="0" sldId="285"/>
        </pc:sldMkLst>
        <pc:spChg chg="add">
          <ac:chgData name="Andre Leon Gradvohl" userId="06cc6c77ff9aaaf9" providerId="LiveId" clId="{DDDB39D1-299B-4173-A9DB-22D2069614D2}" dt="2022-01-18T17:24:48.530" v="106" actId="26606"/>
          <ac:spMkLst>
            <pc:docMk/>
            <pc:sldMk cId="0" sldId="285"/>
            <ac:spMk id="138" creationId="{DBDA151C-5770-45E4-AAFF-59E7F403866D}"/>
          </ac:spMkLst>
        </pc:spChg>
        <pc:spChg chg="mod">
          <ac:chgData name="Andre Leon Gradvohl" userId="06cc6c77ff9aaaf9" providerId="LiveId" clId="{DDDB39D1-299B-4173-A9DB-22D2069614D2}" dt="2022-01-18T17:24:48.530" v="106" actId="26606"/>
          <ac:spMkLst>
            <pc:docMk/>
            <pc:sldMk cId="0" sldId="285"/>
            <ac:spMk id="10242" creationId="{5642D223-D3EA-4BA9-A035-6F45660FE6F3}"/>
          </ac:spMkLst>
        </pc:spChg>
        <pc:spChg chg="del">
          <ac:chgData name="Andre Leon Gradvohl" userId="06cc6c77ff9aaaf9" providerId="LiveId" clId="{DDDB39D1-299B-4173-A9DB-22D2069614D2}" dt="2022-01-18T17:24:48.530" v="106" actId="26606"/>
          <ac:spMkLst>
            <pc:docMk/>
            <pc:sldMk cId="0" sldId="285"/>
            <ac:spMk id="17411" creationId="{2BDE5221-E733-47D0-AF22-C7983F14F86E}"/>
          </ac:spMkLst>
        </pc:spChg>
        <pc:spChg chg="mod">
          <ac:chgData name="Andre Leon Gradvohl" userId="06cc6c77ff9aaaf9" providerId="LiveId" clId="{DDDB39D1-299B-4173-A9DB-22D2069614D2}" dt="2022-01-18T17:24:48.530" v="106" actId="26606"/>
          <ac:spMkLst>
            <pc:docMk/>
            <pc:sldMk cId="0" sldId="285"/>
            <ac:spMk id="17412" creationId="{B474F11F-0414-49C2-AFAF-EAB381BB8A6F}"/>
          </ac:spMkLst>
        </pc:spChg>
        <pc:graphicFrameChg chg="add mod">
          <ac:chgData name="Andre Leon Gradvohl" userId="06cc6c77ff9aaaf9" providerId="LiveId" clId="{DDDB39D1-299B-4173-A9DB-22D2069614D2}" dt="2022-01-18T17:27:35.166" v="141"/>
          <ac:graphicFrameMkLst>
            <pc:docMk/>
            <pc:sldMk cId="0" sldId="285"/>
            <ac:graphicFrameMk id="17414" creationId="{4A34DDEE-C29C-4A7E-995E-0D39D8160469}"/>
          </ac:graphicFrameMkLst>
        </pc:graphicFrameChg>
        <pc:cxnChg chg="add">
          <ac:chgData name="Andre Leon Gradvohl" userId="06cc6c77ff9aaaf9" providerId="LiveId" clId="{DDDB39D1-299B-4173-A9DB-22D2069614D2}" dt="2022-01-18T17:24:48.530" v="106" actId="26606"/>
          <ac:cxnSpMkLst>
            <pc:docMk/>
            <pc:sldMk cId="0" sldId="285"/>
            <ac:cxnSpMk id="140" creationId="{B209265E-E0D7-493B-97CE-2263D50C3F0A}"/>
          </ac:cxnSpMkLst>
        </pc:cxnChg>
      </pc:sldChg>
      <pc:sldChg chg="modSp mod">
        <pc:chgData name="Andre Leon Gradvohl" userId="06cc6c77ff9aaaf9" providerId="LiveId" clId="{DDDB39D1-299B-4173-A9DB-22D2069614D2}" dt="2022-01-18T18:25:36.966" v="564" actId="1076"/>
        <pc:sldMkLst>
          <pc:docMk/>
          <pc:sldMk cId="0" sldId="286"/>
        </pc:sldMkLst>
        <pc:spChg chg="mod">
          <ac:chgData name="Andre Leon Gradvohl" userId="06cc6c77ff9aaaf9" providerId="LiveId" clId="{DDDB39D1-299B-4173-A9DB-22D2069614D2}" dt="2022-01-18T18:25:36.966" v="564" actId="1076"/>
          <ac:spMkLst>
            <pc:docMk/>
            <pc:sldMk cId="0" sldId="286"/>
            <ac:spMk id="89090" creationId="{C74D3205-8B23-4773-9F70-B279EE1274B0}"/>
          </ac:spMkLst>
        </pc:spChg>
        <pc:picChg chg="mod">
          <ac:chgData name="Andre Leon Gradvohl" userId="06cc6c77ff9aaaf9" providerId="LiveId" clId="{DDDB39D1-299B-4173-A9DB-22D2069614D2}" dt="2022-01-18T18:24:29.099" v="562" actId="1076"/>
          <ac:picMkLst>
            <pc:docMk/>
            <pc:sldMk cId="0" sldId="286"/>
            <ac:picMk id="46084" creationId="{CFC98BC5-922C-4DB4-8133-24E6824080C9}"/>
          </ac:picMkLst>
        </pc:picChg>
      </pc:sldChg>
      <pc:sldChg chg="modSp mod">
        <pc:chgData name="Andre Leon Gradvohl" userId="06cc6c77ff9aaaf9" providerId="LiveId" clId="{DDDB39D1-299B-4173-A9DB-22D2069614D2}" dt="2022-01-18T18:24:17.534" v="559" actId="1076"/>
        <pc:sldMkLst>
          <pc:docMk/>
          <pc:sldMk cId="0" sldId="287"/>
        </pc:sldMkLst>
        <pc:spChg chg="mod">
          <ac:chgData name="Andre Leon Gradvohl" userId="06cc6c77ff9aaaf9" providerId="LiveId" clId="{DDDB39D1-299B-4173-A9DB-22D2069614D2}" dt="2022-01-18T18:23:31.465" v="551" actId="1582"/>
          <ac:spMkLst>
            <pc:docMk/>
            <pc:sldMk cId="0" sldId="287"/>
            <ac:spMk id="2" creationId="{13A9AB70-171A-4331-B1A5-7E031467AA6B}"/>
          </ac:spMkLst>
        </pc:spChg>
        <pc:spChg chg="mod">
          <ac:chgData name="Andre Leon Gradvohl" userId="06cc6c77ff9aaaf9" providerId="LiveId" clId="{DDDB39D1-299B-4173-A9DB-22D2069614D2}" dt="2022-01-18T18:23:36.944" v="552" actId="108"/>
          <ac:spMkLst>
            <pc:docMk/>
            <pc:sldMk cId="0" sldId="287"/>
            <ac:spMk id="8" creationId="{296C741A-779D-4604-B912-8B26F4797454}"/>
          </ac:spMkLst>
        </pc:spChg>
        <pc:spChg chg="mod">
          <ac:chgData name="Andre Leon Gradvohl" userId="06cc6c77ff9aaaf9" providerId="LiveId" clId="{DDDB39D1-299B-4173-A9DB-22D2069614D2}" dt="2022-01-18T18:23:39.995" v="553" actId="108"/>
          <ac:spMkLst>
            <pc:docMk/>
            <pc:sldMk cId="0" sldId="287"/>
            <ac:spMk id="9" creationId="{EFA656BF-FC7E-49E5-BD11-431E03BDC645}"/>
          </ac:spMkLst>
        </pc:spChg>
        <pc:spChg chg="mod">
          <ac:chgData name="Andre Leon Gradvohl" userId="06cc6c77ff9aaaf9" providerId="LiveId" clId="{DDDB39D1-299B-4173-A9DB-22D2069614D2}" dt="2022-01-18T18:23:46.748" v="555" actId="108"/>
          <ac:spMkLst>
            <pc:docMk/>
            <pc:sldMk cId="0" sldId="287"/>
            <ac:spMk id="10" creationId="{647932F3-983C-4B28-8C51-5AFF7BE8EC47}"/>
          </ac:spMkLst>
        </pc:spChg>
        <pc:spChg chg="mod">
          <ac:chgData name="Andre Leon Gradvohl" userId="06cc6c77ff9aaaf9" providerId="LiveId" clId="{DDDB39D1-299B-4173-A9DB-22D2069614D2}" dt="2022-01-18T18:24:17.534" v="559" actId="1076"/>
          <ac:spMkLst>
            <pc:docMk/>
            <pc:sldMk cId="0" sldId="287"/>
            <ac:spMk id="89090" creationId="{6DD95F94-C121-456B-87C7-58863C07F4A7}"/>
          </ac:spMkLst>
        </pc:spChg>
      </pc:sldChg>
      <pc:sldChg chg="delSp modSp del mod">
        <pc:chgData name="Andre Leon Gradvohl" userId="06cc6c77ff9aaaf9" providerId="LiveId" clId="{DDDB39D1-299B-4173-A9DB-22D2069614D2}" dt="2022-01-18T17:13:37.144" v="45" actId="47"/>
        <pc:sldMkLst>
          <pc:docMk/>
          <pc:sldMk cId="0" sldId="288"/>
        </pc:sldMkLst>
        <pc:spChg chg="mod">
          <ac:chgData name="Andre Leon Gradvohl" userId="06cc6c77ff9aaaf9" providerId="LiveId" clId="{DDDB39D1-299B-4173-A9DB-22D2069614D2}" dt="2022-01-18T17:12:40.683" v="43" actId="20577"/>
          <ac:spMkLst>
            <pc:docMk/>
            <pc:sldMk cId="0" sldId="288"/>
            <ac:spMk id="3" creationId="{AA36143D-70F9-44CE-AE89-5E238E9BE77F}"/>
          </ac:spMkLst>
        </pc:spChg>
        <pc:picChg chg="del">
          <ac:chgData name="Andre Leon Gradvohl" userId="06cc6c77ff9aaaf9" providerId="LiveId" clId="{DDDB39D1-299B-4173-A9DB-22D2069614D2}" dt="2022-01-18T17:12:33.919" v="41" actId="478"/>
          <ac:picMkLst>
            <pc:docMk/>
            <pc:sldMk cId="0" sldId="288"/>
            <ac:picMk id="7173" creationId="{BA434FAD-23DB-4FFD-886F-9C40512DCBF6}"/>
          </ac:picMkLst>
        </pc:picChg>
        <pc:picChg chg="del">
          <ac:chgData name="Andre Leon Gradvohl" userId="06cc6c77ff9aaaf9" providerId="LiveId" clId="{DDDB39D1-299B-4173-A9DB-22D2069614D2}" dt="2022-01-18T17:12:36.335" v="42" actId="478"/>
          <ac:picMkLst>
            <pc:docMk/>
            <pc:sldMk cId="0" sldId="288"/>
            <ac:picMk id="7174" creationId="{CD0698E2-576C-42BC-9023-F0A4A10ECB80}"/>
          </ac:picMkLst>
        </pc:picChg>
      </pc:sldChg>
      <pc:sldChg chg="modSp mod">
        <pc:chgData name="Andre Leon Gradvohl" userId="06cc6c77ff9aaaf9" providerId="LiveId" clId="{DDDB39D1-299B-4173-A9DB-22D2069614D2}" dt="2022-01-18T17:14:19.973" v="51" actId="1076"/>
        <pc:sldMkLst>
          <pc:docMk/>
          <pc:sldMk cId="3374837885" sldId="301"/>
        </pc:sldMkLst>
        <pc:spChg chg="mod">
          <ac:chgData name="Andre Leon Gradvohl" userId="06cc6c77ff9aaaf9" providerId="LiveId" clId="{DDDB39D1-299B-4173-A9DB-22D2069614D2}" dt="2022-01-18T17:14:19.973" v="51" actId="1076"/>
          <ac:spMkLst>
            <pc:docMk/>
            <pc:sldMk cId="3374837885" sldId="301"/>
            <ac:spMk id="6" creationId="{289BEEF7-AAAF-43B0-BC87-744A0588791D}"/>
          </ac:spMkLst>
        </pc:spChg>
      </pc:sldChg>
      <pc:sldChg chg="delSp modSp mod delAnim">
        <pc:chgData name="Andre Leon Gradvohl" userId="06cc6c77ff9aaaf9" providerId="LiveId" clId="{DDDB39D1-299B-4173-A9DB-22D2069614D2}" dt="2022-01-18T17:15:08.896" v="54" actId="478"/>
        <pc:sldMkLst>
          <pc:docMk/>
          <pc:sldMk cId="2269876735" sldId="302"/>
        </pc:sldMkLst>
        <pc:spChg chg="mod">
          <ac:chgData name="Andre Leon Gradvohl" userId="06cc6c77ff9aaaf9" providerId="LiveId" clId="{DDDB39D1-299B-4173-A9DB-22D2069614D2}" dt="2022-01-18T17:13:49.877" v="47" actId="14100"/>
          <ac:spMkLst>
            <pc:docMk/>
            <pc:sldMk cId="2269876735" sldId="302"/>
            <ac:spMk id="2" creationId="{284D064F-79BE-4A74-A621-EDB1AB6531E7}"/>
          </ac:spMkLst>
        </pc:spChg>
        <pc:spChg chg="mod">
          <ac:chgData name="Andre Leon Gradvohl" userId="06cc6c77ff9aaaf9" providerId="LiveId" clId="{DDDB39D1-299B-4173-A9DB-22D2069614D2}" dt="2022-01-18T17:14:40.870" v="52" actId="1076"/>
          <ac:spMkLst>
            <pc:docMk/>
            <pc:sldMk cId="2269876735" sldId="302"/>
            <ac:spMk id="6" creationId="{289BEEF7-AAAF-43B0-BC87-744A0588791D}"/>
          </ac:spMkLst>
        </pc:spChg>
        <pc:spChg chg="del mod">
          <ac:chgData name="Andre Leon Gradvohl" userId="06cc6c77ff9aaaf9" providerId="LiveId" clId="{DDDB39D1-299B-4173-A9DB-22D2069614D2}" dt="2022-01-18T17:15:08.896" v="54" actId="478"/>
          <ac:spMkLst>
            <pc:docMk/>
            <pc:sldMk cId="2269876735" sldId="302"/>
            <ac:spMk id="20" creationId="{C619F8F4-C8A4-4A17-90EB-9D6AC68D487F}"/>
          </ac:spMkLst>
        </pc:spChg>
      </pc:sldChg>
      <pc:sldMasterChg chg="modSldLayout">
        <pc:chgData name="Andre Leon Gradvohl" userId="06cc6c77ff9aaaf9" providerId="LiveId" clId="{DDDB39D1-299B-4173-A9DB-22D2069614D2}" dt="2022-01-18T17:14:06.695" v="50" actId="14100"/>
        <pc:sldMasterMkLst>
          <pc:docMk/>
          <pc:sldMasterMk cId="2475966587" sldId="2147483673"/>
        </pc:sldMasterMkLst>
        <pc:sldLayoutChg chg="modSp mod">
          <pc:chgData name="Andre Leon Gradvohl" userId="06cc6c77ff9aaaf9" providerId="LiveId" clId="{DDDB39D1-299B-4173-A9DB-22D2069614D2}" dt="2022-01-18T17:14:06.695" v="50" actId="14100"/>
          <pc:sldLayoutMkLst>
            <pc:docMk/>
            <pc:sldMasterMk cId="2475966587" sldId="2147483673"/>
            <pc:sldLayoutMk cId="834234428" sldId="2147483669"/>
          </pc:sldLayoutMkLst>
          <pc:spChg chg="mod">
            <ac:chgData name="Andre Leon Gradvohl" userId="06cc6c77ff9aaaf9" providerId="LiveId" clId="{DDDB39D1-299B-4173-A9DB-22D2069614D2}" dt="2022-01-18T17:14:02.787" v="49" actId="14100"/>
            <ac:spMkLst>
              <pc:docMk/>
              <pc:sldMasterMk cId="2475966587" sldId="2147483673"/>
              <pc:sldLayoutMk cId="834234428" sldId="2147483669"/>
              <ac:spMk id="2" creationId="{1E08B246-6A68-46BE-9DBD-614FA8CF4E26}"/>
            </ac:spMkLst>
          </pc:spChg>
          <pc:spChg chg="mod">
            <ac:chgData name="Andre Leon Gradvohl" userId="06cc6c77ff9aaaf9" providerId="LiveId" clId="{DDDB39D1-299B-4173-A9DB-22D2069614D2}" dt="2022-01-18T17:14:06.695" v="50" actId="14100"/>
            <ac:spMkLst>
              <pc:docMk/>
              <pc:sldMasterMk cId="2475966587" sldId="2147483673"/>
              <pc:sldLayoutMk cId="834234428" sldId="2147483669"/>
              <ac:spMk id="3" creationId="{03E47706-8D18-4093-A7C1-F30D7543CEDE}"/>
            </ac:spMkLst>
          </pc:spChg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07C99D-0DFB-4195-93E9-2C813572367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E188CEA-15E0-4A30-A558-E5D84031DC18}">
      <dgm:prSet/>
      <dgm:spPr/>
      <dgm:t>
        <a:bodyPr/>
        <a:lstStyle/>
        <a:p>
          <a:r>
            <a:rPr lang="pt-BR"/>
            <a:t>Apresentação do professor e da disciplina</a:t>
          </a:r>
          <a:endParaRPr lang="en-US"/>
        </a:p>
      </dgm:t>
    </dgm:pt>
    <dgm:pt modelId="{4871C61C-BBAF-40F2-911A-5BC3EDD1FDA2}" type="parTrans" cxnId="{4322818D-2CFA-4725-A1AC-52D5B4706242}">
      <dgm:prSet/>
      <dgm:spPr/>
      <dgm:t>
        <a:bodyPr/>
        <a:lstStyle/>
        <a:p>
          <a:endParaRPr lang="en-US"/>
        </a:p>
      </dgm:t>
    </dgm:pt>
    <dgm:pt modelId="{EB9EE435-EB76-4050-9713-EA5E0CBE65C1}" type="sibTrans" cxnId="{4322818D-2CFA-4725-A1AC-52D5B4706242}">
      <dgm:prSet/>
      <dgm:spPr/>
      <dgm:t>
        <a:bodyPr/>
        <a:lstStyle/>
        <a:p>
          <a:endParaRPr lang="en-US"/>
        </a:p>
      </dgm:t>
    </dgm:pt>
    <dgm:pt modelId="{D57A17A9-36C3-4204-B939-7BF597367A23}">
      <dgm:prSet/>
      <dgm:spPr/>
      <dgm:t>
        <a:bodyPr/>
        <a:lstStyle/>
        <a:p>
          <a:r>
            <a:rPr lang="pt-BR" dirty="0"/>
            <a:t>Por que estudar Sistemas Operacionais?</a:t>
          </a:r>
          <a:endParaRPr lang="en-US" dirty="0"/>
        </a:p>
      </dgm:t>
    </dgm:pt>
    <dgm:pt modelId="{48C259D1-4DE4-487A-9F8F-970F8377E2FE}" type="parTrans" cxnId="{938780D8-131D-445A-A286-B1576B02FC1B}">
      <dgm:prSet/>
      <dgm:spPr/>
      <dgm:t>
        <a:bodyPr/>
        <a:lstStyle/>
        <a:p>
          <a:endParaRPr lang="en-US"/>
        </a:p>
      </dgm:t>
    </dgm:pt>
    <dgm:pt modelId="{F2515035-9724-4BBC-B8E4-E302F534CD5C}" type="sibTrans" cxnId="{938780D8-131D-445A-A286-B1576B02FC1B}">
      <dgm:prSet/>
      <dgm:spPr/>
      <dgm:t>
        <a:bodyPr/>
        <a:lstStyle/>
        <a:p>
          <a:endParaRPr lang="en-US"/>
        </a:p>
      </dgm:t>
    </dgm:pt>
    <dgm:pt modelId="{F021373F-BC15-4AD6-B0C8-AF1B03A669CB}">
      <dgm:prSet/>
      <dgm:spPr/>
      <dgm:t>
        <a:bodyPr/>
        <a:lstStyle/>
        <a:p>
          <a:r>
            <a:rPr lang="pt-BR" dirty="0"/>
            <a:t>Revisão de Arquitetura de Computadores</a:t>
          </a:r>
          <a:endParaRPr lang="en-US" dirty="0"/>
        </a:p>
      </dgm:t>
    </dgm:pt>
    <dgm:pt modelId="{DF2D3D92-B7A4-4368-A851-89E10A9F2667}" type="parTrans" cxnId="{949CE20C-5FD8-4F34-AE15-B9164D46B3EA}">
      <dgm:prSet/>
      <dgm:spPr/>
      <dgm:t>
        <a:bodyPr/>
        <a:lstStyle/>
        <a:p>
          <a:endParaRPr lang="en-US"/>
        </a:p>
      </dgm:t>
    </dgm:pt>
    <dgm:pt modelId="{6A872939-17F6-4BC1-BFE8-F31E5BBB5909}" type="sibTrans" cxnId="{949CE20C-5FD8-4F34-AE15-B9164D46B3EA}">
      <dgm:prSet/>
      <dgm:spPr/>
      <dgm:t>
        <a:bodyPr/>
        <a:lstStyle/>
        <a:p>
          <a:endParaRPr lang="en-US"/>
        </a:p>
      </dgm:t>
    </dgm:pt>
    <dgm:pt modelId="{E2793BD5-F7B3-4BE1-AF85-74CF0EBAF5BE}">
      <dgm:prSet/>
      <dgm:spPr/>
      <dgm:t>
        <a:bodyPr/>
        <a:lstStyle/>
        <a:p>
          <a:r>
            <a:rPr lang="pt-BR" dirty="0"/>
            <a:t>Conceitos básicos de Sistemas Operacionais</a:t>
          </a:r>
          <a:endParaRPr lang="en-US" dirty="0"/>
        </a:p>
      </dgm:t>
    </dgm:pt>
    <dgm:pt modelId="{A40C8DF1-0015-4E8D-AAAE-8A971B4236C4}" type="parTrans" cxnId="{4DE4AE6E-92FA-44C8-9C11-FD719B276BC9}">
      <dgm:prSet/>
      <dgm:spPr/>
      <dgm:t>
        <a:bodyPr/>
        <a:lstStyle/>
        <a:p>
          <a:endParaRPr lang="en-US"/>
        </a:p>
      </dgm:t>
    </dgm:pt>
    <dgm:pt modelId="{2AC1DD2E-952A-41CE-9B7A-B41746CE1F74}" type="sibTrans" cxnId="{4DE4AE6E-92FA-44C8-9C11-FD719B276BC9}">
      <dgm:prSet/>
      <dgm:spPr/>
      <dgm:t>
        <a:bodyPr/>
        <a:lstStyle/>
        <a:p>
          <a:endParaRPr lang="en-US"/>
        </a:p>
      </dgm:t>
    </dgm:pt>
    <dgm:pt modelId="{CB26C621-4FF1-4D03-B893-B6F995D84718}" type="pres">
      <dgm:prSet presAssocID="{7607C99D-0DFB-4195-93E9-2C8135723673}" presName="root" presStyleCnt="0">
        <dgm:presLayoutVars>
          <dgm:dir/>
          <dgm:resizeHandles val="exact"/>
        </dgm:presLayoutVars>
      </dgm:prSet>
      <dgm:spPr/>
    </dgm:pt>
    <dgm:pt modelId="{A42D64F2-C027-4479-BB91-D950943AEFFD}" type="pres">
      <dgm:prSet presAssocID="{9E188CEA-15E0-4A30-A558-E5D84031DC18}" presName="compNode" presStyleCnt="0"/>
      <dgm:spPr/>
    </dgm:pt>
    <dgm:pt modelId="{DE7C7EDB-F8B3-43D7-A03F-3B4946523F53}" type="pres">
      <dgm:prSet presAssocID="{9E188CEA-15E0-4A30-A558-E5D84031DC18}" presName="bgRect" presStyleLbl="bgShp" presStyleIdx="0" presStyleCnt="4"/>
      <dgm:spPr/>
    </dgm:pt>
    <dgm:pt modelId="{82A42578-2061-4977-9C50-1027336F20C6}" type="pres">
      <dgm:prSet presAssocID="{9E188CEA-15E0-4A30-A558-E5D84031DC1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de aula estrutura de tópicos"/>
        </a:ext>
      </dgm:extLst>
    </dgm:pt>
    <dgm:pt modelId="{000FC0CE-CB8C-4AE9-8266-E30C96C3D39C}" type="pres">
      <dgm:prSet presAssocID="{9E188CEA-15E0-4A30-A558-E5D84031DC18}" presName="spaceRect" presStyleCnt="0"/>
      <dgm:spPr/>
    </dgm:pt>
    <dgm:pt modelId="{1FD4C5EB-0762-46D6-B083-699853EAFEF3}" type="pres">
      <dgm:prSet presAssocID="{9E188CEA-15E0-4A30-A558-E5D84031DC18}" presName="parTx" presStyleLbl="revTx" presStyleIdx="0" presStyleCnt="4">
        <dgm:presLayoutVars>
          <dgm:chMax val="0"/>
          <dgm:chPref val="0"/>
        </dgm:presLayoutVars>
      </dgm:prSet>
      <dgm:spPr/>
    </dgm:pt>
    <dgm:pt modelId="{A7C73DD3-BCB6-4B8A-B407-D0BE32C0F5E2}" type="pres">
      <dgm:prSet presAssocID="{EB9EE435-EB76-4050-9713-EA5E0CBE65C1}" presName="sibTrans" presStyleCnt="0"/>
      <dgm:spPr/>
    </dgm:pt>
    <dgm:pt modelId="{FAF78F2E-F46C-496D-BB29-9DDC8745E752}" type="pres">
      <dgm:prSet presAssocID="{D57A17A9-36C3-4204-B939-7BF597367A23}" presName="compNode" presStyleCnt="0"/>
      <dgm:spPr/>
    </dgm:pt>
    <dgm:pt modelId="{EF2A3473-5937-4F92-A082-767A6D83E724}" type="pres">
      <dgm:prSet presAssocID="{D57A17A9-36C3-4204-B939-7BF597367A23}" presName="bgRect" presStyleLbl="bgShp" presStyleIdx="1" presStyleCnt="4"/>
      <dgm:spPr/>
    </dgm:pt>
    <dgm:pt modelId="{81BF04E7-2094-465F-B172-E0F19C66437D}" type="pres">
      <dgm:prSet presAssocID="{D57A17A9-36C3-4204-B939-7BF597367A2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guntas estrutura de tópicos"/>
        </a:ext>
      </dgm:extLst>
    </dgm:pt>
    <dgm:pt modelId="{24445C7B-F891-4787-A7D0-78E1A50E698B}" type="pres">
      <dgm:prSet presAssocID="{D57A17A9-36C3-4204-B939-7BF597367A23}" presName="spaceRect" presStyleCnt="0"/>
      <dgm:spPr/>
    </dgm:pt>
    <dgm:pt modelId="{BF6DCA72-0962-4CBC-9399-931B5AC543F8}" type="pres">
      <dgm:prSet presAssocID="{D57A17A9-36C3-4204-B939-7BF597367A23}" presName="parTx" presStyleLbl="revTx" presStyleIdx="1" presStyleCnt="4">
        <dgm:presLayoutVars>
          <dgm:chMax val="0"/>
          <dgm:chPref val="0"/>
        </dgm:presLayoutVars>
      </dgm:prSet>
      <dgm:spPr/>
    </dgm:pt>
    <dgm:pt modelId="{68C7BF36-716E-45B5-A9F5-A03FE5507C74}" type="pres">
      <dgm:prSet presAssocID="{F2515035-9724-4BBC-B8E4-E302F534CD5C}" presName="sibTrans" presStyleCnt="0"/>
      <dgm:spPr/>
    </dgm:pt>
    <dgm:pt modelId="{9DC151D7-C7D1-4A63-B9C9-AF0736CA2B6B}" type="pres">
      <dgm:prSet presAssocID="{F021373F-BC15-4AD6-B0C8-AF1B03A669CB}" presName="compNode" presStyleCnt="0"/>
      <dgm:spPr/>
    </dgm:pt>
    <dgm:pt modelId="{E8FC68FA-24D4-4D9B-91B0-1FF40BA608B9}" type="pres">
      <dgm:prSet presAssocID="{F021373F-BC15-4AD6-B0C8-AF1B03A669CB}" presName="bgRect" presStyleLbl="bgShp" presStyleIdx="2" presStyleCnt="4"/>
      <dgm:spPr/>
    </dgm:pt>
    <dgm:pt modelId="{4C8BD07C-29FF-40AE-913A-F986EB7893D2}" type="pres">
      <dgm:prSet presAssocID="{F021373F-BC15-4AD6-B0C8-AF1B03A669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 estrutura de tópicos"/>
        </a:ext>
      </dgm:extLst>
    </dgm:pt>
    <dgm:pt modelId="{E9A2ED9A-F204-4735-884F-EA145DC94C5B}" type="pres">
      <dgm:prSet presAssocID="{F021373F-BC15-4AD6-B0C8-AF1B03A669CB}" presName="spaceRect" presStyleCnt="0"/>
      <dgm:spPr/>
    </dgm:pt>
    <dgm:pt modelId="{E076E39C-2A4A-4E7A-AEC6-8CFBAE17FAE2}" type="pres">
      <dgm:prSet presAssocID="{F021373F-BC15-4AD6-B0C8-AF1B03A669CB}" presName="parTx" presStyleLbl="revTx" presStyleIdx="2" presStyleCnt="4">
        <dgm:presLayoutVars>
          <dgm:chMax val="0"/>
          <dgm:chPref val="0"/>
        </dgm:presLayoutVars>
      </dgm:prSet>
      <dgm:spPr/>
    </dgm:pt>
    <dgm:pt modelId="{4C21EA20-BCBC-41DB-A367-34D05EEFB978}" type="pres">
      <dgm:prSet presAssocID="{6A872939-17F6-4BC1-BFE8-F31E5BBB5909}" presName="sibTrans" presStyleCnt="0"/>
      <dgm:spPr/>
    </dgm:pt>
    <dgm:pt modelId="{AF296E26-7336-4A8A-B636-EFA11318BA06}" type="pres">
      <dgm:prSet presAssocID="{E2793BD5-F7B3-4BE1-AF85-74CF0EBAF5BE}" presName="compNode" presStyleCnt="0"/>
      <dgm:spPr/>
    </dgm:pt>
    <dgm:pt modelId="{B3575360-5C23-4CA6-AE16-DF001C28C995}" type="pres">
      <dgm:prSet presAssocID="{E2793BD5-F7B3-4BE1-AF85-74CF0EBAF5BE}" presName="bgRect" presStyleLbl="bgShp" presStyleIdx="3" presStyleCnt="4"/>
      <dgm:spPr/>
    </dgm:pt>
    <dgm:pt modelId="{10BD6A8C-FBB5-45BC-91D0-2B527530B828}" type="pres">
      <dgm:prSet presAssocID="{E2793BD5-F7B3-4BE1-AF85-74CF0EBAF5B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ckchain estrutura de tópicos"/>
        </a:ext>
      </dgm:extLst>
    </dgm:pt>
    <dgm:pt modelId="{2CD6FEDB-EE5D-4E0B-B7A3-B14B9606ECB8}" type="pres">
      <dgm:prSet presAssocID="{E2793BD5-F7B3-4BE1-AF85-74CF0EBAF5BE}" presName="spaceRect" presStyleCnt="0"/>
      <dgm:spPr/>
    </dgm:pt>
    <dgm:pt modelId="{0916A17E-5677-4A49-86C8-3DBA6AA1C244}" type="pres">
      <dgm:prSet presAssocID="{E2793BD5-F7B3-4BE1-AF85-74CF0EBAF5B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49CE20C-5FD8-4F34-AE15-B9164D46B3EA}" srcId="{7607C99D-0DFB-4195-93E9-2C8135723673}" destId="{F021373F-BC15-4AD6-B0C8-AF1B03A669CB}" srcOrd="2" destOrd="0" parTransId="{DF2D3D92-B7A4-4368-A851-89E10A9F2667}" sibTransId="{6A872939-17F6-4BC1-BFE8-F31E5BBB5909}"/>
    <dgm:cxn modelId="{7F77142F-F0A5-4884-B24E-8B0A1DB33D39}" type="presOf" srcId="{D57A17A9-36C3-4204-B939-7BF597367A23}" destId="{BF6DCA72-0962-4CBC-9399-931B5AC543F8}" srcOrd="0" destOrd="0" presId="urn:microsoft.com/office/officeart/2018/2/layout/IconVerticalSolidList"/>
    <dgm:cxn modelId="{4F78FA60-F67C-4AAF-B0DF-FB33F1213767}" type="presOf" srcId="{E2793BD5-F7B3-4BE1-AF85-74CF0EBAF5BE}" destId="{0916A17E-5677-4A49-86C8-3DBA6AA1C244}" srcOrd="0" destOrd="0" presId="urn:microsoft.com/office/officeart/2018/2/layout/IconVerticalSolidList"/>
    <dgm:cxn modelId="{4DE4AE6E-92FA-44C8-9C11-FD719B276BC9}" srcId="{7607C99D-0DFB-4195-93E9-2C8135723673}" destId="{E2793BD5-F7B3-4BE1-AF85-74CF0EBAF5BE}" srcOrd="3" destOrd="0" parTransId="{A40C8DF1-0015-4E8D-AAAE-8A971B4236C4}" sibTransId="{2AC1DD2E-952A-41CE-9B7A-B41746CE1F74}"/>
    <dgm:cxn modelId="{56109E53-824E-4EDF-88F2-F107488C964B}" type="presOf" srcId="{F021373F-BC15-4AD6-B0C8-AF1B03A669CB}" destId="{E076E39C-2A4A-4E7A-AEC6-8CFBAE17FAE2}" srcOrd="0" destOrd="0" presId="urn:microsoft.com/office/officeart/2018/2/layout/IconVerticalSolidList"/>
    <dgm:cxn modelId="{2CF22F78-2C24-47DC-919E-067864681078}" type="presOf" srcId="{7607C99D-0DFB-4195-93E9-2C8135723673}" destId="{CB26C621-4FF1-4D03-B893-B6F995D84718}" srcOrd="0" destOrd="0" presId="urn:microsoft.com/office/officeart/2018/2/layout/IconVerticalSolidList"/>
    <dgm:cxn modelId="{2EDDA48B-4834-4AF6-900C-8A2C938BEA74}" type="presOf" srcId="{9E188CEA-15E0-4A30-A558-E5D84031DC18}" destId="{1FD4C5EB-0762-46D6-B083-699853EAFEF3}" srcOrd="0" destOrd="0" presId="urn:microsoft.com/office/officeart/2018/2/layout/IconVerticalSolidList"/>
    <dgm:cxn modelId="{4322818D-2CFA-4725-A1AC-52D5B4706242}" srcId="{7607C99D-0DFB-4195-93E9-2C8135723673}" destId="{9E188CEA-15E0-4A30-A558-E5D84031DC18}" srcOrd="0" destOrd="0" parTransId="{4871C61C-BBAF-40F2-911A-5BC3EDD1FDA2}" sibTransId="{EB9EE435-EB76-4050-9713-EA5E0CBE65C1}"/>
    <dgm:cxn modelId="{938780D8-131D-445A-A286-B1576B02FC1B}" srcId="{7607C99D-0DFB-4195-93E9-2C8135723673}" destId="{D57A17A9-36C3-4204-B939-7BF597367A23}" srcOrd="1" destOrd="0" parTransId="{48C259D1-4DE4-487A-9F8F-970F8377E2FE}" sibTransId="{F2515035-9724-4BBC-B8E4-E302F534CD5C}"/>
    <dgm:cxn modelId="{D09F5928-C1BD-4BE2-99B5-83424EA15573}" type="presParOf" srcId="{CB26C621-4FF1-4D03-B893-B6F995D84718}" destId="{A42D64F2-C027-4479-BB91-D950943AEFFD}" srcOrd="0" destOrd="0" presId="urn:microsoft.com/office/officeart/2018/2/layout/IconVerticalSolidList"/>
    <dgm:cxn modelId="{B53B5960-FFED-4937-875F-DF4283442E7E}" type="presParOf" srcId="{A42D64F2-C027-4479-BB91-D950943AEFFD}" destId="{DE7C7EDB-F8B3-43D7-A03F-3B4946523F53}" srcOrd="0" destOrd="0" presId="urn:microsoft.com/office/officeart/2018/2/layout/IconVerticalSolidList"/>
    <dgm:cxn modelId="{10EDD0D8-4AB0-49FC-8CE4-BFA24867BB4A}" type="presParOf" srcId="{A42D64F2-C027-4479-BB91-D950943AEFFD}" destId="{82A42578-2061-4977-9C50-1027336F20C6}" srcOrd="1" destOrd="0" presId="urn:microsoft.com/office/officeart/2018/2/layout/IconVerticalSolidList"/>
    <dgm:cxn modelId="{E362273A-AF25-4830-8B7C-C228A72C2CE2}" type="presParOf" srcId="{A42D64F2-C027-4479-BB91-D950943AEFFD}" destId="{000FC0CE-CB8C-4AE9-8266-E30C96C3D39C}" srcOrd="2" destOrd="0" presId="urn:microsoft.com/office/officeart/2018/2/layout/IconVerticalSolidList"/>
    <dgm:cxn modelId="{B3209EB3-DF21-4258-8F36-AB31C43DB4AC}" type="presParOf" srcId="{A42D64F2-C027-4479-BB91-D950943AEFFD}" destId="{1FD4C5EB-0762-46D6-B083-699853EAFEF3}" srcOrd="3" destOrd="0" presId="urn:microsoft.com/office/officeart/2018/2/layout/IconVerticalSolidList"/>
    <dgm:cxn modelId="{A71C3CC9-597D-4325-8B0E-A6D691FAF322}" type="presParOf" srcId="{CB26C621-4FF1-4D03-B893-B6F995D84718}" destId="{A7C73DD3-BCB6-4B8A-B407-D0BE32C0F5E2}" srcOrd="1" destOrd="0" presId="urn:microsoft.com/office/officeart/2018/2/layout/IconVerticalSolidList"/>
    <dgm:cxn modelId="{559AA05A-01B8-4368-95B4-F6FBE863F95E}" type="presParOf" srcId="{CB26C621-4FF1-4D03-B893-B6F995D84718}" destId="{FAF78F2E-F46C-496D-BB29-9DDC8745E752}" srcOrd="2" destOrd="0" presId="urn:microsoft.com/office/officeart/2018/2/layout/IconVerticalSolidList"/>
    <dgm:cxn modelId="{989D6C36-8C23-4C8A-AF87-9EAE0EBFECD4}" type="presParOf" srcId="{FAF78F2E-F46C-496D-BB29-9DDC8745E752}" destId="{EF2A3473-5937-4F92-A082-767A6D83E724}" srcOrd="0" destOrd="0" presId="urn:microsoft.com/office/officeart/2018/2/layout/IconVerticalSolidList"/>
    <dgm:cxn modelId="{C3065FDF-0BBB-4272-B97A-510183F3F57A}" type="presParOf" srcId="{FAF78F2E-F46C-496D-BB29-9DDC8745E752}" destId="{81BF04E7-2094-465F-B172-E0F19C66437D}" srcOrd="1" destOrd="0" presId="urn:microsoft.com/office/officeart/2018/2/layout/IconVerticalSolidList"/>
    <dgm:cxn modelId="{7572F2EC-3FC4-4159-88D3-EBB0F590AEF6}" type="presParOf" srcId="{FAF78F2E-F46C-496D-BB29-9DDC8745E752}" destId="{24445C7B-F891-4787-A7D0-78E1A50E698B}" srcOrd="2" destOrd="0" presId="urn:microsoft.com/office/officeart/2018/2/layout/IconVerticalSolidList"/>
    <dgm:cxn modelId="{F7FF365A-3C3D-47C7-BE54-498AD262C8ED}" type="presParOf" srcId="{FAF78F2E-F46C-496D-BB29-9DDC8745E752}" destId="{BF6DCA72-0962-4CBC-9399-931B5AC543F8}" srcOrd="3" destOrd="0" presId="urn:microsoft.com/office/officeart/2018/2/layout/IconVerticalSolidList"/>
    <dgm:cxn modelId="{69E4A9E7-8E64-4815-BBDB-7EE85F1840E9}" type="presParOf" srcId="{CB26C621-4FF1-4D03-B893-B6F995D84718}" destId="{68C7BF36-716E-45B5-A9F5-A03FE5507C74}" srcOrd="3" destOrd="0" presId="urn:microsoft.com/office/officeart/2018/2/layout/IconVerticalSolidList"/>
    <dgm:cxn modelId="{5DFBD720-9A5A-4647-ACD0-5FD0C293DF2A}" type="presParOf" srcId="{CB26C621-4FF1-4D03-B893-B6F995D84718}" destId="{9DC151D7-C7D1-4A63-B9C9-AF0736CA2B6B}" srcOrd="4" destOrd="0" presId="urn:microsoft.com/office/officeart/2018/2/layout/IconVerticalSolidList"/>
    <dgm:cxn modelId="{45AF4149-4E86-4381-8468-8E8E3C107B9D}" type="presParOf" srcId="{9DC151D7-C7D1-4A63-B9C9-AF0736CA2B6B}" destId="{E8FC68FA-24D4-4D9B-91B0-1FF40BA608B9}" srcOrd="0" destOrd="0" presId="urn:microsoft.com/office/officeart/2018/2/layout/IconVerticalSolidList"/>
    <dgm:cxn modelId="{4A6566AF-CE92-4E97-AD53-FE4403C08DCE}" type="presParOf" srcId="{9DC151D7-C7D1-4A63-B9C9-AF0736CA2B6B}" destId="{4C8BD07C-29FF-40AE-913A-F986EB7893D2}" srcOrd="1" destOrd="0" presId="urn:microsoft.com/office/officeart/2018/2/layout/IconVerticalSolidList"/>
    <dgm:cxn modelId="{58FC23B8-E828-4C5F-A6D2-6A99324ADCB7}" type="presParOf" srcId="{9DC151D7-C7D1-4A63-B9C9-AF0736CA2B6B}" destId="{E9A2ED9A-F204-4735-884F-EA145DC94C5B}" srcOrd="2" destOrd="0" presId="urn:microsoft.com/office/officeart/2018/2/layout/IconVerticalSolidList"/>
    <dgm:cxn modelId="{65ED7202-4A79-48C6-8732-2F8DB78C7326}" type="presParOf" srcId="{9DC151D7-C7D1-4A63-B9C9-AF0736CA2B6B}" destId="{E076E39C-2A4A-4E7A-AEC6-8CFBAE17FAE2}" srcOrd="3" destOrd="0" presId="urn:microsoft.com/office/officeart/2018/2/layout/IconVerticalSolidList"/>
    <dgm:cxn modelId="{554504A3-E181-49D3-8DAB-BC153861AE9B}" type="presParOf" srcId="{CB26C621-4FF1-4D03-B893-B6F995D84718}" destId="{4C21EA20-BCBC-41DB-A367-34D05EEFB978}" srcOrd="5" destOrd="0" presId="urn:microsoft.com/office/officeart/2018/2/layout/IconVerticalSolidList"/>
    <dgm:cxn modelId="{34386E68-437E-4B8A-98FB-50B978C4B830}" type="presParOf" srcId="{CB26C621-4FF1-4D03-B893-B6F995D84718}" destId="{AF296E26-7336-4A8A-B636-EFA11318BA06}" srcOrd="6" destOrd="0" presId="urn:microsoft.com/office/officeart/2018/2/layout/IconVerticalSolidList"/>
    <dgm:cxn modelId="{C506A711-3885-4BB6-81C0-5AE563F790C9}" type="presParOf" srcId="{AF296E26-7336-4A8A-B636-EFA11318BA06}" destId="{B3575360-5C23-4CA6-AE16-DF001C28C995}" srcOrd="0" destOrd="0" presId="urn:microsoft.com/office/officeart/2018/2/layout/IconVerticalSolidList"/>
    <dgm:cxn modelId="{4D87B2D7-B56D-4CA4-9D4D-DD79396346E2}" type="presParOf" srcId="{AF296E26-7336-4A8A-B636-EFA11318BA06}" destId="{10BD6A8C-FBB5-45BC-91D0-2B527530B828}" srcOrd="1" destOrd="0" presId="urn:microsoft.com/office/officeart/2018/2/layout/IconVerticalSolidList"/>
    <dgm:cxn modelId="{75A8852F-1692-43D1-B128-BAC31F07CC6B}" type="presParOf" srcId="{AF296E26-7336-4A8A-B636-EFA11318BA06}" destId="{2CD6FEDB-EE5D-4E0B-B7A3-B14B9606ECB8}" srcOrd="2" destOrd="0" presId="urn:microsoft.com/office/officeart/2018/2/layout/IconVerticalSolidList"/>
    <dgm:cxn modelId="{3C3C6E41-7C95-442F-B6AC-630C9BF1E929}" type="presParOf" srcId="{AF296E26-7336-4A8A-B636-EFA11318BA06}" destId="{0916A17E-5677-4A49-86C8-3DBA6AA1C2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4FDEE0-CE20-4FC6-9B34-17FCD32FEDF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2681D16-DE1A-46DB-B28A-471D4016B35A}">
      <dgm:prSet/>
      <dgm:spPr/>
      <dgm:t>
        <a:bodyPr/>
        <a:lstStyle/>
        <a:p>
          <a:r>
            <a:rPr lang="pt-BR"/>
            <a:t>Registradores de propósito geral:</a:t>
          </a:r>
          <a:endParaRPr lang="en-US"/>
        </a:p>
      </dgm:t>
    </dgm:pt>
    <dgm:pt modelId="{490D25FC-7D60-48DC-99FF-52A11F30AC4A}" type="parTrans" cxnId="{0187C17A-80E9-4AB7-883C-43482DF460C5}">
      <dgm:prSet/>
      <dgm:spPr/>
      <dgm:t>
        <a:bodyPr/>
        <a:lstStyle/>
        <a:p>
          <a:endParaRPr lang="en-US"/>
        </a:p>
      </dgm:t>
    </dgm:pt>
    <dgm:pt modelId="{B9C7CB33-7616-44B0-BCAB-B24C0754D48F}" type="sibTrans" cxnId="{0187C17A-80E9-4AB7-883C-43482DF460C5}">
      <dgm:prSet/>
      <dgm:spPr/>
      <dgm:t>
        <a:bodyPr/>
        <a:lstStyle/>
        <a:p>
          <a:endParaRPr lang="en-US"/>
        </a:p>
      </dgm:t>
    </dgm:pt>
    <dgm:pt modelId="{E02922D6-716B-4EAD-B8E3-7DB33A1D9D0A}">
      <dgm:prSet/>
      <dgm:spPr/>
      <dgm:t>
        <a:bodyPr/>
        <a:lstStyle/>
        <a:p>
          <a:r>
            <a:rPr lang="pt-BR"/>
            <a:t>Armazenam valores temporários.</a:t>
          </a:r>
          <a:endParaRPr lang="en-US"/>
        </a:p>
      </dgm:t>
    </dgm:pt>
    <dgm:pt modelId="{5DB97197-1915-4F61-AD24-15B45B2BC6BF}" type="parTrans" cxnId="{D10E5EB2-FBC0-4D7A-862F-AAF17FBC2DD6}">
      <dgm:prSet/>
      <dgm:spPr/>
      <dgm:t>
        <a:bodyPr/>
        <a:lstStyle/>
        <a:p>
          <a:endParaRPr lang="en-US"/>
        </a:p>
      </dgm:t>
    </dgm:pt>
    <dgm:pt modelId="{0CF6A21B-CEDC-4723-B44B-4666C961B3ED}" type="sibTrans" cxnId="{D10E5EB2-FBC0-4D7A-862F-AAF17FBC2DD6}">
      <dgm:prSet/>
      <dgm:spPr/>
      <dgm:t>
        <a:bodyPr/>
        <a:lstStyle/>
        <a:p>
          <a:endParaRPr lang="en-US"/>
        </a:p>
      </dgm:t>
    </dgm:pt>
    <dgm:pt modelId="{68BFD3A4-922C-4A98-A8E5-CD738272A7D2}">
      <dgm:prSet/>
      <dgm:spPr/>
      <dgm:t>
        <a:bodyPr/>
        <a:lstStyle/>
        <a:p>
          <a:r>
            <a:rPr lang="pt-BR"/>
            <a:t>RI: Registrador de Instruções</a:t>
          </a:r>
          <a:endParaRPr lang="en-US"/>
        </a:p>
      </dgm:t>
    </dgm:pt>
    <dgm:pt modelId="{43857FEB-0FC3-4155-8B7D-5792D41C7AFC}" type="parTrans" cxnId="{7D21AE63-451C-4899-A2B3-F6DC755DB081}">
      <dgm:prSet/>
      <dgm:spPr/>
      <dgm:t>
        <a:bodyPr/>
        <a:lstStyle/>
        <a:p>
          <a:endParaRPr lang="en-US"/>
        </a:p>
      </dgm:t>
    </dgm:pt>
    <dgm:pt modelId="{E9000054-46E0-4749-944E-6215CB172B8D}" type="sibTrans" cxnId="{7D21AE63-451C-4899-A2B3-F6DC755DB081}">
      <dgm:prSet/>
      <dgm:spPr/>
      <dgm:t>
        <a:bodyPr/>
        <a:lstStyle/>
        <a:p>
          <a:endParaRPr lang="en-US"/>
        </a:p>
      </dgm:t>
    </dgm:pt>
    <dgm:pt modelId="{E1ED89ED-D0D4-4B6B-BAD4-C06298A4A729}">
      <dgm:prSet/>
      <dgm:spPr/>
      <dgm:t>
        <a:bodyPr/>
        <a:lstStyle/>
        <a:p>
          <a:r>
            <a:rPr lang="pt-BR"/>
            <a:t>Registra a instrução executada no momento.</a:t>
          </a:r>
          <a:endParaRPr lang="en-US"/>
        </a:p>
      </dgm:t>
    </dgm:pt>
    <dgm:pt modelId="{93038EAA-173A-4565-B487-2B0ED23379C6}" type="parTrans" cxnId="{9B3168AA-9A1D-4AA3-A00C-3277AA878F69}">
      <dgm:prSet/>
      <dgm:spPr/>
      <dgm:t>
        <a:bodyPr/>
        <a:lstStyle/>
        <a:p>
          <a:endParaRPr lang="en-US"/>
        </a:p>
      </dgm:t>
    </dgm:pt>
    <dgm:pt modelId="{49A721C4-DDE6-49A4-8D49-871E8A2EF972}" type="sibTrans" cxnId="{9B3168AA-9A1D-4AA3-A00C-3277AA878F69}">
      <dgm:prSet/>
      <dgm:spPr/>
      <dgm:t>
        <a:bodyPr/>
        <a:lstStyle/>
        <a:p>
          <a:endParaRPr lang="en-US"/>
        </a:p>
      </dgm:t>
    </dgm:pt>
    <dgm:pt modelId="{D0E74686-4419-4D40-A845-DF42F6CB0397}">
      <dgm:prSet/>
      <dgm:spPr/>
      <dgm:t>
        <a:bodyPr/>
        <a:lstStyle/>
        <a:p>
          <a:r>
            <a:rPr lang="pt-BR"/>
            <a:t>CP: Contador de Programas</a:t>
          </a:r>
          <a:endParaRPr lang="en-US"/>
        </a:p>
      </dgm:t>
    </dgm:pt>
    <dgm:pt modelId="{5ECB0AAA-CD32-45B5-9346-0200D16CF86E}" type="parTrans" cxnId="{B5DD020B-EA32-4D29-A5E0-0F714BE3C27F}">
      <dgm:prSet/>
      <dgm:spPr/>
      <dgm:t>
        <a:bodyPr/>
        <a:lstStyle/>
        <a:p>
          <a:endParaRPr lang="en-US"/>
        </a:p>
      </dgm:t>
    </dgm:pt>
    <dgm:pt modelId="{74ABCAC4-27AB-435F-B24A-30AA160FEE7D}" type="sibTrans" cxnId="{B5DD020B-EA32-4D29-A5E0-0F714BE3C27F}">
      <dgm:prSet/>
      <dgm:spPr/>
      <dgm:t>
        <a:bodyPr/>
        <a:lstStyle/>
        <a:p>
          <a:endParaRPr lang="en-US"/>
        </a:p>
      </dgm:t>
    </dgm:pt>
    <dgm:pt modelId="{3E9F7E79-92EB-4E4A-AEB2-08C51D85B79C}">
      <dgm:prSet/>
      <dgm:spPr/>
      <dgm:t>
        <a:bodyPr/>
        <a:lstStyle/>
        <a:p>
          <a:r>
            <a:rPr lang="pt-BR" dirty="0"/>
            <a:t>Indica qual a próxima instrução a ser executada.</a:t>
          </a:r>
          <a:endParaRPr lang="en-US" dirty="0"/>
        </a:p>
      </dgm:t>
    </dgm:pt>
    <dgm:pt modelId="{4C1401FA-4935-4371-95B7-349B8FCF4FBC}" type="parTrans" cxnId="{72C543DA-1188-455E-B70E-46C583A88265}">
      <dgm:prSet/>
      <dgm:spPr/>
      <dgm:t>
        <a:bodyPr/>
        <a:lstStyle/>
        <a:p>
          <a:endParaRPr lang="en-US"/>
        </a:p>
      </dgm:t>
    </dgm:pt>
    <dgm:pt modelId="{FD2AFAB9-14E9-434A-9CBB-4892CA34D148}" type="sibTrans" cxnId="{72C543DA-1188-455E-B70E-46C583A88265}">
      <dgm:prSet/>
      <dgm:spPr/>
      <dgm:t>
        <a:bodyPr/>
        <a:lstStyle/>
        <a:p>
          <a:endParaRPr lang="en-US"/>
        </a:p>
      </dgm:t>
    </dgm:pt>
    <dgm:pt modelId="{9F391E70-A962-4B69-8BC9-CF2F90FA15AF}">
      <dgm:prSet/>
      <dgm:spPr/>
      <dgm:t>
        <a:bodyPr/>
        <a:lstStyle/>
        <a:p>
          <a:r>
            <a:rPr lang="pt-BR"/>
            <a:t>SP: </a:t>
          </a:r>
          <a:r>
            <a:rPr lang="en-US"/>
            <a:t>Stack Pointer</a:t>
          </a:r>
          <a:r>
            <a:rPr lang="pt-BR"/>
            <a:t> (ponteiro de pilha)</a:t>
          </a:r>
          <a:endParaRPr lang="en-US"/>
        </a:p>
      </dgm:t>
    </dgm:pt>
    <dgm:pt modelId="{15919542-8873-4628-ADEA-E5F3CD4F86BD}" type="parTrans" cxnId="{E9391B2C-9100-4789-8C20-E08D97246F99}">
      <dgm:prSet/>
      <dgm:spPr/>
      <dgm:t>
        <a:bodyPr/>
        <a:lstStyle/>
        <a:p>
          <a:endParaRPr lang="en-US"/>
        </a:p>
      </dgm:t>
    </dgm:pt>
    <dgm:pt modelId="{EFC4D3ED-B2FA-4168-90D1-B93103DE4475}" type="sibTrans" cxnId="{E9391B2C-9100-4789-8C20-E08D97246F99}">
      <dgm:prSet/>
      <dgm:spPr/>
      <dgm:t>
        <a:bodyPr/>
        <a:lstStyle/>
        <a:p>
          <a:endParaRPr lang="en-US"/>
        </a:p>
      </dgm:t>
    </dgm:pt>
    <dgm:pt modelId="{B3BD3910-DDC6-4D60-9588-312AEBD62548}">
      <dgm:prSet/>
      <dgm:spPr/>
      <dgm:t>
        <a:bodyPr/>
        <a:lstStyle/>
        <a:p>
          <a:r>
            <a:rPr lang="pt-BR"/>
            <a:t>Armazena o endereço de memória em que está a pilha.</a:t>
          </a:r>
          <a:endParaRPr lang="en-US"/>
        </a:p>
      </dgm:t>
    </dgm:pt>
    <dgm:pt modelId="{2BC1E8B9-08F3-4557-8355-FB37FF3A17A5}" type="parTrans" cxnId="{A68E8088-E032-4845-9CA5-10915BD7D0E8}">
      <dgm:prSet/>
      <dgm:spPr/>
      <dgm:t>
        <a:bodyPr/>
        <a:lstStyle/>
        <a:p>
          <a:endParaRPr lang="en-US"/>
        </a:p>
      </dgm:t>
    </dgm:pt>
    <dgm:pt modelId="{732E7D5F-E987-43DC-A942-19C727797703}" type="sibTrans" cxnId="{A68E8088-E032-4845-9CA5-10915BD7D0E8}">
      <dgm:prSet/>
      <dgm:spPr/>
      <dgm:t>
        <a:bodyPr/>
        <a:lstStyle/>
        <a:p>
          <a:endParaRPr lang="en-US"/>
        </a:p>
      </dgm:t>
    </dgm:pt>
    <dgm:pt modelId="{F9800CBB-75DD-4680-B55E-28C483888D2D}" type="pres">
      <dgm:prSet presAssocID="{814FDEE0-CE20-4FC6-9B34-17FCD32FEDFA}" presName="linear" presStyleCnt="0">
        <dgm:presLayoutVars>
          <dgm:dir/>
          <dgm:animLvl val="lvl"/>
          <dgm:resizeHandles val="exact"/>
        </dgm:presLayoutVars>
      </dgm:prSet>
      <dgm:spPr/>
    </dgm:pt>
    <dgm:pt modelId="{7A81BF75-90AB-45C7-B599-5EEA0152B452}" type="pres">
      <dgm:prSet presAssocID="{52681D16-DE1A-46DB-B28A-471D4016B35A}" presName="parentLin" presStyleCnt="0"/>
      <dgm:spPr/>
    </dgm:pt>
    <dgm:pt modelId="{BA698FE4-F3F7-47FE-B710-783A0722948D}" type="pres">
      <dgm:prSet presAssocID="{52681D16-DE1A-46DB-B28A-471D4016B35A}" presName="parentLeftMargin" presStyleLbl="node1" presStyleIdx="0" presStyleCnt="4"/>
      <dgm:spPr/>
    </dgm:pt>
    <dgm:pt modelId="{3BB59EE1-E5CD-4946-BC9A-F58929B84A31}" type="pres">
      <dgm:prSet presAssocID="{52681D16-DE1A-46DB-B28A-471D4016B35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7FB251-59B8-4B57-90FA-C2F289DB8AF6}" type="pres">
      <dgm:prSet presAssocID="{52681D16-DE1A-46DB-B28A-471D4016B35A}" presName="negativeSpace" presStyleCnt="0"/>
      <dgm:spPr/>
    </dgm:pt>
    <dgm:pt modelId="{373D041D-F24F-47A3-8278-4F0EEBE2C33A}" type="pres">
      <dgm:prSet presAssocID="{52681D16-DE1A-46DB-B28A-471D4016B35A}" presName="childText" presStyleLbl="conFgAcc1" presStyleIdx="0" presStyleCnt="4">
        <dgm:presLayoutVars>
          <dgm:bulletEnabled val="1"/>
        </dgm:presLayoutVars>
      </dgm:prSet>
      <dgm:spPr/>
    </dgm:pt>
    <dgm:pt modelId="{10D62015-9B06-4AEC-B609-DBB3204C7030}" type="pres">
      <dgm:prSet presAssocID="{B9C7CB33-7616-44B0-BCAB-B24C0754D48F}" presName="spaceBetweenRectangles" presStyleCnt="0"/>
      <dgm:spPr/>
    </dgm:pt>
    <dgm:pt modelId="{05946BD1-236C-4EB8-8117-481B582BAFD8}" type="pres">
      <dgm:prSet presAssocID="{68BFD3A4-922C-4A98-A8E5-CD738272A7D2}" presName="parentLin" presStyleCnt="0"/>
      <dgm:spPr/>
    </dgm:pt>
    <dgm:pt modelId="{BE0FA032-30F6-4B1D-8F59-B008F5E1FB5F}" type="pres">
      <dgm:prSet presAssocID="{68BFD3A4-922C-4A98-A8E5-CD738272A7D2}" presName="parentLeftMargin" presStyleLbl="node1" presStyleIdx="0" presStyleCnt="4"/>
      <dgm:spPr/>
    </dgm:pt>
    <dgm:pt modelId="{52424E7E-B55F-4E63-ADDE-9FFF57270E29}" type="pres">
      <dgm:prSet presAssocID="{68BFD3A4-922C-4A98-A8E5-CD738272A7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18E41F7-7501-4CE3-A714-385ED9707737}" type="pres">
      <dgm:prSet presAssocID="{68BFD3A4-922C-4A98-A8E5-CD738272A7D2}" presName="negativeSpace" presStyleCnt="0"/>
      <dgm:spPr/>
    </dgm:pt>
    <dgm:pt modelId="{E47A0CBC-F3F4-4A31-B02C-FDB45DE1A5D0}" type="pres">
      <dgm:prSet presAssocID="{68BFD3A4-922C-4A98-A8E5-CD738272A7D2}" presName="childText" presStyleLbl="conFgAcc1" presStyleIdx="1" presStyleCnt="4">
        <dgm:presLayoutVars>
          <dgm:bulletEnabled val="1"/>
        </dgm:presLayoutVars>
      </dgm:prSet>
      <dgm:spPr/>
    </dgm:pt>
    <dgm:pt modelId="{97E6721E-7D85-499E-86F9-8388F75B0907}" type="pres">
      <dgm:prSet presAssocID="{E9000054-46E0-4749-944E-6215CB172B8D}" presName="spaceBetweenRectangles" presStyleCnt="0"/>
      <dgm:spPr/>
    </dgm:pt>
    <dgm:pt modelId="{C7CC6CBF-8021-40E3-836E-C21D3649416B}" type="pres">
      <dgm:prSet presAssocID="{D0E74686-4419-4D40-A845-DF42F6CB0397}" presName="parentLin" presStyleCnt="0"/>
      <dgm:spPr/>
    </dgm:pt>
    <dgm:pt modelId="{B64695B7-FBEF-4673-BECF-5DA1431C8552}" type="pres">
      <dgm:prSet presAssocID="{D0E74686-4419-4D40-A845-DF42F6CB0397}" presName="parentLeftMargin" presStyleLbl="node1" presStyleIdx="1" presStyleCnt="4"/>
      <dgm:spPr/>
    </dgm:pt>
    <dgm:pt modelId="{75CB2050-4C7A-4FD0-B378-72B81A766D2C}" type="pres">
      <dgm:prSet presAssocID="{D0E74686-4419-4D40-A845-DF42F6CB039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ADA66F4-D28F-4DF3-BEC3-DAB2C3EF0FFC}" type="pres">
      <dgm:prSet presAssocID="{D0E74686-4419-4D40-A845-DF42F6CB0397}" presName="negativeSpace" presStyleCnt="0"/>
      <dgm:spPr/>
    </dgm:pt>
    <dgm:pt modelId="{242A40B0-F572-4650-B374-14C68F91E699}" type="pres">
      <dgm:prSet presAssocID="{D0E74686-4419-4D40-A845-DF42F6CB0397}" presName="childText" presStyleLbl="conFgAcc1" presStyleIdx="2" presStyleCnt="4">
        <dgm:presLayoutVars>
          <dgm:bulletEnabled val="1"/>
        </dgm:presLayoutVars>
      </dgm:prSet>
      <dgm:spPr/>
    </dgm:pt>
    <dgm:pt modelId="{B7636D5B-A597-4B94-AD91-784DEEF81360}" type="pres">
      <dgm:prSet presAssocID="{74ABCAC4-27AB-435F-B24A-30AA160FEE7D}" presName="spaceBetweenRectangles" presStyleCnt="0"/>
      <dgm:spPr/>
    </dgm:pt>
    <dgm:pt modelId="{9148442E-FF65-4C61-81E2-A3A1990CEED7}" type="pres">
      <dgm:prSet presAssocID="{9F391E70-A962-4B69-8BC9-CF2F90FA15AF}" presName="parentLin" presStyleCnt="0"/>
      <dgm:spPr/>
    </dgm:pt>
    <dgm:pt modelId="{6D3EB8B7-C9D6-4DD5-A873-43422D806D85}" type="pres">
      <dgm:prSet presAssocID="{9F391E70-A962-4B69-8BC9-CF2F90FA15AF}" presName="parentLeftMargin" presStyleLbl="node1" presStyleIdx="2" presStyleCnt="4"/>
      <dgm:spPr/>
    </dgm:pt>
    <dgm:pt modelId="{ABFC2A93-2614-4037-9E47-62A732D998DB}" type="pres">
      <dgm:prSet presAssocID="{9F391E70-A962-4B69-8BC9-CF2F90FA15A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5550834-CD4A-43F8-93B2-4B786754CB88}" type="pres">
      <dgm:prSet presAssocID="{9F391E70-A962-4B69-8BC9-CF2F90FA15AF}" presName="negativeSpace" presStyleCnt="0"/>
      <dgm:spPr/>
    </dgm:pt>
    <dgm:pt modelId="{B9281E98-A548-4211-AA9E-566B15DE9EF4}" type="pres">
      <dgm:prSet presAssocID="{9F391E70-A962-4B69-8BC9-CF2F90FA15A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5DD020B-EA32-4D29-A5E0-0F714BE3C27F}" srcId="{814FDEE0-CE20-4FC6-9B34-17FCD32FEDFA}" destId="{D0E74686-4419-4D40-A845-DF42F6CB0397}" srcOrd="2" destOrd="0" parTransId="{5ECB0AAA-CD32-45B5-9346-0200D16CF86E}" sibTransId="{74ABCAC4-27AB-435F-B24A-30AA160FEE7D}"/>
    <dgm:cxn modelId="{E9391B2C-9100-4789-8C20-E08D97246F99}" srcId="{814FDEE0-CE20-4FC6-9B34-17FCD32FEDFA}" destId="{9F391E70-A962-4B69-8BC9-CF2F90FA15AF}" srcOrd="3" destOrd="0" parTransId="{15919542-8873-4628-ADEA-E5F3CD4F86BD}" sibTransId="{EFC4D3ED-B2FA-4168-90D1-B93103DE4475}"/>
    <dgm:cxn modelId="{648CF15B-EBFB-4E4F-93D6-AFD640E36B23}" type="presOf" srcId="{E1ED89ED-D0D4-4B6B-BAD4-C06298A4A729}" destId="{E47A0CBC-F3F4-4A31-B02C-FDB45DE1A5D0}" srcOrd="0" destOrd="0" presId="urn:microsoft.com/office/officeart/2005/8/layout/list1"/>
    <dgm:cxn modelId="{7D21AE63-451C-4899-A2B3-F6DC755DB081}" srcId="{814FDEE0-CE20-4FC6-9B34-17FCD32FEDFA}" destId="{68BFD3A4-922C-4A98-A8E5-CD738272A7D2}" srcOrd="1" destOrd="0" parTransId="{43857FEB-0FC3-4155-8B7D-5792D41C7AFC}" sibTransId="{E9000054-46E0-4749-944E-6215CB172B8D}"/>
    <dgm:cxn modelId="{6AF2F546-BD07-41A1-852B-BFBFE9DBFAAC}" type="presOf" srcId="{68BFD3A4-922C-4A98-A8E5-CD738272A7D2}" destId="{52424E7E-B55F-4E63-ADDE-9FFF57270E29}" srcOrd="1" destOrd="0" presId="urn:microsoft.com/office/officeart/2005/8/layout/list1"/>
    <dgm:cxn modelId="{C080EB47-659D-49BF-8A33-CF22BA9F4633}" type="presOf" srcId="{68BFD3A4-922C-4A98-A8E5-CD738272A7D2}" destId="{BE0FA032-30F6-4B1D-8F59-B008F5E1FB5F}" srcOrd="0" destOrd="0" presId="urn:microsoft.com/office/officeart/2005/8/layout/list1"/>
    <dgm:cxn modelId="{5F35B152-B6C8-449D-BCC2-ACBC5EE1B8C7}" type="presOf" srcId="{814FDEE0-CE20-4FC6-9B34-17FCD32FEDFA}" destId="{F9800CBB-75DD-4680-B55E-28C483888D2D}" srcOrd="0" destOrd="0" presId="urn:microsoft.com/office/officeart/2005/8/layout/list1"/>
    <dgm:cxn modelId="{0187C17A-80E9-4AB7-883C-43482DF460C5}" srcId="{814FDEE0-CE20-4FC6-9B34-17FCD32FEDFA}" destId="{52681D16-DE1A-46DB-B28A-471D4016B35A}" srcOrd="0" destOrd="0" parTransId="{490D25FC-7D60-48DC-99FF-52A11F30AC4A}" sibTransId="{B9C7CB33-7616-44B0-BCAB-B24C0754D48F}"/>
    <dgm:cxn modelId="{E649757D-C875-4357-B285-E77A50ECA88A}" type="presOf" srcId="{E02922D6-716B-4EAD-B8E3-7DB33A1D9D0A}" destId="{373D041D-F24F-47A3-8278-4F0EEBE2C33A}" srcOrd="0" destOrd="0" presId="urn:microsoft.com/office/officeart/2005/8/layout/list1"/>
    <dgm:cxn modelId="{A68E8088-E032-4845-9CA5-10915BD7D0E8}" srcId="{9F391E70-A962-4B69-8BC9-CF2F90FA15AF}" destId="{B3BD3910-DDC6-4D60-9588-312AEBD62548}" srcOrd="0" destOrd="0" parTransId="{2BC1E8B9-08F3-4557-8355-FB37FF3A17A5}" sibTransId="{732E7D5F-E987-43DC-A942-19C727797703}"/>
    <dgm:cxn modelId="{DEB47EA9-BFB8-4CD8-8474-FBFA2D29CC17}" type="presOf" srcId="{D0E74686-4419-4D40-A845-DF42F6CB0397}" destId="{75CB2050-4C7A-4FD0-B378-72B81A766D2C}" srcOrd="1" destOrd="0" presId="urn:microsoft.com/office/officeart/2005/8/layout/list1"/>
    <dgm:cxn modelId="{9B3168AA-9A1D-4AA3-A00C-3277AA878F69}" srcId="{68BFD3A4-922C-4A98-A8E5-CD738272A7D2}" destId="{E1ED89ED-D0D4-4B6B-BAD4-C06298A4A729}" srcOrd="0" destOrd="0" parTransId="{93038EAA-173A-4565-B487-2B0ED23379C6}" sibTransId="{49A721C4-DDE6-49A4-8D49-871E8A2EF972}"/>
    <dgm:cxn modelId="{26011AB2-669E-4F3A-AF10-E0052CD0200D}" type="presOf" srcId="{52681D16-DE1A-46DB-B28A-471D4016B35A}" destId="{3BB59EE1-E5CD-4946-BC9A-F58929B84A31}" srcOrd="1" destOrd="0" presId="urn:microsoft.com/office/officeart/2005/8/layout/list1"/>
    <dgm:cxn modelId="{D10E5EB2-FBC0-4D7A-862F-AAF17FBC2DD6}" srcId="{52681D16-DE1A-46DB-B28A-471D4016B35A}" destId="{E02922D6-716B-4EAD-B8E3-7DB33A1D9D0A}" srcOrd="0" destOrd="0" parTransId="{5DB97197-1915-4F61-AD24-15B45B2BC6BF}" sibTransId="{0CF6A21B-CEDC-4723-B44B-4666C961B3ED}"/>
    <dgm:cxn modelId="{6EE13EB9-99E6-4750-819E-A14E319E1C3F}" type="presOf" srcId="{3E9F7E79-92EB-4E4A-AEB2-08C51D85B79C}" destId="{242A40B0-F572-4650-B374-14C68F91E699}" srcOrd="0" destOrd="0" presId="urn:microsoft.com/office/officeart/2005/8/layout/list1"/>
    <dgm:cxn modelId="{F5CFE8BA-1DEF-4F6A-B49F-AC938B4646DD}" type="presOf" srcId="{9F391E70-A962-4B69-8BC9-CF2F90FA15AF}" destId="{ABFC2A93-2614-4037-9E47-62A732D998DB}" srcOrd="1" destOrd="0" presId="urn:microsoft.com/office/officeart/2005/8/layout/list1"/>
    <dgm:cxn modelId="{27F6BFBE-2D60-476E-BA45-D42D0D74599A}" type="presOf" srcId="{9F391E70-A962-4B69-8BC9-CF2F90FA15AF}" destId="{6D3EB8B7-C9D6-4DD5-A873-43422D806D85}" srcOrd="0" destOrd="0" presId="urn:microsoft.com/office/officeart/2005/8/layout/list1"/>
    <dgm:cxn modelId="{72C543DA-1188-455E-B70E-46C583A88265}" srcId="{D0E74686-4419-4D40-A845-DF42F6CB0397}" destId="{3E9F7E79-92EB-4E4A-AEB2-08C51D85B79C}" srcOrd="0" destOrd="0" parTransId="{4C1401FA-4935-4371-95B7-349B8FCF4FBC}" sibTransId="{FD2AFAB9-14E9-434A-9CBB-4892CA34D148}"/>
    <dgm:cxn modelId="{5AD0FCE0-77AF-4C83-914B-6B0B984FCDD8}" type="presOf" srcId="{B3BD3910-DDC6-4D60-9588-312AEBD62548}" destId="{B9281E98-A548-4211-AA9E-566B15DE9EF4}" srcOrd="0" destOrd="0" presId="urn:microsoft.com/office/officeart/2005/8/layout/list1"/>
    <dgm:cxn modelId="{4855B5E1-B89B-4A6E-8F00-DE61D381B714}" type="presOf" srcId="{52681D16-DE1A-46DB-B28A-471D4016B35A}" destId="{BA698FE4-F3F7-47FE-B710-783A0722948D}" srcOrd="0" destOrd="0" presId="urn:microsoft.com/office/officeart/2005/8/layout/list1"/>
    <dgm:cxn modelId="{A058C3FB-6540-44FB-8238-81ACFED50B68}" type="presOf" srcId="{D0E74686-4419-4D40-A845-DF42F6CB0397}" destId="{B64695B7-FBEF-4673-BECF-5DA1431C8552}" srcOrd="0" destOrd="0" presId="urn:microsoft.com/office/officeart/2005/8/layout/list1"/>
    <dgm:cxn modelId="{AF91E53A-DC57-4E6E-B680-CA31BD1BFF37}" type="presParOf" srcId="{F9800CBB-75DD-4680-B55E-28C483888D2D}" destId="{7A81BF75-90AB-45C7-B599-5EEA0152B452}" srcOrd="0" destOrd="0" presId="urn:microsoft.com/office/officeart/2005/8/layout/list1"/>
    <dgm:cxn modelId="{C2CD821F-7E33-4DA9-AEB3-20262A56FE87}" type="presParOf" srcId="{7A81BF75-90AB-45C7-B599-5EEA0152B452}" destId="{BA698FE4-F3F7-47FE-B710-783A0722948D}" srcOrd="0" destOrd="0" presId="urn:microsoft.com/office/officeart/2005/8/layout/list1"/>
    <dgm:cxn modelId="{C042130F-D699-4F9B-8841-C20B62691A1F}" type="presParOf" srcId="{7A81BF75-90AB-45C7-B599-5EEA0152B452}" destId="{3BB59EE1-E5CD-4946-BC9A-F58929B84A31}" srcOrd="1" destOrd="0" presId="urn:microsoft.com/office/officeart/2005/8/layout/list1"/>
    <dgm:cxn modelId="{7B46F320-B240-4F21-8EF9-708E16875803}" type="presParOf" srcId="{F9800CBB-75DD-4680-B55E-28C483888D2D}" destId="{237FB251-59B8-4B57-90FA-C2F289DB8AF6}" srcOrd="1" destOrd="0" presId="urn:microsoft.com/office/officeart/2005/8/layout/list1"/>
    <dgm:cxn modelId="{A3E5B8D4-6DA3-41AC-B397-346A70E3DFEB}" type="presParOf" srcId="{F9800CBB-75DD-4680-B55E-28C483888D2D}" destId="{373D041D-F24F-47A3-8278-4F0EEBE2C33A}" srcOrd="2" destOrd="0" presId="urn:microsoft.com/office/officeart/2005/8/layout/list1"/>
    <dgm:cxn modelId="{FBA16DB2-2B28-4DF2-80E6-73D5B94E2BBC}" type="presParOf" srcId="{F9800CBB-75DD-4680-B55E-28C483888D2D}" destId="{10D62015-9B06-4AEC-B609-DBB3204C7030}" srcOrd="3" destOrd="0" presId="urn:microsoft.com/office/officeart/2005/8/layout/list1"/>
    <dgm:cxn modelId="{13D37FDD-EA4C-4A33-B730-944ABA885AEF}" type="presParOf" srcId="{F9800CBB-75DD-4680-B55E-28C483888D2D}" destId="{05946BD1-236C-4EB8-8117-481B582BAFD8}" srcOrd="4" destOrd="0" presId="urn:microsoft.com/office/officeart/2005/8/layout/list1"/>
    <dgm:cxn modelId="{B52E930A-2EF8-4C40-8EAA-CB0E35829B1C}" type="presParOf" srcId="{05946BD1-236C-4EB8-8117-481B582BAFD8}" destId="{BE0FA032-30F6-4B1D-8F59-B008F5E1FB5F}" srcOrd="0" destOrd="0" presId="urn:microsoft.com/office/officeart/2005/8/layout/list1"/>
    <dgm:cxn modelId="{A747740E-4B1B-4EEA-9E72-BE09A4E1185E}" type="presParOf" srcId="{05946BD1-236C-4EB8-8117-481B582BAFD8}" destId="{52424E7E-B55F-4E63-ADDE-9FFF57270E29}" srcOrd="1" destOrd="0" presId="urn:microsoft.com/office/officeart/2005/8/layout/list1"/>
    <dgm:cxn modelId="{1E3027DA-7121-489D-A6A6-4E127DA5DCBC}" type="presParOf" srcId="{F9800CBB-75DD-4680-B55E-28C483888D2D}" destId="{518E41F7-7501-4CE3-A714-385ED9707737}" srcOrd="5" destOrd="0" presId="urn:microsoft.com/office/officeart/2005/8/layout/list1"/>
    <dgm:cxn modelId="{6389DE0B-0005-455D-9DEC-CB53F2479952}" type="presParOf" srcId="{F9800CBB-75DD-4680-B55E-28C483888D2D}" destId="{E47A0CBC-F3F4-4A31-B02C-FDB45DE1A5D0}" srcOrd="6" destOrd="0" presId="urn:microsoft.com/office/officeart/2005/8/layout/list1"/>
    <dgm:cxn modelId="{938DDDE9-5D0F-4968-AE71-4AEB61659566}" type="presParOf" srcId="{F9800CBB-75DD-4680-B55E-28C483888D2D}" destId="{97E6721E-7D85-499E-86F9-8388F75B0907}" srcOrd="7" destOrd="0" presId="urn:microsoft.com/office/officeart/2005/8/layout/list1"/>
    <dgm:cxn modelId="{193F148A-528E-4434-8205-AFEBA3A06DF1}" type="presParOf" srcId="{F9800CBB-75DD-4680-B55E-28C483888D2D}" destId="{C7CC6CBF-8021-40E3-836E-C21D3649416B}" srcOrd="8" destOrd="0" presId="urn:microsoft.com/office/officeart/2005/8/layout/list1"/>
    <dgm:cxn modelId="{8BFDC282-6F82-4D4B-AFFB-179770EB79DE}" type="presParOf" srcId="{C7CC6CBF-8021-40E3-836E-C21D3649416B}" destId="{B64695B7-FBEF-4673-BECF-5DA1431C8552}" srcOrd="0" destOrd="0" presId="urn:microsoft.com/office/officeart/2005/8/layout/list1"/>
    <dgm:cxn modelId="{932DFD33-751F-46AD-A5D5-354C36F2A7AE}" type="presParOf" srcId="{C7CC6CBF-8021-40E3-836E-C21D3649416B}" destId="{75CB2050-4C7A-4FD0-B378-72B81A766D2C}" srcOrd="1" destOrd="0" presId="urn:microsoft.com/office/officeart/2005/8/layout/list1"/>
    <dgm:cxn modelId="{33C8716B-583E-4C60-8ADC-72E25042F01F}" type="presParOf" srcId="{F9800CBB-75DD-4680-B55E-28C483888D2D}" destId="{6ADA66F4-D28F-4DF3-BEC3-DAB2C3EF0FFC}" srcOrd="9" destOrd="0" presId="urn:microsoft.com/office/officeart/2005/8/layout/list1"/>
    <dgm:cxn modelId="{125F1434-9388-42C6-8874-C6B263383F77}" type="presParOf" srcId="{F9800CBB-75DD-4680-B55E-28C483888D2D}" destId="{242A40B0-F572-4650-B374-14C68F91E699}" srcOrd="10" destOrd="0" presId="urn:microsoft.com/office/officeart/2005/8/layout/list1"/>
    <dgm:cxn modelId="{7B9F9149-0A9B-460B-8526-39AAA7B4EB35}" type="presParOf" srcId="{F9800CBB-75DD-4680-B55E-28C483888D2D}" destId="{B7636D5B-A597-4B94-AD91-784DEEF81360}" srcOrd="11" destOrd="0" presId="urn:microsoft.com/office/officeart/2005/8/layout/list1"/>
    <dgm:cxn modelId="{91D1C28A-16EA-459B-8D0F-6C5336119345}" type="presParOf" srcId="{F9800CBB-75DD-4680-B55E-28C483888D2D}" destId="{9148442E-FF65-4C61-81E2-A3A1990CEED7}" srcOrd="12" destOrd="0" presId="urn:microsoft.com/office/officeart/2005/8/layout/list1"/>
    <dgm:cxn modelId="{F49A8D8D-B1BC-4229-9495-B65E77193C06}" type="presParOf" srcId="{9148442E-FF65-4C61-81E2-A3A1990CEED7}" destId="{6D3EB8B7-C9D6-4DD5-A873-43422D806D85}" srcOrd="0" destOrd="0" presId="urn:microsoft.com/office/officeart/2005/8/layout/list1"/>
    <dgm:cxn modelId="{F9B0FEB5-3A11-4B29-89F7-6D354A7D5606}" type="presParOf" srcId="{9148442E-FF65-4C61-81E2-A3A1990CEED7}" destId="{ABFC2A93-2614-4037-9E47-62A732D998DB}" srcOrd="1" destOrd="0" presId="urn:microsoft.com/office/officeart/2005/8/layout/list1"/>
    <dgm:cxn modelId="{FAFB4094-86B3-4601-A711-F2393A299215}" type="presParOf" srcId="{F9800CBB-75DD-4680-B55E-28C483888D2D}" destId="{85550834-CD4A-43F8-93B2-4B786754CB88}" srcOrd="13" destOrd="0" presId="urn:microsoft.com/office/officeart/2005/8/layout/list1"/>
    <dgm:cxn modelId="{64DEDA46-1A3B-476D-9138-704AFAF3B550}" type="presParOf" srcId="{F9800CBB-75DD-4680-B55E-28C483888D2D}" destId="{B9281E98-A548-4211-AA9E-566B15DE9EF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DC60F6-9048-41CE-9C63-1EDE5C37F54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A95DB70-5362-412B-9A3D-9FA64A3F752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Hardware</a:t>
          </a:r>
          <a:endParaRPr lang="en-US"/>
        </a:p>
      </dgm:t>
    </dgm:pt>
    <dgm:pt modelId="{CA4D6954-5546-4E99-BD93-1E93424A7868}" type="parTrans" cxnId="{BCB11C41-D1BF-4CEC-8880-F36348023ED4}">
      <dgm:prSet/>
      <dgm:spPr/>
      <dgm:t>
        <a:bodyPr/>
        <a:lstStyle/>
        <a:p>
          <a:endParaRPr lang="en-US"/>
        </a:p>
      </dgm:t>
    </dgm:pt>
    <dgm:pt modelId="{535B3C53-0CF3-4C67-9FEF-E7D3AC6FBC8C}" type="sibTrans" cxnId="{BCB11C41-D1BF-4CEC-8880-F36348023ED4}">
      <dgm:prSet/>
      <dgm:spPr/>
      <dgm:t>
        <a:bodyPr/>
        <a:lstStyle/>
        <a:p>
          <a:endParaRPr lang="en-US"/>
        </a:p>
      </dgm:t>
    </dgm:pt>
    <dgm:pt modelId="{C1BEBF3D-84E7-4AE0-853E-DD4EF047D69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CPU</a:t>
          </a:r>
          <a:endParaRPr lang="en-US"/>
        </a:p>
      </dgm:t>
    </dgm:pt>
    <dgm:pt modelId="{7BAB6EF7-DFF4-4AB7-BCA7-61FA552BA2E1}" type="parTrans" cxnId="{259294C4-C985-4ADE-8952-F47EB398DE4C}">
      <dgm:prSet/>
      <dgm:spPr/>
      <dgm:t>
        <a:bodyPr/>
        <a:lstStyle/>
        <a:p>
          <a:endParaRPr lang="en-US"/>
        </a:p>
      </dgm:t>
    </dgm:pt>
    <dgm:pt modelId="{B7F9CF44-39C9-49E2-80FD-8BCF901ED914}" type="sibTrans" cxnId="{259294C4-C985-4ADE-8952-F47EB398DE4C}">
      <dgm:prSet/>
      <dgm:spPr/>
      <dgm:t>
        <a:bodyPr/>
        <a:lstStyle/>
        <a:p>
          <a:endParaRPr lang="en-US"/>
        </a:p>
      </dgm:t>
    </dgm:pt>
    <dgm:pt modelId="{45A4A093-847A-4456-8DDD-A2CEDA529A2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Memória</a:t>
          </a:r>
          <a:endParaRPr lang="en-US" dirty="0"/>
        </a:p>
      </dgm:t>
    </dgm:pt>
    <dgm:pt modelId="{13B8A6B7-F9B5-4306-941C-035A14C12992}" type="parTrans" cxnId="{C717466A-D4C2-4899-930F-3A19F518991C}">
      <dgm:prSet/>
      <dgm:spPr/>
      <dgm:t>
        <a:bodyPr/>
        <a:lstStyle/>
        <a:p>
          <a:endParaRPr lang="en-US"/>
        </a:p>
      </dgm:t>
    </dgm:pt>
    <dgm:pt modelId="{A0E1861D-5FB6-4828-A8A2-66B5AD478FA2}" type="sibTrans" cxnId="{C717466A-D4C2-4899-930F-3A19F518991C}">
      <dgm:prSet/>
      <dgm:spPr/>
      <dgm:t>
        <a:bodyPr/>
        <a:lstStyle/>
        <a:p>
          <a:endParaRPr lang="en-US"/>
        </a:p>
      </dgm:t>
    </dgm:pt>
    <dgm:pt modelId="{8A59276E-51A5-47E1-BCC2-A276A5B8A54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Dispositivos de E/S</a:t>
          </a:r>
          <a:endParaRPr lang="en-US"/>
        </a:p>
      </dgm:t>
    </dgm:pt>
    <dgm:pt modelId="{6ECE9A38-9F79-4BDA-8CF3-8A1664276634}" type="parTrans" cxnId="{E91E4FFE-E87E-4FEF-BAAB-71A6E5F8D0AA}">
      <dgm:prSet/>
      <dgm:spPr/>
      <dgm:t>
        <a:bodyPr/>
        <a:lstStyle/>
        <a:p>
          <a:endParaRPr lang="en-US"/>
        </a:p>
      </dgm:t>
    </dgm:pt>
    <dgm:pt modelId="{3D0A1D7B-A0D0-42F8-9E2A-7C53A0A192CD}" type="sibTrans" cxnId="{E91E4FFE-E87E-4FEF-BAAB-71A6E5F8D0AA}">
      <dgm:prSet/>
      <dgm:spPr/>
      <dgm:t>
        <a:bodyPr/>
        <a:lstStyle/>
        <a:p>
          <a:endParaRPr lang="en-US"/>
        </a:p>
      </dgm:t>
    </dgm:pt>
    <dgm:pt modelId="{00688821-85F0-44C9-8DC4-0BF655D7A34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Sistemas de Arquivos</a:t>
          </a:r>
          <a:endParaRPr lang="en-US" dirty="0"/>
        </a:p>
      </dgm:t>
    </dgm:pt>
    <dgm:pt modelId="{DC27F622-F0A3-4F56-A184-7D843A35C24C}" type="parTrans" cxnId="{B506BD6E-1528-49B6-AC60-9F40C6F84F15}">
      <dgm:prSet/>
      <dgm:spPr/>
      <dgm:t>
        <a:bodyPr/>
        <a:lstStyle/>
        <a:p>
          <a:endParaRPr lang="en-US"/>
        </a:p>
      </dgm:t>
    </dgm:pt>
    <dgm:pt modelId="{F4B0A2C5-65DF-4AC1-AA3A-E87DF6DDC886}" type="sibTrans" cxnId="{B506BD6E-1528-49B6-AC60-9F40C6F84F15}">
      <dgm:prSet/>
      <dgm:spPr/>
      <dgm:t>
        <a:bodyPr/>
        <a:lstStyle/>
        <a:p>
          <a:endParaRPr lang="en-US"/>
        </a:p>
      </dgm:t>
    </dgm:pt>
    <dgm:pt modelId="{262242A3-DAB2-4E8D-BFBA-7CA8F6770F6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Segurança</a:t>
          </a:r>
          <a:endParaRPr lang="en-US" dirty="0"/>
        </a:p>
      </dgm:t>
    </dgm:pt>
    <dgm:pt modelId="{5B89A923-9488-49A9-9DA4-EE30685AB350}" type="parTrans" cxnId="{1452E41E-CD98-46E6-A073-BC04B68F74A3}">
      <dgm:prSet/>
      <dgm:spPr/>
      <dgm:t>
        <a:bodyPr/>
        <a:lstStyle/>
        <a:p>
          <a:endParaRPr lang="en-US"/>
        </a:p>
      </dgm:t>
    </dgm:pt>
    <dgm:pt modelId="{E7423A2F-4844-4E43-8867-613B2C2E2719}" type="sibTrans" cxnId="{1452E41E-CD98-46E6-A073-BC04B68F74A3}">
      <dgm:prSet/>
      <dgm:spPr/>
      <dgm:t>
        <a:bodyPr/>
        <a:lstStyle/>
        <a:p>
          <a:endParaRPr lang="en-US"/>
        </a:p>
      </dgm:t>
    </dgm:pt>
    <dgm:pt modelId="{0E4A6F94-C875-4352-BCB4-BD4AB2DAA6D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Redes de Comunicação</a:t>
          </a:r>
        </a:p>
      </dgm:t>
    </dgm:pt>
    <dgm:pt modelId="{35B65433-43C7-4996-BE58-6DC34C17D423}" type="parTrans" cxnId="{5D1BD193-952E-44A5-93B8-F769357018C7}">
      <dgm:prSet/>
      <dgm:spPr/>
      <dgm:t>
        <a:bodyPr/>
        <a:lstStyle/>
        <a:p>
          <a:endParaRPr lang="pt-BR"/>
        </a:p>
      </dgm:t>
    </dgm:pt>
    <dgm:pt modelId="{30909D88-B29C-4EDA-BF83-DF8BD9F4EDDA}" type="sibTrans" cxnId="{5D1BD193-952E-44A5-93B8-F769357018C7}">
      <dgm:prSet/>
      <dgm:spPr/>
      <dgm:t>
        <a:bodyPr/>
        <a:lstStyle/>
        <a:p>
          <a:endParaRPr lang="pt-BR"/>
        </a:p>
      </dgm:t>
    </dgm:pt>
    <dgm:pt modelId="{62093AF9-987B-4E73-BA10-6AD317C1A8D6}" type="pres">
      <dgm:prSet presAssocID="{CADC60F6-9048-41CE-9C63-1EDE5C37F54B}" presName="root" presStyleCnt="0">
        <dgm:presLayoutVars>
          <dgm:dir/>
          <dgm:resizeHandles val="exact"/>
        </dgm:presLayoutVars>
      </dgm:prSet>
      <dgm:spPr/>
    </dgm:pt>
    <dgm:pt modelId="{A9ADF253-F1EA-4400-A674-41D929EAE3DF}" type="pres">
      <dgm:prSet presAssocID="{EA95DB70-5362-412B-9A3D-9FA64A3F7528}" presName="compNode" presStyleCnt="0"/>
      <dgm:spPr/>
    </dgm:pt>
    <dgm:pt modelId="{73C9DB83-CDCD-4FF9-8298-8AA8134E05D0}" type="pres">
      <dgm:prSet presAssocID="{EA95DB70-5362-412B-9A3D-9FA64A3F7528}" presName="bgRect" presStyleLbl="bgShp" presStyleIdx="0" presStyleCnt="4"/>
      <dgm:spPr/>
    </dgm:pt>
    <dgm:pt modelId="{3DBA4A90-E69F-41D6-813A-9E1443F1ABF6}" type="pres">
      <dgm:prSet presAssocID="{EA95DB70-5362-412B-9A3D-9FA64A3F75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 com preenchimento sólido"/>
        </a:ext>
      </dgm:extLst>
    </dgm:pt>
    <dgm:pt modelId="{452A4DD1-77A9-48F2-86FA-095E43A94D41}" type="pres">
      <dgm:prSet presAssocID="{EA95DB70-5362-412B-9A3D-9FA64A3F7528}" presName="spaceRect" presStyleCnt="0"/>
      <dgm:spPr/>
    </dgm:pt>
    <dgm:pt modelId="{77EC5566-4EED-43DE-8AD2-DEDACC0031D9}" type="pres">
      <dgm:prSet presAssocID="{EA95DB70-5362-412B-9A3D-9FA64A3F7528}" presName="parTx" presStyleLbl="revTx" presStyleIdx="0" presStyleCnt="5">
        <dgm:presLayoutVars>
          <dgm:chMax val="0"/>
          <dgm:chPref val="0"/>
        </dgm:presLayoutVars>
      </dgm:prSet>
      <dgm:spPr/>
    </dgm:pt>
    <dgm:pt modelId="{97ED3B7E-2B0B-4E75-AC3B-B3895AD3E2D9}" type="pres">
      <dgm:prSet presAssocID="{EA95DB70-5362-412B-9A3D-9FA64A3F7528}" presName="desTx" presStyleLbl="revTx" presStyleIdx="1" presStyleCnt="5" custScaleX="169815">
        <dgm:presLayoutVars/>
      </dgm:prSet>
      <dgm:spPr/>
    </dgm:pt>
    <dgm:pt modelId="{1E063D74-A09E-4BD4-8448-BB65656DDD92}" type="pres">
      <dgm:prSet presAssocID="{535B3C53-0CF3-4C67-9FEF-E7D3AC6FBC8C}" presName="sibTrans" presStyleCnt="0"/>
      <dgm:spPr/>
    </dgm:pt>
    <dgm:pt modelId="{F2D2E8BF-D904-401C-A0B3-26FCB3176ADE}" type="pres">
      <dgm:prSet presAssocID="{00688821-85F0-44C9-8DC4-0BF655D7A348}" presName="compNode" presStyleCnt="0"/>
      <dgm:spPr/>
    </dgm:pt>
    <dgm:pt modelId="{A686612F-512B-43DF-93AB-09C0C4B019F6}" type="pres">
      <dgm:prSet presAssocID="{00688821-85F0-44C9-8DC4-0BF655D7A348}" presName="bgRect" presStyleLbl="bgShp" presStyleIdx="1" presStyleCnt="4"/>
      <dgm:spPr/>
    </dgm:pt>
    <dgm:pt modelId="{4FD00A5E-E9F4-40FF-AFF7-E330DD1F0A15}" type="pres">
      <dgm:prSet presAssocID="{00688821-85F0-44C9-8DC4-0BF655D7A34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5B5055C0-B2D0-4052-9E94-EE2D05A0FE2E}" type="pres">
      <dgm:prSet presAssocID="{00688821-85F0-44C9-8DC4-0BF655D7A348}" presName="spaceRect" presStyleCnt="0"/>
      <dgm:spPr/>
    </dgm:pt>
    <dgm:pt modelId="{B8E7AFE6-9FFD-457C-A617-E26A67F422FC}" type="pres">
      <dgm:prSet presAssocID="{00688821-85F0-44C9-8DC4-0BF655D7A348}" presName="parTx" presStyleLbl="revTx" presStyleIdx="2" presStyleCnt="5">
        <dgm:presLayoutVars>
          <dgm:chMax val="0"/>
          <dgm:chPref val="0"/>
        </dgm:presLayoutVars>
      </dgm:prSet>
      <dgm:spPr/>
    </dgm:pt>
    <dgm:pt modelId="{DF1BBCF7-6C6D-4DEF-8EF5-01A161006A75}" type="pres">
      <dgm:prSet presAssocID="{F4B0A2C5-65DF-4AC1-AA3A-E87DF6DDC886}" presName="sibTrans" presStyleCnt="0"/>
      <dgm:spPr/>
    </dgm:pt>
    <dgm:pt modelId="{E82C15BA-156F-4471-A0C9-375FAB4098EF}" type="pres">
      <dgm:prSet presAssocID="{262242A3-DAB2-4E8D-BFBA-7CA8F6770F6B}" presName="compNode" presStyleCnt="0"/>
      <dgm:spPr/>
    </dgm:pt>
    <dgm:pt modelId="{02402209-756A-4507-91B5-200FCE2410E9}" type="pres">
      <dgm:prSet presAssocID="{262242A3-DAB2-4E8D-BFBA-7CA8F6770F6B}" presName="bgRect" presStyleLbl="bgShp" presStyleIdx="2" presStyleCnt="4"/>
      <dgm:spPr/>
    </dgm:pt>
    <dgm:pt modelId="{EEFF3B47-B69A-4A68-B1F8-8571BF0FB421}" type="pres">
      <dgm:prSet presAssocID="{262242A3-DAB2-4E8D-BFBA-7CA8F6770F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C694414D-11C6-4441-8F41-10B72565CBBE}" type="pres">
      <dgm:prSet presAssocID="{262242A3-DAB2-4E8D-BFBA-7CA8F6770F6B}" presName="spaceRect" presStyleCnt="0"/>
      <dgm:spPr/>
    </dgm:pt>
    <dgm:pt modelId="{1856F7B0-D263-48DE-A871-4FA8C40F5083}" type="pres">
      <dgm:prSet presAssocID="{262242A3-DAB2-4E8D-BFBA-7CA8F6770F6B}" presName="parTx" presStyleLbl="revTx" presStyleIdx="3" presStyleCnt="5">
        <dgm:presLayoutVars>
          <dgm:chMax val="0"/>
          <dgm:chPref val="0"/>
        </dgm:presLayoutVars>
      </dgm:prSet>
      <dgm:spPr/>
    </dgm:pt>
    <dgm:pt modelId="{F704B705-17AE-45E1-8EE7-4E83488031D0}" type="pres">
      <dgm:prSet presAssocID="{E7423A2F-4844-4E43-8867-613B2C2E2719}" presName="sibTrans" presStyleCnt="0"/>
      <dgm:spPr/>
    </dgm:pt>
    <dgm:pt modelId="{D6BBE244-3616-46C7-AEA6-0BD8F5D62E82}" type="pres">
      <dgm:prSet presAssocID="{0E4A6F94-C875-4352-BCB4-BD4AB2DAA6D7}" presName="compNode" presStyleCnt="0"/>
      <dgm:spPr/>
    </dgm:pt>
    <dgm:pt modelId="{261C645E-2B07-4BCF-ACF2-DC7DF75F37B0}" type="pres">
      <dgm:prSet presAssocID="{0E4A6F94-C875-4352-BCB4-BD4AB2DAA6D7}" presName="bgRect" presStyleLbl="bgShp" presStyleIdx="3" presStyleCnt="4"/>
      <dgm:spPr/>
    </dgm:pt>
    <dgm:pt modelId="{F4661971-127A-47B3-9802-CF8588D10A6C}" type="pres">
      <dgm:prSet presAssocID="{0E4A6F94-C875-4352-BCB4-BD4AB2DAA6D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exões estrutura de tópicos"/>
        </a:ext>
      </dgm:extLst>
    </dgm:pt>
    <dgm:pt modelId="{1FCE58CF-D43C-496B-B259-671A85F2EF9B}" type="pres">
      <dgm:prSet presAssocID="{0E4A6F94-C875-4352-BCB4-BD4AB2DAA6D7}" presName="spaceRect" presStyleCnt="0"/>
      <dgm:spPr/>
    </dgm:pt>
    <dgm:pt modelId="{A260C031-E1E9-4440-912C-A088A4223B83}" type="pres">
      <dgm:prSet presAssocID="{0E4A6F94-C875-4352-BCB4-BD4AB2DAA6D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DDD241E-7F20-415A-88CD-CF7A2029B708}" type="presOf" srcId="{00688821-85F0-44C9-8DC4-0BF655D7A348}" destId="{B8E7AFE6-9FFD-457C-A617-E26A67F422FC}" srcOrd="0" destOrd="0" presId="urn:microsoft.com/office/officeart/2018/2/layout/IconVerticalSolidList"/>
    <dgm:cxn modelId="{1452E41E-CD98-46E6-A073-BC04B68F74A3}" srcId="{CADC60F6-9048-41CE-9C63-1EDE5C37F54B}" destId="{262242A3-DAB2-4E8D-BFBA-7CA8F6770F6B}" srcOrd="2" destOrd="0" parTransId="{5B89A923-9488-49A9-9DA4-EE30685AB350}" sibTransId="{E7423A2F-4844-4E43-8867-613B2C2E2719}"/>
    <dgm:cxn modelId="{BCB11C41-D1BF-4CEC-8880-F36348023ED4}" srcId="{CADC60F6-9048-41CE-9C63-1EDE5C37F54B}" destId="{EA95DB70-5362-412B-9A3D-9FA64A3F7528}" srcOrd="0" destOrd="0" parTransId="{CA4D6954-5546-4E99-BD93-1E93424A7868}" sibTransId="{535B3C53-0CF3-4C67-9FEF-E7D3AC6FBC8C}"/>
    <dgm:cxn modelId="{13628441-502E-4277-AE33-87649022C4E8}" type="presOf" srcId="{262242A3-DAB2-4E8D-BFBA-7CA8F6770F6B}" destId="{1856F7B0-D263-48DE-A871-4FA8C40F5083}" srcOrd="0" destOrd="0" presId="urn:microsoft.com/office/officeart/2018/2/layout/IconVerticalSolidList"/>
    <dgm:cxn modelId="{C717466A-D4C2-4899-930F-3A19F518991C}" srcId="{EA95DB70-5362-412B-9A3D-9FA64A3F7528}" destId="{45A4A093-847A-4456-8DDD-A2CEDA529A23}" srcOrd="1" destOrd="0" parTransId="{13B8A6B7-F9B5-4306-941C-035A14C12992}" sibTransId="{A0E1861D-5FB6-4828-A8A2-66B5AD478FA2}"/>
    <dgm:cxn modelId="{B506BD6E-1528-49B6-AC60-9F40C6F84F15}" srcId="{CADC60F6-9048-41CE-9C63-1EDE5C37F54B}" destId="{00688821-85F0-44C9-8DC4-0BF655D7A348}" srcOrd="1" destOrd="0" parTransId="{DC27F622-F0A3-4F56-A184-7D843A35C24C}" sibTransId="{F4B0A2C5-65DF-4AC1-AA3A-E87DF6DDC886}"/>
    <dgm:cxn modelId="{3219FA7C-2E03-41DE-BE58-574E3DB6EFA8}" type="presOf" srcId="{EA95DB70-5362-412B-9A3D-9FA64A3F7528}" destId="{77EC5566-4EED-43DE-8AD2-DEDACC0031D9}" srcOrd="0" destOrd="0" presId="urn:microsoft.com/office/officeart/2018/2/layout/IconVerticalSolidList"/>
    <dgm:cxn modelId="{86DB8A8D-59C1-405E-8FAE-BD62973505A8}" type="presOf" srcId="{8A59276E-51A5-47E1-BCC2-A276A5B8A544}" destId="{97ED3B7E-2B0B-4E75-AC3B-B3895AD3E2D9}" srcOrd="0" destOrd="2" presId="urn:microsoft.com/office/officeart/2018/2/layout/IconVerticalSolidList"/>
    <dgm:cxn modelId="{5D1BD193-952E-44A5-93B8-F769357018C7}" srcId="{CADC60F6-9048-41CE-9C63-1EDE5C37F54B}" destId="{0E4A6F94-C875-4352-BCB4-BD4AB2DAA6D7}" srcOrd="3" destOrd="0" parTransId="{35B65433-43C7-4996-BE58-6DC34C17D423}" sibTransId="{30909D88-B29C-4EDA-BF83-DF8BD9F4EDDA}"/>
    <dgm:cxn modelId="{68A83697-5BAD-44C7-ACB9-AA101170DE2A}" type="presOf" srcId="{0E4A6F94-C875-4352-BCB4-BD4AB2DAA6D7}" destId="{A260C031-E1E9-4440-912C-A088A4223B83}" srcOrd="0" destOrd="0" presId="urn:microsoft.com/office/officeart/2018/2/layout/IconVerticalSolidList"/>
    <dgm:cxn modelId="{32550A9A-623C-4830-9C53-F171DE80DF6E}" type="presOf" srcId="{CADC60F6-9048-41CE-9C63-1EDE5C37F54B}" destId="{62093AF9-987B-4E73-BA10-6AD317C1A8D6}" srcOrd="0" destOrd="0" presId="urn:microsoft.com/office/officeart/2018/2/layout/IconVerticalSolidList"/>
    <dgm:cxn modelId="{F4C3F4AC-0A4D-4FDF-A3BA-F9F13598D2E6}" type="presOf" srcId="{45A4A093-847A-4456-8DDD-A2CEDA529A23}" destId="{97ED3B7E-2B0B-4E75-AC3B-B3895AD3E2D9}" srcOrd="0" destOrd="1" presId="urn:microsoft.com/office/officeart/2018/2/layout/IconVerticalSolidList"/>
    <dgm:cxn modelId="{259294C4-C985-4ADE-8952-F47EB398DE4C}" srcId="{EA95DB70-5362-412B-9A3D-9FA64A3F7528}" destId="{C1BEBF3D-84E7-4AE0-853E-DD4EF047D690}" srcOrd="0" destOrd="0" parTransId="{7BAB6EF7-DFF4-4AB7-BCA7-61FA552BA2E1}" sibTransId="{B7F9CF44-39C9-49E2-80FD-8BCF901ED914}"/>
    <dgm:cxn modelId="{192F35E7-9797-4570-83A6-D551F9D4AAAF}" type="presOf" srcId="{C1BEBF3D-84E7-4AE0-853E-DD4EF047D690}" destId="{97ED3B7E-2B0B-4E75-AC3B-B3895AD3E2D9}" srcOrd="0" destOrd="0" presId="urn:microsoft.com/office/officeart/2018/2/layout/IconVerticalSolidList"/>
    <dgm:cxn modelId="{E91E4FFE-E87E-4FEF-BAAB-71A6E5F8D0AA}" srcId="{EA95DB70-5362-412B-9A3D-9FA64A3F7528}" destId="{8A59276E-51A5-47E1-BCC2-A276A5B8A544}" srcOrd="2" destOrd="0" parTransId="{6ECE9A38-9F79-4BDA-8CF3-8A1664276634}" sibTransId="{3D0A1D7B-A0D0-42F8-9E2A-7C53A0A192CD}"/>
    <dgm:cxn modelId="{E8714B9B-BB85-40F6-85A7-AC83EA5F79C6}" type="presParOf" srcId="{62093AF9-987B-4E73-BA10-6AD317C1A8D6}" destId="{A9ADF253-F1EA-4400-A674-41D929EAE3DF}" srcOrd="0" destOrd="0" presId="urn:microsoft.com/office/officeart/2018/2/layout/IconVerticalSolidList"/>
    <dgm:cxn modelId="{07BCF5A8-A188-420E-A239-949DC9C8E5D7}" type="presParOf" srcId="{A9ADF253-F1EA-4400-A674-41D929EAE3DF}" destId="{73C9DB83-CDCD-4FF9-8298-8AA8134E05D0}" srcOrd="0" destOrd="0" presId="urn:microsoft.com/office/officeart/2018/2/layout/IconVerticalSolidList"/>
    <dgm:cxn modelId="{0C0CA827-509C-464E-AB72-BE23C0158866}" type="presParOf" srcId="{A9ADF253-F1EA-4400-A674-41D929EAE3DF}" destId="{3DBA4A90-E69F-41D6-813A-9E1443F1ABF6}" srcOrd="1" destOrd="0" presId="urn:microsoft.com/office/officeart/2018/2/layout/IconVerticalSolidList"/>
    <dgm:cxn modelId="{560CEC9E-F61A-4DB1-B1D9-CDB8A1D8608C}" type="presParOf" srcId="{A9ADF253-F1EA-4400-A674-41D929EAE3DF}" destId="{452A4DD1-77A9-48F2-86FA-095E43A94D41}" srcOrd="2" destOrd="0" presId="urn:microsoft.com/office/officeart/2018/2/layout/IconVerticalSolidList"/>
    <dgm:cxn modelId="{8391074C-0D78-42F2-9021-BF1AA09CEBCC}" type="presParOf" srcId="{A9ADF253-F1EA-4400-A674-41D929EAE3DF}" destId="{77EC5566-4EED-43DE-8AD2-DEDACC0031D9}" srcOrd="3" destOrd="0" presId="urn:microsoft.com/office/officeart/2018/2/layout/IconVerticalSolidList"/>
    <dgm:cxn modelId="{D5902376-A134-4F90-93B0-54CDDB268F87}" type="presParOf" srcId="{A9ADF253-F1EA-4400-A674-41D929EAE3DF}" destId="{97ED3B7E-2B0B-4E75-AC3B-B3895AD3E2D9}" srcOrd="4" destOrd="0" presId="urn:microsoft.com/office/officeart/2018/2/layout/IconVerticalSolidList"/>
    <dgm:cxn modelId="{53A5E480-C5DF-4DC5-B3C1-55B9CEF3178F}" type="presParOf" srcId="{62093AF9-987B-4E73-BA10-6AD317C1A8D6}" destId="{1E063D74-A09E-4BD4-8448-BB65656DDD92}" srcOrd="1" destOrd="0" presId="urn:microsoft.com/office/officeart/2018/2/layout/IconVerticalSolidList"/>
    <dgm:cxn modelId="{56D6B5FC-98C2-426C-8266-D605D713A392}" type="presParOf" srcId="{62093AF9-987B-4E73-BA10-6AD317C1A8D6}" destId="{F2D2E8BF-D904-401C-A0B3-26FCB3176ADE}" srcOrd="2" destOrd="0" presId="urn:microsoft.com/office/officeart/2018/2/layout/IconVerticalSolidList"/>
    <dgm:cxn modelId="{A99359CB-3822-4B76-ADFC-9DA84D726E47}" type="presParOf" srcId="{F2D2E8BF-D904-401C-A0B3-26FCB3176ADE}" destId="{A686612F-512B-43DF-93AB-09C0C4B019F6}" srcOrd="0" destOrd="0" presId="urn:microsoft.com/office/officeart/2018/2/layout/IconVerticalSolidList"/>
    <dgm:cxn modelId="{18D283FD-6C13-4242-B0F9-691BF3F7FABB}" type="presParOf" srcId="{F2D2E8BF-D904-401C-A0B3-26FCB3176ADE}" destId="{4FD00A5E-E9F4-40FF-AFF7-E330DD1F0A15}" srcOrd="1" destOrd="0" presId="urn:microsoft.com/office/officeart/2018/2/layout/IconVerticalSolidList"/>
    <dgm:cxn modelId="{371B3B6E-C107-4A2B-BF4D-F6E4EB48FB0A}" type="presParOf" srcId="{F2D2E8BF-D904-401C-A0B3-26FCB3176ADE}" destId="{5B5055C0-B2D0-4052-9E94-EE2D05A0FE2E}" srcOrd="2" destOrd="0" presId="urn:microsoft.com/office/officeart/2018/2/layout/IconVerticalSolidList"/>
    <dgm:cxn modelId="{D2F775B9-642B-40B2-8373-AAD42A1B0F2B}" type="presParOf" srcId="{F2D2E8BF-D904-401C-A0B3-26FCB3176ADE}" destId="{B8E7AFE6-9FFD-457C-A617-E26A67F422FC}" srcOrd="3" destOrd="0" presId="urn:microsoft.com/office/officeart/2018/2/layout/IconVerticalSolidList"/>
    <dgm:cxn modelId="{85688195-2755-4BEE-B0AA-85913DBAFA5B}" type="presParOf" srcId="{62093AF9-987B-4E73-BA10-6AD317C1A8D6}" destId="{DF1BBCF7-6C6D-4DEF-8EF5-01A161006A75}" srcOrd="3" destOrd="0" presId="urn:microsoft.com/office/officeart/2018/2/layout/IconVerticalSolidList"/>
    <dgm:cxn modelId="{A7F36ADF-2088-4B21-89D7-F0DB945BE0AA}" type="presParOf" srcId="{62093AF9-987B-4E73-BA10-6AD317C1A8D6}" destId="{E82C15BA-156F-4471-A0C9-375FAB4098EF}" srcOrd="4" destOrd="0" presId="urn:microsoft.com/office/officeart/2018/2/layout/IconVerticalSolidList"/>
    <dgm:cxn modelId="{12B9D410-0B20-4F65-A795-D9AD18F83339}" type="presParOf" srcId="{E82C15BA-156F-4471-A0C9-375FAB4098EF}" destId="{02402209-756A-4507-91B5-200FCE2410E9}" srcOrd="0" destOrd="0" presId="urn:microsoft.com/office/officeart/2018/2/layout/IconVerticalSolidList"/>
    <dgm:cxn modelId="{DBEF3CF5-3811-409E-82F2-8912B2B31392}" type="presParOf" srcId="{E82C15BA-156F-4471-A0C9-375FAB4098EF}" destId="{EEFF3B47-B69A-4A68-B1F8-8571BF0FB421}" srcOrd="1" destOrd="0" presId="urn:microsoft.com/office/officeart/2018/2/layout/IconVerticalSolidList"/>
    <dgm:cxn modelId="{C4ABF7C6-0D5F-4A8B-8ED5-4499C212B818}" type="presParOf" srcId="{E82C15BA-156F-4471-A0C9-375FAB4098EF}" destId="{C694414D-11C6-4441-8F41-10B72565CBBE}" srcOrd="2" destOrd="0" presId="urn:microsoft.com/office/officeart/2018/2/layout/IconVerticalSolidList"/>
    <dgm:cxn modelId="{4589652D-1D1D-42ED-B6E0-F5811AEFDAAA}" type="presParOf" srcId="{E82C15BA-156F-4471-A0C9-375FAB4098EF}" destId="{1856F7B0-D263-48DE-A871-4FA8C40F5083}" srcOrd="3" destOrd="0" presId="urn:microsoft.com/office/officeart/2018/2/layout/IconVerticalSolidList"/>
    <dgm:cxn modelId="{845B9F1A-D596-4C1C-8BB3-02B746CC84FF}" type="presParOf" srcId="{62093AF9-987B-4E73-BA10-6AD317C1A8D6}" destId="{F704B705-17AE-45E1-8EE7-4E83488031D0}" srcOrd="5" destOrd="0" presId="urn:microsoft.com/office/officeart/2018/2/layout/IconVerticalSolidList"/>
    <dgm:cxn modelId="{0B0994BD-D616-428F-8ACA-0C8FEDFDFAB2}" type="presParOf" srcId="{62093AF9-987B-4E73-BA10-6AD317C1A8D6}" destId="{D6BBE244-3616-46C7-AEA6-0BD8F5D62E82}" srcOrd="6" destOrd="0" presId="urn:microsoft.com/office/officeart/2018/2/layout/IconVerticalSolidList"/>
    <dgm:cxn modelId="{11A38CA7-2BB8-40CC-A265-4BB5D5652503}" type="presParOf" srcId="{D6BBE244-3616-46C7-AEA6-0BD8F5D62E82}" destId="{261C645E-2B07-4BCF-ACF2-DC7DF75F37B0}" srcOrd="0" destOrd="0" presId="urn:microsoft.com/office/officeart/2018/2/layout/IconVerticalSolidList"/>
    <dgm:cxn modelId="{479BB8B9-9D31-49D7-B67C-03F585AE8982}" type="presParOf" srcId="{D6BBE244-3616-46C7-AEA6-0BD8F5D62E82}" destId="{F4661971-127A-47B3-9802-CF8588D10A6C}" srcOrd="1" destOrd="0" presId="urn:microsoft.com/office/officeart/2018/2/layout/IconVerticalSolidList"/>
    <dgm:cxn modelId="{A400392A-BA01-41A2-A5D6-742826D1F409}" type="presParOf" srcId="{D6BBE244-3616-46C7-AEA6-0BD8F5D62E82}" destId="{1FCE58CF-D43C-496B-B259-671A85F2EF9B}" srcOrd="2" destOrd="0" presId="urn:microsoft.com/office/officeart/2018/2/layout/IconVerticalSolidList"/>
    <dgm:cxn modelId="{84B38E9A-630C-4B4C-A10E-3FFD63D87F8A}" type="presParOf" srcId="{D6BBE244-3616-46C7-AEA6-0BD8F5D62E82}" destId="{A260C031-E1E9-4440-912C-A088A4223B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5BCDEE-57A8-4C16-9022-63FD0E10E2C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5AE089-93F2-4431-88C3-A175C23FE1F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000" dirty="0"/>
            <a:t>Criação de processo;</a:t>
          </a:r>
          <a:endParaRPr lang="en-US" sz="2000" dirty="0"/>
        </a:p>
      </dgm:t>
    </dgm:pt>
    <dgm:pt modelId="{04E9B284-CD91-4EEE-8F5A-7711774FA25A}" type="parTrans" cxnId="{9551ABE4-4E3F-4112-A82A-AA6752FA3DA3}">
      <dgm:prSet/>
      <dgm:spPr/>
      <dgm:t>
        <a:bodyPr/>
        <a:lstStyle/>
        <a:p>
          <a:endParaRPr lang="en-US"/>
        </a:p>
      </dgm:t>
    </dgm:pt>
    <dgm:pt modelId="{548B6935-EE5D-4CE9-A9A0-7E99E6410460}" type="sibTrans" cxnId="{9551ABE4-4E3F-4112-A82A-AA6752FA3DA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E5E0EF-8126-4BF2-B3C8-D038C71C245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000" dirty="0"/>
            <a:t>Destruição de processo;</a:t>
          </a:r>
          <a:endParaRPr lang="en-US" sz="2000" dirty="0"/>
        </a:p>
      </dgm:t>
    </dgm:pt>
    <dgm:pt modelId="{898E0B27-6A5A-4E9B-86AC-5BCA242859AA}" type="parTrans" cxnId="{09B38477-ADE8-44A3-B184-33707A75D65C}">
      <dgm:prSet/>
      <dgm:spPr/>
      <dgm:t>
        <a:bodyPr/>
        <a:lstStyle/>
        <a:p>
          <a:endParaRPr lang="en-US"/>
        </a:p>
      </dgm:t>
    </dgm:pt>
    <dgm:pt modelId="{728C0728-B6A6-41A3-A3A8-E2410C3F022B}" type="sibTrans" cxnId="{09B38477-ADE8-44A3-B184-33707A75D65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5BAFCD6-8A83-486D-BB68-40362791FF9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000" dirty="0"/>
            <a:t>Alteração da prioridade do processo;</a:t>
          </a:r>
          <a:endParaRPr lang="en-US" sz="2000" dirty="0"/>
        </a:p>
      </dgm:t>
    </dgm:pt>
    <dgm:pt modelId="{E2E0ACF0-931C-47C1-BE87-2C24D2243F7E}" type="parTrans" cxnId="{37B958EF-FF24-4C04-9AB6-DB085DC19A44}">
      <dgm:prSet/>
      <dgm:spPr/>
      <dgm:t>
        <a:bodyPr/>
        <a:lstStyle/>
        <a:p>
          <a:endParaRPr lang="en-US"/>
        </a:p>
      </dgm:t>
    </dgm:pt>
    <dgm:pt modelId="{040A655B-0C5C-45CE-A231-4BFE578F6908}" type="sibTrans" cxnId="{37B958EF-FF24-4C04-9AB6-DB085DC19A4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D4DF93-6611-4110-9E27-84D2D71C89D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000" dirty="0"/>
            <a:t>Mecanismos de comunicação </a:t>
          </a:r>
          <a:r>
            <a:rPr lang="pt-BR" sz="2000" dirty="0" err="1"/>
            <a:t>interprocessos</a:t>
          </a:r>
          <a:r>
            <a:rPr lang="pt-BR" sz="2000" dirty="0"/>
            <a:t>;</a:t>
          </a:r>
          <a:endParaRPr lang="en-US" sz="2000" dirty="0"/>
        </a:p>
      </dgm:t>
    </dgm:pt>
    <dgm:pt modelId="{59AFB824-8D2F-4A0A-B8CB-3EFFA4155746}" type="parTrans" cxnId="{669AB8DE-7620-4F3A-8229-BC4C5B34D79C}">
      <dgm:prSet/>
      <dgm:spPr/>
      <dgm:t>
        <a:bodyPr/>
        <a:lstStyle/>
        <a:p>
          <a:endParaRPr lang="en-US"/>
        </a:p>
      </dgm:t>
    </dgm:pt>
    <dgm:pt modelId="{12476A36-0492-441E-8601-DE37CB17E9E9}" type="sibTrans" cxnId="{669AB8DE-7620-4F3A-8229-BC4C5B34D79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0B1B0B7-560A-4EBB-84A3-BB04690A954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000" dirty="0"/>
            <a:t>Mecanismos de sincronização de processos.</a:t>
          </a:r>
          <a:endParaRPr lang="en-US" sz="2000" dirty="0"/>
        </a:p>
      </dgm:t>
    </dgm:pt>
    <dgm:pt modelId="{E35CC2FB-1EDE-4C03-BD74-A6D3544F3CE1}" type="parTrans" cxnId="{A287AD60-81D7-4EA9-B4AF-57E011BA3DBD}">
      <dgm:prSet/>
      <dgm:spPr/>
      <dgm:t>
        <a:bodyPr/>
        <a:lstStyle/>
        <a:p>
          <a:endParaRPr lang="en-US"/>
        </a:p>
      </dgm:t>
    </dgm:pt>
    <dgm:pt modelId="{EC4DF712-B501-4FFC-8E84-5AA91F400588}" type="sibTrans" cxnId="{A287AD60-81D7-4EA9-B4AF-57E011BA3DBD}">
      <dgm:prSet/>
      <dgm:spPr/>
      <dgm:t>
        <a:bodyPr/>
        <a:lstStyle/>
        <a:p>
          <a:endParaRPr lang="en-US"/>
        </a:p>
      </dgm:t>
    </dgm:pt>
    <dgm:pt modelId="{C17E7291-6FBE-4D64-935E-E7F430C26489}" type="pres">
      <dgm:prSet presAssocID="{DA5BCDEE-57A8-4C16-9022-63FD0E10E2C5}" presName="root" presStyleCnt="0">
        <dgm:presLayoutVars>
          <dgm:dir/>
          <dgm:resizeHandles val="exact"/>
        </dgm:presLayoutVars>
      </dgm:prSet>
      <dgm:spPr/>
    </dgm:pt>
    <dgm:pt modelId="{C5A4BA03-7465-44F6-9ED0-A298AC6A0B39}" type="pres">
      <dgm:prSet presAssocID="{DA5BCDEE-57A8-4C16-9022-63FD0E10E2C5}" presName="container" presStyleCnt="0">
        <dgm:presLayoutVars>
          <dgm:dir/>
          <dgm:resizeHandles val="exact"/>
        </dgm:presLayoutVars>
      </dgm:prSet>
      <dgm:spPr/>
    </dgm:pt>
    <dgm:pt modelId="{F4D6AF93-2FA3-4726-B303-E7837E990737}" type="pres">
      <dgm:prSet presAssocID="{0B5AE089-93F2-4431-88C3-A175C23FE1F5}" presName="compNode" presStyleCnt="0"/>
      <dgm:spPr/>
    </dgm:pt>
    <dgm:pt modelId="{DFCD9133-E82B-420C-9BA2-69C6284BC202}" type="pres">
      <dgm:prSet presAssocID="{0B5AE089-93F2-4431-88C3-A175C23FE1F5}" presName="iconBgRect" presStyleLbl="bgShp" presStyleIdx="0" presStyleCnt="5"/>
      <dgm:spPr/>
    </dgm:pt>
    <dgm:pt modelId="{73AE66C5-AEF3-43BE-873B-2CD1BEEEAFB5}" type="pres">
      <dgm:prSet presAssocID="{0B5AE089-93F2-4431-88C3-A175C23FE1F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xo de trabalho"/>
        </a:ext>
      </dgm:extLst>
    </dgm:pt>
    <dgm:pt modelId="{1702441F-722A-48F0-A737-040992ECC5C5}" type="pres">
      <dgm:prSet presAssocID="{0B5AE089-93F2-4431-88C3-A175C23FE1F5}" presName="spaceRect" presStyleCnt="0"/>
      <dgm:spPr/>
    </dgm:pt>
    <dgm:pt modelId="{F9B399D2-9626-416C-B997-97742C548182}" type="pres">
      <dgm:prSet presAssocID="{0B5AE089-93F2-4431-88C3-A175C23FE1F5}" presName="textRect" presStyleLbl="revTx" presStyleIdx="0" presStyleCnt="5">
        <dgm:presLayoutVars>
          <dgm:chMax val="1"/>
          <dgm:chPref val="1"/>
        </dgm:presLayoutVars>
      </dgm:prSet>
      <dgm:spPr/>
    </dgm:pt>
    <dgm:pt modelId="{21F1ED09-7524-4A31-BCC3-BE961BF872AE}" type="pres">
      <dgm:prSet presAssocID="{548B6935-EE5D-4CE9-A9A0-7E99E6410460}" presName="sibTrans" presStyleLbl="sibTrans2D1" presStyleIdx="0" presStyleCnt="0"/>
      <dgm:spPr/>
    </dgm:pt>
    <dgm:pt modelId="{8EEE6E5C-8C21-464D-B890-752A4981C4CB}" type="pres">
      <dgm:prSet presAssocID="{96E5E0EF-8126-4BF2-B3C8-D038C71C245B}" presName="compNode" presStyleCnt="0"/>
      <dgm:spPr/>
    </dgm:pt>
    <dgm:pt modelId="{82A20A8E-F9FE-4B6F-A9B0-C910DB0DE837}" type="pres">
      <dgm:prSet presAssocID="{96E5E0EF-8126-4BF2-B3C8-D038C71C245B}" presName="iconBgRect" presStyleLbl="bgShp" presStyleIdx="1" presStyleCnt="5"/>
      <dgm:spPr/>
    </dgm:pt>
    <dgm:pt modelId="{0AC9959E-66C0-4F40-8A0C-0FBF8267B93D}" type="pres">
      <dgm:prSet presAssocID="{96E5E0EF-8126-4BF2-B3C8-D038C71C245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cador de documento com preenchimento sólido"/>
        </a:ext>
      </dgm:extLst>
    </dgm:pt>
    <dgm:pt modelId="{4C5AF22D-A7B4-4F91-A202-43CD542C4E21}" type="pres">
      <dgm:prSet presAssocID="{96E5E0EF-8126-4BF2-B3C8-D038C71C245B}" presName="spaceRect" presStyleCnt="0"/>
      <dgm:spPr/>
    </dgm:pt>
    <dgm:pt modelId="{FEFB09F4-31B4-4374-B2B1-54748A76B2D0}" type="pres">
      <dgm:prSet presAssocID="{96E5E0EF-8126-4BF2-B3C8-D038C71C245B}" presName="textRect" presStyleLbl="revTx" presStyleIdx="1" presStyleCnt="5">
        <dgm:presLayoutVars>
          <dgm:chMax val="1"/>
          <dgm:chPref val="1"/>
        </dgm:presLayoutVars>
      </dgm:prSet>
      <dgm:spPr/>
    </dgm:pt>
    <dgm:pt modelId="{1B60AAD8-91B5-4968-8036-98428705F14C}" type="pres">
      <dgm:prSet presAssocID="{728C0728-B6A6-41A3-A3A8-E2410C3F022B}" presName="sibTrans" presStyleLbl="sibTrans2D1" presStyleIdx="0" presStyleCnt="0"/>
      <dgm:spPr/>
    </dgm:pt>
    <dgm:pt modelId="{F9DF0D4B-7E59-4AD5-946B-0D95D12C3319}" type="pres">
      <dgm:prSet presAssocID="{F5BAFCD6-8A83-486D-BB68-40362791FF93}" presName="compNode" presStyleCnt="0"/>
      <dgm:spPr/>
    </dgm:pt>
    <dgm:pt modelId="{F9CBEFDE-FE06-4D84-B82D-9F3930A80E70}" type="pres">
      <dgm:prSet presAssocID="{F5BAFCD6-8A83-486D-BB68-40362791FF93}" presName="iconBgRect" presStyleLbl="bgShp" presStyleIdx="2" presStyleCnt="5"/>
      <dgm:spPr/>
    </dgm:pt>
    <dgm:pt modelId="{7BD20D18-D411-42F9-846D-6F714A8A4CD3}" type="pres">
      <dgm:prSet presAssocID="{F5BAFCD6-8A83-486D-BB68-40362791FF9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ioridades com preenchimento sólido"/>
        </a:ext>
      </dgm:extLst>
    </dgm:pt>
    <dgm:pt modelId="{70DE4CCF-10B3-44C1-851F-740449AAA062}" type="pres">
      <dgm:prSet presAssocID="{F5BAFCD6-8A83-486D-BB68-40362791FF93}" presName="spaceRect" presStyleCnt="0"/>
      <dgm:spPr/>
    </dgm:pt>
    <dgm:pt modelId="{BF4978F3-329D-4004-B4FA-D691B4FB471D}" type="pres">
      <dgm:prSet presAssocID="{F5BAFCD6-8A83-486D-BB68-40362791FF93}" presName="textRect" presStyleLbl="revTx" presStyleIdx="2" presStyleCnt="5">
        <dgm:presLayoutVars>
          <dgm:chMax val="1"/>
          <dgm:chPref val="1"/>
        </dgm:presLayoutVars>
      </dgm:prSet>
      <dgm:spPr/>
    </dgm:pt>
    <dgm:pt modelId="{86D44F3E-2248-4C3A-8A90-BF04F380464C}" type="pres">
      <dgm:prSet presAssocID="{040A655B-0C5C-45CE-A231-4BFE578F6908}" presName="sibTrans" presStyleLbl="sibTrans2D1" presStyleIdx="0" presStyleCnt="0"/>
      <dgm:spPr/>
    </dgm:pt>
    <dgm:pt modelId="{ACBD118B-E137-4FC4-9B3B-160EA877507B}" type="pres">
      <dgm:prSet presAssocID="{33D4DF93-6611-4110-9E27-84D2D71C89DD}" presName="compNode" presStyleCnt="0"/>
      <dgm:spPr/>
    </dgm:pt>
    <dgm:pt modelId="{D6E7128A-13A6-434F-B3EF-E7402B8BC28D}" type="pres">
      <dgm:prSet presAssocID="{33D4DF93-6611-4110-9E27-84D2D71C89DD}" presName="iconBgRect" presStyleLbl="bgShp" presStyleIdx="3" presStyleCnt="5"/>
      <dgm:spPr/>
    </dgm:pt>
    <dgm:pt modelId="{9B1C5BDC-2632-476D-B2D7-A11FEBFA6C58}" type="pres">
      <dgm:prSet presAssocID="{33D4DF93-6611-4110-9E27-84D2D71C89D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estrutura de tópicos"/>
        </a:ext>
      </dgm:extLst>
    </dgm:pt>
    <dgm:pt modelId="{C0B25B7F-8CA0-4186-9135-6241E2F67DFB}" type="pres">
      <dgm:prSet presAssocID="{33D4DF93-6611-4110-9E27-84D2D71C89DD}" presName="spaceRect" presStyleCnt="0"/>
      <dgm:spPr/>
    </dgm:pt>
    <dgm:pt modelId="{AF9034B8-589A-47CB-84C0-A8B23CC9D65D}" type="pres">
      <dgm:prSet presAssocID="{33D4DF93-6611-4110-9E27-84D2D71C89DD}" presName="textRect" presStyleLbl="revTx" presStyleIdx="3" presStyleCnt="5">
        <dgm:presLayoutVars>
          <dgm:chMax val="1"/>
          <dgm:chPref val="1"/>
        </dgm:presLayoutVars>
      </dgm:prSet>
      <dgm:spPr/>
    </dgm:pt>
    <dgm:pt modelId="{6BDF4532-D89A-4A88-8518-3EAC5BF359B0}" type="pres">
      <dgm:prSet presAssocID="{12476A36-0492-441E-8601-DE37CB17E9E9}" presName="sibTrans" presStyleLbl="sibTrans2D1" presStyleIdx="0" presStyleCnt="0"/>
      <dgm:spPr/>
    </dgm:pt>
    <dgm:pt modelId="{BD344B77-37FD-4DDA-8782-A8D870B899FB}" type="pres">
      <dgm:prSet presAssocID="{70B1B0B7-560A-4EBB-84A3-BB04690A9548}" presName="compNode" presStyleCnt="0"/>
      <dgm:spPr/>
    </dgm:pt>
    <dgm:pt modelId="{BC77D73B-CC9D-4EEB-BBFE-57561E66A609}" type="pres">
      <dgm:prSet presAssocID="{70B1B0B7-560A-4EBB-84A3-BB04690A9548}" presName="iconBgRect" presStyleLbl="bgShp" presStyleIdx="4" presStyleCnt="5" custLinFactX="192627" custLinFactNeighborX="200000" custLinFactNeighborY="-15464"/>
      <dgm:spPr/>
    </dgm:pt>
    <dgm:pt modelId="{9C053986-5D81-45C8-AFF7-7BA79C2CFF11}" type="pres">
      <dgm:prSet presAssocID="{70B1B0B7-560A-4EBB-84A3-BB04690A9548}" presName="iconRect" presStyleLbl="node1" presStyleIdx="4" presStyleCnt="5" custLinFactX="300000" custLinFactNeighborX="376943" custLinFactNeighborY="-26662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D47D6D07-E0FD-4FC4-8681-7584780E0206}" type="pres">
      <dgm:prSet presAssocID="{70B1B0B7-560A-4EBB-84A3-BB04690A9548}" presName="spaceRect" presStyleCnt="0"/>
      <dgm:spPr/>
    </dgm:pt>
    <dgm:pt modelId="{E10D73F8-2E23-42B5-96BC-2E099702BF6D}" type="pres">
      <dgm:prSet presAssocID="{70B1B0B7-560A-4EBB-84A3-BB04690A9548}" presName="textRect" presStyleLbl="revTx" presStyleIdx="4" presStyleCnt="5" custLinFactX="66569" custLinFactNeighborX="100000" custLinFactNeighborY="-15464">
        <dgm:presLayoutVars>
          <dgm:chMax val="1"/>
          <dgm:chPref val="1"/>
        </dgm:presLayoutVars>
      </dgm:prSet>
      <dgm:spPr/>
    </dgm:pt>
  </dgm:ptLst>
  <dgm:cxnLst>
    <dgm:cxn modelId="{FB96A41D-B866-4DB9-B683-9F513B3FA7B4}" type="presOf" srcId="{70B1B0B7-560A-4EBB-84A3-BB04690A9548}" destId="{E10D73F8-2E23-42B5-96BC-2E099702BF6D}" srcOrd="0" destOrd="0" presId="urn:microsoft.com/office/officeart/2018/2/layout/IconCircleList"/>
    <dgm:cxn modelId="{A287AD60-81D7-4EA9-B4AF-57E011BA3DBD}" srcId="{DA5BCDEE-57A8-4C16-9022-63FD0E10E2C5}" destId="{70B1B0B7-560A-4EBB-84A3-BB04690A9548}" srcOrd="4" destOrd="0" parTransId="{E35CC2FB-1EDE-4C03-BD74-A6D3544F3CE1}" sibTransId="{EC4DF712-B501-4FFC-8E84-5AA91F400588}"/>
    <dgm:cxn modelId="{FD350A41-E803-49AC-B310-89A9C33D04F6}" type="presOf" srcId="{040A655B-0C5C-45CE-A231-4BFE578F6908}" destId="{86D44F3E-2248-4C3A-8A90-BF04F380464C}" srcOrd="0" destOrd="0" presId="urn:microsoft.com/office/officeart/2018/2/layout/IconCircleList"/>
    <dgm:cxn modelId="{A056384E-A8EE-4D21-97A5-D7CC90E938FB}" type="presOf" srcId="{12476A36-0492-441E-8601-DE37CB17E9E9}" destId="{6BDF4532-D89A-4A88-8518-3EAC5BF359B0}" srcOrd="0" destOrd="0" presId="urn:microsoft.com/office/officeart/2018/2/layout/IconCircleList"/>
    <dgm:cxn modelId="{1A600574-A9BB-4EF9-A025-269A3DFFA669}" type="presOf" srcId="{33D4DF93-6611-4110-9E27-84D2D71C89DD}" destId="{AF9034B8-589A-47CB-84C0-A8B23CC9D65D}" srcOrd="0" destOrd="0" presId="urn:microsoft.com/office/officeart/2018/2/layout/IconCircleList"/>
    <dgm:cxn modelId="{3DEF9976-F2B1-49BB-834F-9FFFDFD4AA7B}" type="presOf" srcId="{F5BAFCD6-8A83-486D-BB68-40362791FF93}" destId="{BF4978F3-329D-4004-B4FA-D691B4FB471D}" srcOrd="0" destOrd="0" presId="urn:microsoft.com/office/officeart/2018/2/layout/IconCircleList"/>
    <dgm:cxn modelId="{09B38477-ADE8-44A3-B184-33707A75D65C}" srcId="{DA5BCDEE-57A8-4C16-9022-63FD0E10E2C5}" destId="{96E5E0EF-8126-4BF2-B3C8-D038C71C245B}" srcOrd="1" destOrd="0" parTransId="{898E0B27-6A5A-4E9B-86AC-5BCA242859AA}" sibTransId="{728C0728-B6A6-41A3-A3A8-E2410C3F022B}"/>
    <dgm:cxn modelId="{C340529B-6BEB-4446-8D73-51FF1947DE39}" type="presOf" srcId="{96E5E0EF-8126-4BF2-B3C8-D038C71C245B}" destId="{FEFB09F4-31B4-4374-B2B1-54748A76B2D0}" srcOrd="0" destOrd="0" presId="urn:microsoft.com/office/officeart/2018/2/layout/IconCircleList"/>
    <dgm:cxn modelId="{F55B50A5-4D5C-4068-B29E-9C38202CF7E1}" type="presOf" srcId="{728C0728-B6A6-41A3-A3A8-E2410C3F022B}" destId="{1B60AAD8-91B5-4968-8036-98428705F14C}" srcOrd="0" destOrd="0" presId="urn:microsoft.com/office/officeart/2018/2/layout/IconCircleList"/>
    <dgm:cxn modelId="{DAC453CA-CEB8-4C60-8729-F94362D5A779}" type="presOf" srcId="{548B6935-EE5D-4CE9-A9A0-7E99E6410460}" destId="{21F1ED09-7524-4A31-BCC3-BE961BF872AE}" srcOrd="0" destOrd="0" presId="urn:microsoft.com/office/officeart/2018/2/layout/IconCircleList"/>
    <dgm:cxn modelId="{550871D5-4E2B-4A2E-AA7D-DFB9E7028CD1}" type="presOf" srcId="{DA5BCDEE-57A8-4C16-9022-63FD0E10E2C5}" destId="{C17E7291-6FBE-4D64-935E-E7F430C26489}" srcOrd="0" destOrd="0" presId="urn:microsoft.com/office/officeart/2018/2/layout/IconCircleList"/>
    <dgm:cxn modelId="{669AB8DE-7620-4F3A-8229-BC4C5B34D79C}" srcId="{DA5BCDEE-57A8-4C16-9022-63FD0E10E2C5}" destId="{33D4DF93-6611-4110-9E27-84D2D71C89DD}" srcOrd="3" destOrd="0" parTransId="{59AFB824-8D2F-4A0A-B8CB-3EFFA4155746}" sibTransId="{12476A36-0492-441E-8601-DE37CB17E9E9}"/>
    <dgm:cxn modelId="{9551ABE4-4E3F-4112-A82A-AA6752FA3DA3}" srcId="{DA5BCDEE-57A8-4C16-9022-63FD0E10E2C5}" destId="{0B5AE089-93F2-4431-88C3-A175C23FE1F5}" srcOrd="0" destOrd="0" parTransId="{04E9B284-CD91-4EEE-8F5A-7711774FA25A}" sibTransId="{548B6935-EE5D-4CE9-A9A0-7E99E6410460}"/>
    <dgm:cxn modelId="{37B958EF-FF24-4C04-9AB6-DB085DC19A44}" srcId="{DA5BCDEE-57A8-4C16-9022-63FD0E10E2C5}" destId="{F5BAFCD6-8A83-486D-BB68-40362791FF93}" srcOrd="2" destOrd="0" parTransId="{E2E0ACF0-931C-47C1-BE87-2C24D2243F7E}" sibTransId="{040A655B-0C5C-45CE-A231-4BFE578F6908}"/>
    <dgm:cxn modelId="{FFFCEEF5-CAB7-4B8C-8071-F7492228E192}" type="presOf" srcId="{0B5AE089-93F2-4431-88C3-A175C23FE1F5}" destId="{F9B399D2-9626-416C-B997-97742C548182}" srcOrd="0" destOrd="0" presId="urn:microsoft.com/office/officeart/2018/2/layout/IconCircleList"/>
    <dgm:cxn modelId="{20D16755-3565-4D6B-8003-AA3C35990D89}" type="presParOf" srcId="{C17E7291-6FBE-4D64-935E-E7F430C26489}" destId="{C5A4BA03-7465-44F6-9ED0-A298AC6A0B39}" srcOrd="0" destOrd="0" presId="urn:microsoft.com/office/officeart/2018/2/layout/IconCircleList"/>
    <dgm:cxn modelId="{4C730022-DA6C-4B98-991A-10D0A69E32AC}" type="presParOf" srcId="{C5A4BA03-7465-44F6-9ED0-A298AC6A0B39}" destId="{F4D6AF93-2FA3-4726-B303-E7837E990737}" srcOrd="0" destOrd="0" presId="urn:microsoft.com/office/officeart/2018/2/layout/IconCircleList"/>
    <dgm:cxn modelId="{25E7B1B9-87E6-4587-AAC8-FBCA8CD9A81E}" type="presParOf" srcId="{F4D6AF93-2FA3-4726-B303-E7837E990737}" destId="{DFCD9133-E82B-420C-9BA2-69C6284BC202}" srcOrd="0" destOrd="0" presId="urn:microsoft.com/office/officeart/2018/2/layout/IconCircleList"/>
    <dgm:cxn modelId="{DE500B65-D9EE-47FC-9DB7-51EA7E496F22}" type="presParOf" srcId="{F4D6AF93-2FA3-4726-B303-E7837E990737}" destId="{73AE66C5-AEF3-43BE-873B-2CD1BEEEAFB5}" srcOrd="1" destOrd="0" presId="urn:microsoft.com/office/officeart/2018/2/layout/IconCircleList"/>
    <dgm:cxn modelId="{922FB4C7-3EA1-42B3-9B2B-9DDA035BC5F9}" type="presParOf" srcId="{F4D6AF93-2FA3-4726-B303-E7837E990737}" destId="{1702441F-722A-48F0-A737-040992ECC5C5}" srcOrd="2" destOrd="0" presId="urn:microsoft.com/office/officeart/2018/2/layout/IconCircleList"/>
    <dgm:cxn modelId="{EC989749-C601-4739-BBD7-E014103E3B39}" type="presParOf" srcId="{F4D6AF93-2FA3-4726-B303-E7837E990737}" destId="{F9B399D2-9626-416C-B997-97742C548182}" srcOrd="3" destOrd="0" presId="urn:microsoft.com/office/officeart/2018/2/layout/IconCircleList"/>
    <dgm:cxn modelId="{98F6105D-FC08-4F7B-84DA-50A28F383125}" type="presParOf" srcId="{C5A4BA03-7465-44F6-9ED0-A298AC6A0B39}" destId="{21F1ED09-7524-4A31-BCC3-BE961BF872AE}" srcOrd="1" destOrd="0" presId="urn:microsoft.com/office/officeart/2018/2/layout/IconCircleList"/>
    <dgm:cxn modelId="{7E57F47B-4D2B-46E1-BBC5-529CE3039F2B}" type="presParOf" srcId="{C5A4BA03-7465-44F6-9ED0-A298AC6A0B39}" destId="{8EEE6E5C-8C21-464D-B890-752A4981C4CB}" srcOrd="2" destOrd="0" presId="urn:microsoft.com/office/officeart/2018/2/layout/IconCircleList"/>
    <dgm:cxn modelId="{EB56AE8D-76B3-4AC2-B32D-5FEE2710B68B}" type="presParOf" srcId="{8EEE6E5C-8C21-464D-B890-752A4981C4CB}" destId="{82A20A8E-F9FE-4B6F-A9B0-C910DB0DE837}" srcOrd="0" destOrd="0" presId="urn:microsoft.com/office/officeart/2018/2/layout/IconCircleList"/>
    <dgm:cxn modelId="{3AAC4B42-AD3E-4B48-AC4C-FB27017B331B}" type="presParOf" srcId="{8EEE6E5C-8C21-464D-B890-752A4981C4CB}" destId="{0AC9959E-66C0-4F40-8A0C-0FBF8267B93D}" srcOrd="1" destOrd="0" presId="urn:microsoft.com/office/officeart/2018/2/layout/IconCircleList"/>
    <dgm:cxn modelId="{C29D1ACD-2416-41A7-9CB7-9F73C0A2EA2C}" type="presParOf" srcId="{8EEE6E5C-8C21-464D-B890-752A4981C4CB}" destId="{4C5AF22D-A7B4-4F91-A202-43CD542C4E21}" srcOrd="2" destOrd="0" presId="urn:microsoft.com/office/officeart/2018/2/layout/IconCircleList"/>
    <dgm:cxn modelId="{013827F6-D2A4-4E2B-9496-935FA9405FE3}" type="presParOf" srcId="{8EEE6E5C-8C21-464D-B890-752A4981C4CB}" destId="{FEFB09F4-31B4-4374-B2B1-54748A76B2D0}" srcOrd="3" destOrd="0" presId="urn:microsoft.com/office/officeart/2018/2/layout/IconCircleList"/>
    <dgm:cxn modelId="{E436A793-4847-4190-9E22-4A5E040B214C}" type="presParOf" srcId="{C5A4BA03-7465-44F6-9ED0-A298AC6A0B39}" destId="{1B60AAD8-91B5-4968-8036-98428705F14C}" srcOrd="3" destOrd="0" presId="urn:microsoft.com/office/officeart/2018/2/layout/IconCircleList"/>
    <dgm:cxn modelId="{41323721-34E4-4141-94EA-09D10D63D7F1}" type="presParOf" srcId="{C5A4BA03-7465-44F6-9ED0-A298AC6A0B39}" destId="{F9DF0D4B-7E59-4AD5-946B-0D95D12C3319}" srcOrd="4" destOrd="0" presId="urn:microsoft.com/office/officeart/2018/2/layout/IconCircleList"/>
    <dgm:cxn modelId="{8C73C44A-EC8A-41B0-BC3B-BD75AE3C5A6C}" type="presParOf" srcId="{F9DF0D4B-7E59-4AD5-946B-0D95D12C3319}" destId="{F9CBEFDE-FE06-4D84-B82D-9F3930A80E70}" srcOrd="0" destOrd="0" presId="urn:microsoft.com/office/officeart/2018/2/layout/IconCircleList"/>
    <dgm:cxn modelId="{DB2656E0-9CFE-4093-8EF9-FB605AF36260}" type="presParOf" srcId="{F9DF0D4B-7E59-4AD5-946B-0D95D12C3319}" destId="{7BD20D18-D411-42F9-846D-6F714A8A4CD3}" srcOrd="1" destOrd="0" presId="urn:microsoft.com/office/officeart/2018/2/layout/IconCircleList"/>
    <dgm:cxn modelId="{7AE2EF60-FEF5-4C0E-BAF0-4F59B76B6C18}" type="presParOf" srcId="{F9DF0D4B-7E59-4AD5-946B-0D95D12C3319}" destId="{70DE4CCF-10B3-44C1-851F-740449AAA062}" srcOrd="2" destOrd="0" presId="urn:microsoft.com/office/officeart/2018/2/layout/IconCircleList"/>
    <dgm:cxn modelId="{734699D1-0E88-488A-AD23-4356C32E9995}" type="presParOf" srcId="{F9DF0D4B-7E59-4AD5-946B-0D95D12C3319}" destId="{BF4978F3-329D-4004-B4FA-D691B4FB471D}" srcOrd="3" destOrd="0" presId="urn:microsoft.com/office/officeart/2018/2/layout/IconCircleList"/>
    <dgm:cxn modelId="{AD028586-B3A6-4A93-9685-52B0F0DF9C27}" type="presParOf" srcId="{C5A4BA03-7465-44F6-9ED0-A298AC6A0B39}" destId="{86D44F3E-2248-4C3A-8A90-BF04F380464C}" srcOrd="5" destOrd="0" presId="urn:microsoft.com/office/officeart/2018/2/layout/IconCircleList"/>
    <dgm:cxn modelId="{15966AD9-2935-4141-B0B7-2E89BFA0472D}" type="presParOf" srcId="{C5A4BA03-7465-44F6-9ED0-A298AC6A0B39}" destId="{ACBD118B-E137-4FC4-9B3B-160EA877507B}" srcOrd="6" destOrd="0" presId="urn:microsoft.com/office/officeart/2018/2/layout/IconCircleList"/>
    <dgm:cxn modelId="{8AD28E4F-967C-468B-952B-9738DBF3DCA5}" type="presParOf" srcId="{ACBD118B-E137-4FC4-9B3B-160EA877507B}" destId="{D6E7128A-13A6-434F-B3EF-E7402B8BC28D}" srcOrd="0" destOrd="0" presId="urn:microsoft.com/office/officeart/2018/2/layout/IconCircleList"/>
    <dgm:cxn modelId="{C02580AB-9774-4C04-8A5B-9B1AFA9F94A7}" type="presParOf" srcId="{ACBD118B-E137-4FC4-9B3B-160EA877507B}" destId="{9B1C5BDC-2632-476D-B2D7-A11FEBFA6C58}" srcOrd="1" destOrd="0" presId="urn:microsoft.com/office/officeart/2018/2/layout/IconCircleList"/>
    <dgm:cxn modelId="{510E75CC-DFBC-47ED-BC9F-96CCB5DB0429}" type="presParOf" srcId="{ACBD118B-E137-4FC4-9B3B-160EA877507B}" destId="{C0B25B7F-8CA0-4186-9135-6241E2F67DFB}" srcOrd="2" destOrd="0" presId="urn:microsoft.com/office/officeart/2018/2/layout/IconCircleList"/>
    <dgm:cxn modelId="{B3B3AF61-8724-4D17-B7AB-6706D1D7993A}" type="presParOf" srcId="{ACBD118B-E137-4FC4-9B3B-160EA877507B}" destId="{AF9034B8-589A-47CB-84C0-A8B23CC9D65D}" srcOrd="3" destOrd="0" presId="urn:microsoft.com/office/officeart/2018/2/layout/IconCircleList"/>
    <dgm:cxn modelId="{352050F8-B659-4BB0-B4EB-93B62245ED06}" type="presParOf" srcId="{C5A4BA03-7465-44F6-9ED0-A298AC6A0B39}" destId="{6BDF4532-D89A-4A88-8518-3EAC5BF359B0}" srcOrd="7" destOrd="0" presId="urn:microsoft.com/office/officeart/2018/2/layout/IconCircleList"/>
    <dgm:cxn modelId="{05DF24ED-E10C-4DCB-9262-AADFEA2E1167}" type="presParOf" srcId="{C5A4BA03-7465-44F6-9ED0-A298AC6A0B39}" destId="{BD344B77-37FD-4DDA-8782-A8D870B899FB}" srcOrd="8" destOrd="0" presId="urn:microsoft.com/office/officeart/2018/2/layout/IconCircleList"/>
    <dgm:cxn modelId="{C2DB474F-611D-4CCF-89FE-17B377BEB6E7}" type="presParOf" srcId="{BD344B77-37FD-4DDA-8782-A8D870B899FB}" destId="{BC77D73B-CC9D-4EEB-BBFE-57561E66A609}" srcOrd="0" destOrd="0" presId="urn:microsoft.com/office/officeart/2018/2/layout/IconCircleList"/>
    <dgm:cxn modelId="{675961C1-8DBD-491B-A7A3-D48866632C54}" type="presParOf" srcId="{BD344B77-37FD-4DDA-8782-A8D870B899FB}" destId="{9C053986-5D81-45C8-AFF7-7BA79C2CFF11}" srcOrd="1" destOrd="0" presId="urn:microsoft.com/office/officeart/2018/2/layout/IconCircleList"/>
    <dgm:cxn modelId="{DA1F44BC-5F11-4CFC-AAA2-2B32E41829DB}" type="presParOf" srcId="{BD344B77-37FD-4DDA-8782-A8D870B899FB}" destId="{D47D6D07-E0FD-4FC4-8681-7584780E0206}" srcOrd="2" destOrd="0" presId="urn:microsoft.com/office/officeart/2018/2/layout/IconCircleList"/>
    <dgm:cxn modelId="{D3EEF06D-C8E9-402D-80B7-BE6CDE6CD04E}" type="presParOf" srcId="{BD344B77-37FD-4DDA-8782-A8D870B899FB}" destId="{E10D73F8-2E23-42B5-96BC-2E099702BF6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4C8925-4EA3-44FA-A016-19EB528129C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E09D736-937B-4F45-BE0A-8349637A265E}">
      <dgm:prSet/>
      <dgm:spPr/>
      <dgm:t>
        <a:bodyPr/>
        <a:lstStyle/>
        <a:p>
          <a:r>
            <a:rPr lang="pt-BR"/>
            <a:t>Fornecer serviços que simplifiquem o desenvolvimento de aplicações</a:t>
          </a:r>
          <a:endParaRPr lang="en-US"/>
        </a:p>
      </dgm:t>
    </dgm:pt>
    <dgm:pt modelId="{274AB9D1-4529-4B8E-8CED-220C7FA80077}" type="parTrans" cxnId="{D7177C80-ABC5-46C3-8189-8984A27156CE}">
      <dgm:prSet/>
      <dgm:spPr/>
      <dgm:t>
        <a:bodyPr/>
        <a:lstStyle/>
        <a:p>
          <a:endParaRPr lang="en-US"/>
        </a:p>
      </dgm:t>
    </dgm:pt>
    <dgm:pt modelId="{D96D1312-BC71-464F-A784-F703567291C4}" type="sibTrans" cxnId="{D7177C80-ABC5-46C3-8189-8984A27156CE}">
      <dgm:prSet/>
      <dgm:spPr/>
      <dgm:t>
        <a:bodyPr/>
        <a:lstStyle/>
        <a:p>
          <a:endParaRPr lang="en-US"/>
        </a:p>
      </dgm:t>
    </dgm:pt>
    <dgm:pt modelId="{4962E807-94E6-43F0-A521-2C1650D2F40A}">
      <dgm:prSet/>
      <dgm:spPr/>
      <dgm:t>
        <a:bodyPr/>
        <a:lstStyle/>
        <a:p>
          <a:r>
            <a:rPr lang="pt-BR"/>
            <a:t>Os dispositivos de E/S muitas vezes são compartilhados entre vários processos</a:t>
          </a:r>
          <a:endParaRPr lang="en-US"/>
        </a:p>
      </dgm:t>
    </dgm:pt>
    <dgm:pt modelId="{62A64C36-36A8-4999-AF7B-D34B3E104BB2}" type="parTrans" cxnId="{49779961-2DA8-4EC5-8BA4-B59EBBDB0D53}">
      <dgm:prSet/>
      <dgm:spPr/>
      <dgm:t>
        <a:bodyPr/>
        <a:lstStyle/>
        <a:p>
          <a:endParaRPr lang="en-US"/>
        </a:p>
      </dgm:t>
    </dgm:pt>
    <dgm:pt modelId="{C94D5353-27DC-4DB3-A285-AD0D036A71E6}" type="sibTrans" cxnId="{49779961-2DA8-4EC5-8BA4-B59EBBDB0D53}">
      <dgm:prSet/>
      <dgm:spPr/>
      <dgm:t>
        <a:bodyPr/>
        <a:lstStyle/>
        <a:p>
          <a:endParaRPr lang="en-US"/>
        </a:p>
      </dgm:t>
    </dgm:pt>
    <dgm:pt modelId="{A1A5BA3A-8D1D-4CEB-8AD0-1E8879BD7EFD}" type="pres">
      <dgm:prSet presAssocID="{1D4C8925-4EA3-44FA-A016-19EB528129C4}" presName="root" presStyleCnt="0">
        <dgm:presLayoutVars>
          <dgm:dir/>
          <dgm:resizeHandles val="exact"/>
        </dgm:presLayoutVars>
      </dgm:prSet>
      <dgm:spPr/>
    </dgm:pt>
    <dgm:pt modelId="{D0AAD009-B0F2-450F-B5F0-4E1145878D88}" type="pres">
      <dgm:prSet presAssocID="{BE09D736-937B-4F45-BE0A-8349637A265E}" presName="compNode" presStyleCnt="0"/>
      <dgm:spPr/>
    </dgm:pt>
    <dgm:pt modelId="{3D952A86-EB93-4610-B4B3-2459B8E23197}" type="pres">
      <dgm:prSet presAssocID="{BE09D736-937B-4F45-BE0A-8349637A265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face do Usuário/Experiência do Usuário estrutura de tópicos"/>
        </a:ext>
      </dgm:extLst>
    </dgm:pt>
    <dgm:pt modelId="{609BF6EB-CBF8-4516-97E7-ECD4E8B37006}" type="pres">
      <dgm:prSet presAssocID="{BE09D736-937B-4F45-BE0A-8349637A265E}" presName="spaceRect" presStyleCnt="0"/>
      <dgm:spPr/>
    </dgm:pt>
    <dgm:pt modelId="{F50D8174-DFDD-4AD2-AF01-42F0439331D4}" type="pres">
      <dgm:prSet presAssocID="{BE09D736-937B-4F45-BE0A-8349637A265E}" presName="textRect" presStyleLbl="revTx" presStyleIdx="0" presStyleCnt="2">
        <dgm:presLayoutVars>
          <dgm:chMax val="1"/>
          <dgm:chPref val="1"/>
        </dgm:presLayoutVars>
      </dgm:prSet>
      <dgm:spPr/>
    </dgm:pt>
    <dgm:pt modelId="{71EC7F28-3384-4D9B-812D-A4FCBD6B0B82}" type="pres">
      <dgm:prSet presAssocID="{D96D1312-BC71-464F-A784-F703567291C4}" presName="sibTrans" presStyleCnt="0"/>
      <dgm:spPr/>
    </dgm:pt>
    <dgm:pt modelId="{1E0D7E82-5CB0-4521-95E9-C2A135E425DA}" type="pres">
      <dgm:prSet presAssocID="{4962E807-94E6-43F0-A521-2C1650D2F40A}" presName="compNode" presStyleCnt="0"/>
      <dgm:spPr/>
    </dgm:pt>
    <dgm:pt modelId="{90A1A489-D0A6-44A7-B995-BEE0EE748E2D}" type="pres">
      <dgm:prSet presAssocID="{4962E807-94E6-43F0-A521-2C1650D2F40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48ED8E2D-1E84-47AD-A406-70B2E2EB0A43}" type="pres">
      <dgm:prSet presAssocID="{4962E807-94E6-43F0-A521-2C1650D2F40A}" presName="spaceRect" presStyleCnt="0"/>
      <dgm:spPr/>
    </dgm:pt>
    <dgm:pt modelId="{74273581-50C6-419E-8481-1FFFEA6B1DAF}" type="pres">
      <dgm:prSet presAssocID="{4962E807-94E6-43F0-A521-2C1650D2F40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6794E1F-3783-4378-995E-EF39AD9B2DF1}" type="presOf" srcId="{4962E807-94E6-43F0-A521-2C1650D2F40A}" destId="{74273581-50C6-419E-8481-1FFFEA6B1DAF}" srcOrd="0" destOrd="0" presId="urn:microsoft.com/office/officeart/2018/2/layout/IconLabelList"/>
    <dgm:cxn modelId="{49779961-2DA8-4EC5-8BA4-B59EBBDB0D53}" srcId="{1D4C8925-4EA3-44FA-A016-19EB528129C4}" destId="{4962E807-94E6-43F0-A521-2C1650D2F40A}" srcOrd="1" destOrd="0" parTransId="{62A64C36-36A8-4999-AF7B-D34B3E104BB2}" sibTransId="{C94D5353-27DC-4DB3-A285-AD0D036A71E6}"/>
    <dgm:cxn modelId="{7B3A0974-E7C9-4F7F-9BF5-416175BF6576}" type="presOf" srcId="{BE09D736-937B-4F45-BE0A-8349637A265E}" destId="{F50D8174-DFDD-4AD2-AF01-42F0439331D4}" srcOrd="0" destOrd="0" presId="urn:microsoft.com/office/officeart/2018/2/layout/IconLabelList"/>
    <dgm:cxn modelId="{D7177C80-ABC5-46C3-8189-8984A27156CE}" srcId="{1D4C8925-4EA3-44FA-A016-19EB528129C4}" destId="{BE09D736-937B-4F45-BE0A-8349637A265E}" srcOrd="0" destOrd="0" parTransId="{274AB9D1-4529-4B8E-8CED-220C7FA80077}" sibTransId="{D96D1312-BC71-464F-A784-F703567291C4}"/>
    <dgm:cxn modelId="{A41EFAF2-D886-406C-83D8-9D21C7031F72}" type="presOf" srcId="{1D4C8925-4EA3-44FA-A016-19EB528129C4}" destId="{A1A5BA3A-8D1D-4CEB-8AD0-1E8879BD7EFD}" srcOrd="0" destOrd="0" presId="urn:microsoft.com/office/officeart/2018/2/layout/IconLabelList"/>
    <dgm:cxn modelId="{29C03B02-950C-44A7-8845-3205E7FA5D2C}" type="presParOf" srcId="{A1A5BA3A-8D1D-4CEB-8AD0-1E8879BD7EFD}" destId="{D0AAD009-B0F2-450F-B5F0-4E1145878D88}" srcOrd="0" destOrd="0" presId="urn:microsoft.com/office/officeart/2018/2/layout/IconLabelList"/>
    <dgm:cxn modelId="{8E169635-FE93-43D0-8216-EBF840054E6F}" type="presParOf" srcId="{D0AAD009-B0F2-450F-B5F0-4E1145878D88}" destId="{3D952A86-EB93-4610-B4B3-2459B8E23197}" srcOrd="0" destOrd="0" presId="urn:microsoft.com/office/officeart/2018/2/layout/IconLabelList"/>
    <dgm:cxn modelId="{AF40527F-9B7D-4D89-87DD-1E0878B7ED96}" type="presParOf" srcId="{D0AAD009-B0F2-450F-B5F0-4E1145878D88}" destId="{609BF6EB-CBF8-4516-97E7-ECD4E8B37006}" srcOrd="1" destOrd="0" presId="urn:microsoft.com/office/officeart/2018/2/layout/IconLabelList"/>
    <dgm:cxn modelId="{DDA484A7-025F-4094-8D3C-0B739096913E}" type="presParOf" srcId="{D0AAD009-B0F2-450F-B5F0-4E1145878D88}" destId="{F50D8174-DFDD-4AD2-AF01-42F0439331D4}" srcOrd="2" destOrd="0" presId="urn:microsoft.com/office/officeart/2018/2/layout/IconLabelList"/>
    <dgm:cxn modelId="{B37C1D27-EA9C-4AA6-BCDA-C9281DF6440F}" type="presParOf" srcId="{A1A5BA3A-8D1D-4CEB-8AD0-1E8879BD7EFD}" destId="{71EC7F28-3384-4D9B-812D-A4FCBD6B0B82}" srcOrd="1" destOrd="0" presId="urn:microsoft.com/office/officeart/2018/2/layout/IconLabelList"/>
    <dgm:cxn modelId="{82CA129F-40E5-4226-B387-A3064DA50507}" type="presParOf" srcId="{A1A5BA3A-8D1D-4CEB-8AD0-1E8879BD7EFD}" destId="{1E0D7E82-5CB0-4521-95E9-C2A135E425DA}" srcOrd="2" destOrd="0" presId="urn:microsoft.com/office/officeart/2018/2/layout/IconLabelList"/>
    <dgm:cxn modelId="{C6AB1C41-D98B-4862-914D-8A48EE1741B2}" type="presParOf" srcId="{1E0D7E82-5CB0-4521-95E9-C2A135E425DA}" destId="{90A1A489-D0A6-44A7-B995-BEE0EE748E2D}" srcOrd="0" destOrd="0" presId="urn:microsoft.com/office/officeart/2018/2/layout/IconLabelList"/>
    <dgm:cxn modelId="{BD314B03-CDD1-491F-9FB6-314E76092289}" type="presParOf" srcId="{1E0D7E82-5CB0-4521-95E9-C2A135E425DA}" destId="{48ED8E2D-1E84-47AD-A406-70B2E2EB0A43}" srcOrd="1" destOrd="0" presId="urn:microsoft.com/office/officeart/2018/2/layout/IconLabelList"/>
    <dgm:cxn modelId="{C721ABFA-ACD1-483E-9DF8-EB6611C77A2D}" type="presParOf" srcId="{1E0D7E82-5CB0-4521-95E9-C2A135E425DA}" destId="{74273581-50C6-419E-8481-1FFFEA6B1DA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11C017-5491-4951-8E64-6C26E9CBBD1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4F8B4D8-330B-4BF9-BA9F-94FCF0386C8C}">
      <dgm:prSet/>
      <dgm:spPr/>
      <dgm:t>
        <a:bodyPr/>
        <a:lstStyle/>
        <a:p>
          <a:r>
            <a:rPr lang="pt-BR"/>
            <a:t>Abrir um dispositivo ou associá-lo a um processo;</a:t>
          </a:r>
          <a:endParaRPr lang="en-US"/>
        </a:p>
      </dgm:t>
    </dgm:pt>
    <dgm:pt modelId="{6CC85FA5-846B-45FD-9391-A300730875AC}" type="parTrans" cxnId="{AF9C8A1F-2407-4705-A554-72EB570E4C8B}">
      <dgm:prSet/>
      <dgm:spPr/>
      <dgm:t>
        <a:bodyPr/>
        <a:lstStyle/>
        <a:p>
          <a:endParaRPr lang="en-US"/>
        </a:p>
      </dgm:t>
    </dgm:pt>
    <dgm:pt modelId="{C0AFF0DA-8769-4E4B-A25C-774EA03B0100}" type="sibTrans" cxnId="{AF9C8A1F-2407-4705-A554-72EB570E4C8B}">
      <dgm:prSet/>
      <dgm:spPr/>
      <dgm:t>
        <a:bodyPr/>
        <a:lstStyle/>
        <a:p>
          <a:endParaRPr lang="en-US"/>
        </a:p>
      </dgm:t>
    </dgm:pt>
    <dgm:pt modelId="{2FDC43BE-BDC5-4C9D-ACCF-D0BFA7974A30}">
      <dgm:prSet/>
      <dgm:spPr/>
      <dgm:t>
        <a:bodyPr/>
        <a:lstStyle/>
        <a:p>
          <a:r>
            <a:rPr lang="pt-BR"/>
            <a:t>Ler dados de um dispositivo;</a:t>
          </a:r>
          <a:endParaRPr lang="en-US"/>
        </a:p>
      </dgm:t>
    </dgm:pt>
    <dgm:pt modelId="{36576A06-97C5-43CD-9C37-64DCA114A8E0}" type="parTrans" cxnId="{E3DE6682-FA09-4D9A-ABE1-6620CC842648}">
      <dgm:prSet/>
      <dgm:spPr/>
      <dgm:t>
        <a:bodyPr/>
        <a:lstStyle/>
        <a:p>
          <a:endParaRPr lang="en-US"/>
        </a:p>
      </dgm:t>
    </dgm:pt>
    <dgm:pt modelId="{20469C2E-8289-4CE0-A337-B9F610CA189E}" type="sibTrans" cxnId="{E3DE6682-FA09-4D9A-ABE1-6620CC842648}">
      <dgm:prSet/>
      <dgm:spPr/>
      <dgm:t>
        <a:bodyPr/>
        <a:lstStyle/>
        <a:p>
          <a:endParaRPr lang="en-US"/>
        </a:p>
      </dgm:t>
    </dgm:pt>
    <dgm:pt modelId="{2ED9361A-3784-49A2-A0C5-36D686B6228B}">
      <dgm:prSet/>
      <dgm:spPr/>
      <dgm:t>
        <a:bodyPr/>
        <a:lstStyle/>
        <a:p>
          <a:r>
            <a:rPr lang="pt-BR"/>
            <a:t>Gravar dados em um dispositivo;</a:t>
          </a:r>
          <a:endParaRPr lang="en-US"/>
        </a:p>
      </dgm:t>
    </dgm:pt>
    <dgm:pt modelId="{A8FC3ADE-A882-4755-86B4-4ADCD5DDE721}" type="parTrans" cxnId="{3AA3FCAA-27EF-4DE8-A79A-32C434909D4A}">
      <dgm:prSet/>
      <dgm:spPr/>
      <dgm:t>
        <a:bodyPr/>
        <a:lstStyle/>
        <a:p>
          <a:endParaRPr lang="en-US"/>
        </a:p>
      </dgm:t>
    </dgm:pt>
    <dgm:pt modelId="{31994968-0D3C-4161-A35E-C3623AAC6D2B}" type="sibTrans" cxnId="{3AA3FCAA-27EF-4DE8-A79A-32C434909D4A}">
      <dgm:prSet/>
      <dgm:spPr/>
      <dgm:t>
        <a:bodyPr/>
        <a:lstStyle/>
        <a:p>
          <a:endParaRPr lang="en-US"/>
        </a:p>
      </dgm:t>
    </dgm:pt>
    <dgm:pt modelId="{83DDFDA4-ED30-481B-B731-CDDC66AE8CD9}">
      <dgm:prSet/>
      <dgm:spPr/>
      <dgm:t>
        <a:bodyPr/>
        <a:lstStyle/>
        <a:p>
          <a:r>
            <a:rPr lang="pt-BR"/>
            <a:t>Fechar e liberar um dispositivo;</a:t>
          </a:r>
          <a:endParaRPr lang="en-US"/>
        </a:p>
      </dgm:t>
    </dgm:pt>
    <dgm:pt modelId="{0DCD2E61-C86C-412D-B26C-80C3768ECB52}" type="parTrans" cxnId="{2AB337E8-6A5D-4EA9-BD22-91A2FF664D33}">
      <dgm:prSet/>
      <dgm:spPr/>
      <dgm:t>
        <a:bodyPr/>
        <a:lstStyle/>
        <a:p>
          <a:endParaRPr lang="en-US"/>
        </a:p>
      </dgm:t>
    </dgm:pt>
    <dgm:pt modelId="{0F438135-1854-4950-ACA3-8EB2EA4A481B}" type="sibTrans" cxnId="{2AB337E8-6A5D-4EA9-BD22-91A2FF664D33}">
      <dgm:prSet/>
      <dgm:spPr/>
      <dgm:t>
        <a:bodyPr/>
        <a:lstStyle/>
        <a:p>
          <a:endParaRPr lang="en-US"/>
        </a:p>
      </dgm:t>
    </dgm:pt>
    <dgm:pt modelId="{7BA30979-D4BF-4748-B5C8-63A9DE68B826}">
      <dgm:prSet/>
      <dgm:spPr/>
      <dgm:t>
        <a:bodyPr/>
        <a:lstStyle/>
        <a:p>
          <a:r>
            <a:rPr lang="pt-BR"/>
            <a:t>Fornecer acesso exclusivo a dispositivos apropriados;</a:t>
          </a:r>
          <a:endParaRPr lang="en-US"/>
        </a:p>
      </dgm:t>
    </dgm:pt>
    <dgm:pt modelId="{A45ECEB6-2B26-489A-9B27-10F61406E640}" type="parTrans" cxnId="{8B6AB08A-F789-4301-AFD8-A06F6BC9BAA3}">
      <dgm:prSet/>
      <dgm:spPr/>
      <dgm:t>
        <a:bodyPr/>
        <a:lstStyle/>
        <a:p>
          <a:endParaRPr lang="en-US"/>
        </a:p>
      </dgm:t>
    </dgm:pt>
    <dgm:pt modelId="{B4663CC0-A06D-46E8-B15B-411A36AB95AE}" type="sibTrans" cxnId="{8B6AB08A-F789-4301-AFD8-A06F6BC9BAA3}">
      <dgm:prSet/>
      <dgm:spPr/>
      <dgm:t>
        <a:bodyPr/>
        <a:lstStyle/>
        <a:p>
          <a:endParaRPr lang="en-US"/>
        </a:p>
      </dgm:t>
    </dgm:pt>
    <dgm:pt modelId="{EABBD36A-0873-458F-9512-1B0340598E9E}">
      <dgm:prSet/>
      <dgm:spPr/>
      <dgm:t>
        <a:bodyPr/>
        <a:lstStyle/>
        <a:p>
          <a:r>
            <a:rPr lang="pt-BR"/>
            <a:t>Fornecer várias funções especiais, como rebobinar fitas e configurar a taxa de transmissão de linhas seriais.</a:t>
          </a:r>
          <a:endParaRPr lang="en-US"/>
        </a:p>
      </dgm:t>
    </dgm:pt>
    <dgm:pt modelId="{ADFC72F6-9D2A-4484-9413-B911AC0997CC}" type="parTrans" cxnId="{996BD7A0-1D8F-4529-9BE6-2405CB61DA3C}">
      <dgm:prSet/>
      <dgm:spPr/>
      <dgm:t>
        <a:bodyPr/>
        <a:lstStyle/>
        <a:p>
          <a:endParaRPr lang="en-US"/>
        </a:p>
      </dgm:t>
    </dgm:pt>
    <dgm:pt modelId="{79411CCD-A412-4A3C-A828-13D4D35B7D82}" type="sibTrans" cxnId="{996BD7A0-1D8F-4529-9BE6-2405CB61DA3C}">
      <dgm:prSet/>
      <dgm:spPr/>
      <dgm:t>
        <a:bodyPr/>
        <a:lstStyle/>
        <a:p>
          <a:endParaRPr lang="en-US"/>
        </a:p>
      </dgm:t>
    </dgm:pt>
    <dgm:pt modelId="{9B17167F-D345-4FD9-AC6C-C6DE4C085928}" type="pres">
      <dgm:prSet presAssocID="{FC11C017-5491-4951-8E64-6C26E9CBBD17}" presName="diagram" presStyleCnt="0">
        <dgm:presLayoutVars>
          <dgm:dir/>
          <dgm:resizeHandles val="exact"/>
        </dgm:presLayoutVars>
      </dgm:prSet>
      <dgm:spPr/>
    </dgm:pt>
    <dgm:pt modelId="{9946D9C9-B3EE-4EDF-A025-1CE7E0480E59}" type="pres">
      <dgm:prSet presAssocID="{D4F8B4D8-330B-4BF9-BA9F-94FCF0386C8C}" presName="node" presStyleLbl="node1" presStyleIdx="0" presStyleCnt="6">
        <dgm:presLayoutVars>
          <dgm:bulletEnabled val="1"/>
        </dgm:presLayoutVars>
      </dgm:prSet>
      <dgm:spPr/>
    </dgm:pt>
    <dgm:pt modelId="{F3D2F693-0ABC-47D8-AC32-0791FCC43F38}" type="pres">
      <dgm:prSet presAssocID="{C0AFF0DA-8769-4E4B-A25C-774EA03B0100}" presName="sibTrans" presStyleCnt="0"/>
      <dgm:spPr/>
    </dgm:pt>
    <dgm:pt modelId="{2C3FB6AB-5523-4F8C-93F0-A66E0E2EEB98}" type="pres">
      <dgm:prSet presAssocID="{2FDC43BE-BDC5-4C9D-ACCF-D0BFA7974A30}" presName="node" presStyleLbl="node1" presStyleIdx="1" presStyleCnt="6">
        <dgm:presLayoutVars>
          <dgm:bulletEnabled val="1"/>
        </dgm:presLayoutVars>
      </dgm:prSet>
      <dgm:spPr/>
    </dgm:pt>
    <dgm:pt modelId="{67EB5505-19D5-45F0-B074-A167BF88E359}" type="pres">
      <dgm:prSet presAssocID="{20469C2E-8289-4CE0-A337-B9F610CA189E}" presName="sibTrans" presStyleCnt="0"/>
      <dgm:spPr/>
    </dgm:pt>
    <dgm:pt modelId="{62572B00-F58D-4DB5-8F1B-3D63BA84DE2E}" type="pres">
      <dgm:prSet presAssocID="{2ED9361A-3784-49A2-A0C5-36D686B6228B}" presName="node" presStyleLbl="node1" presStyleIdx="2" presStyleCnt="6">
        <dgm:presLayoutVars>
          <dgm:bulletEnabled val="1"/>
        </dgm:presLayoutVars>
      </dgm:prSet>
      <dgm:spPr/>
    </dgm:pt>
    <dgm:pt modelId="{2A64822D-6C74-4735-BD6F-7E4D719EC3F2}" type="pres">
      <dgm:prSet presAssocID="{31994968-0D3C-4161-A35E-C3623AAC6D2B}" presName="sibTrans" presStyleCnt="0"/>
      <dgm:spPr/>
    </dgm:pt>
    <dgm:pt modelId="{3D48F19C-87C7-45DD-B7C7-39664D7B489B}" type="pres">
      <dgm:prSet presAssocID="{83DDFDA4-ED30-481B-B731-CDDC66AE8CD9}" presName="node" presStyleLbl="node1" presStyleIdx="3" presStyleCnt="6">
        <dgm:presLayoutVars>
          <dgm:bulletEnabled val="1"/>
        </dgm:presLayoutVars>
      </dgm:prSet>
      <dgm:spPr/>
    </dgm:pt>
    <dgm:pt modelId="{AE8FD2A0-D0EF-453A-BA7B-0E8E75B625F7}" type="pres">
      <dgm:prSet presAssocID="{0F438135-1854-4950-ACA3-8EB2EA4A481B}" presName="sibTrans" presStyleCnt="0"/>
      <dgm:spPr/>
    </dgm:pt>
    <dgm:pt modelId="{97CFBA86-BB22-4B3D-97D8-B184C115C2BB}" type="pres">
      <dgm:prSet presAssocID="{7BA30979-D4BF-4748-B5C8-63A9DE68B826}" presName="node" presStyleLbl="node1" presStyleIdx="4" presStyleCnt="6">
        <dgm:presLayoutVars>
          <dgm:bulletEnabled val="1"/>
        </dgm:presLayoutVars>
      </dgm:prSet>
      <dgm:spPr/>
    </dgm:pt>
    <dgm:pt modelId="{4DB99641-46E4-4DC0-96B0-2904DF7A3749}" type="pres">
      <dgm:prSet presAssocID="{B4663CC0-A06D-46E8-B15B-411A36AB95AE}" presName="sibTrans" presStyleCnt="0"/>
      <dgm:spPr/>
    </dgm:pt>
    <dgm:pt modelId="{AADD2D33-E0E2-4242-AD1B-B0E6EB2296B5}" type="pres">
      <dgm:prSet presAssocID="{EABBD36A-0873-458F-9512-1B0340598E9E}" presName="node" presStyleLbl="node1" presStyleIdx="5" presStyleCnt="6">
        <dgm:presLayoutVars>
          <dgm:bulletEnabled val="1"/>
        </dgm:presLayoutVars>
      </dgm:prSet>
      <dgm:spPr/>
    </dgm:pt>
  </dgm:ptLst>
  <dgm:cxnLst>
    <dgm:cxn modelId="{FE000511-B8D0-4E84-8536-9153D63393A3}" type="presOf" srcId="{7BA30979-D4BF-4748-B5C8-63A9DE68B826}" destId="{97CFBA86-BB22-4B3D-97D8-B184C115C2BB}" srcOrd="0" destOrd="0" presId="urn:microsoft.com/office/officeart/2005/8/layout/default"/>
    <dgm:cxn modelId="{AF9C8A1F-2407-4705-A554-72EB570E4C8B}" srcId="{FC11C017-5491-4951-8E64-6C26E9CBBD17}" destId="{D4F8B4D8-330B-4BF9-BA9F-94FCF0386C8C}" srcOrd="0" destOrd="0" parTransId="{6CC85FA5-846B-45FD-9391-A300730875AC}" sibTransId="{C0AFF0DA-8769-4E4B-A25C-774EA03B0100}"/>
    <dgm:cxn modelId="{49A8666D-D750-49DF-B59F-A6F2D6C5F9F8}" type="presOf" srcId="{D4F8B4D8-330B-4BF9-BA9F-94FCF0386C8C}" destId="{9946D9C9-B3EE-4EDF-A025-1CE7E0480E59}" srcOrd="0" destOrd="0" presId="urn:microsoft.com/office/officeart/2005/8/layout/default"/>
    <dgm:cxn modelId="{053A4755-D34D-4116-8537-973F03F9A8FF}" type="presOf" srcId="{2ED9361A-3784-49A2-A0C5-36D686B6228B}" destId="{62572B00-F58D-4DB5-8F1B-3D63BA84DE2E}" srcOrd="0" destOrd="0" presId="urn:microsoft.com/office/officeart/2005/8/layout/default"/>
    <dgm:cxn modelId="{E3DE6682-FA09-4D9A-ABE1-6620CC842648}" srcId="{FC11C017-5491-4951-8E64-6C26E9CBBD17}" destId="{2FDC43BE-BDC5-4C9D-ACCF-D0BFA7974A30}" srcOrd="1" destOrd="0" parTransId="{36576A06-97C5-43CD-9C37-64DCA114A8E0}" sibTransId="{20469C2E-8289-4CE0-A337-B9F610CA189E}"/>
    <dgm:cxn modelId="{8B6AB08A-F789-4301-AFD8-A06F6BC9BAA3}" srcId="{FC11C017-5491-4951-8E64-6C26E9CBBD17}" destId="{7BA30979-D4BF-4748-B5C8-63A9DE68B826}" srcOrd="4" destOrd="0" parTransId="{A45ECEB6-2B26-489A-9B27-10F61406E640}" sibTransId="{B4663CC0-A06D-46E8-B15B-411A36AB95AE}"/>
    <dgm:cxn modelId="{BB56F19D-536C-42F2-A7D6-A2D0BF1EA0BE}" type="presOf" srcId="{EABBD36A-0873-458F-9512-1B0340598E9E}" destId="{AADD2D33-E0E2-4242-AD1B-B0E6EB2296B5}" srcOrd="0" destOrd="0" presId="urn:microsoft.com/office/officeart/2005/8/layout/default"/>
    <dgm:cxn modelId="{996BD7A0-1D8F-4529-9BE6-2405CB61DA3C}" srcId="{FC11C017-5491-4951-8E64-6C26E9CBBD17}" destId="{EABBD36A-0873-458F-9512-1B0340598E9E}" srcOrd="5" destOrd="0" parTransId="{ADFC72F6-9D2A-4484-9413-B911AC0997CC}" sibTransId="{79411CCD-A412-4A3C-A828-13D4D35B7D82}"/>
    <dgm:cxn modelId="{3AA3FCAA-27EF-4DE8-A79A-32C434909D4A}" srcId="{FC11C017-5491-4951-8E64-6C26E9CBBD17}" destId="{2ED9361A-3784-49A2-A0C5-36D686B6228B}" srcOrd="2" destOrd="0" parTransId="{A8FC3ADE-A882-4755-86B4-4ADCD5DDE721}" sibTransId="{31994968-0D3C-4161-A35E-C3623AAC6D2B}"/>
    <dgm:cxn modelId="{24F7E1E0-0873-4E65-9965-C2425FAC097C}" type="presOf" srcId="{FC11C017-5491-4951-8E64-6C26E9CBBD17}" destId="{9B17167F-D345-4FD9-AC6C-C6DE4C085928}" srcOrd="0" destOrd="0" presId="urn:microsoft.com/office/officeart/2005/8/layout/default"/>
    <dgm:cxn modelId="{0BC0EDE1-A98B-4B87-B8CB-6AADB9E73F94}" type="presOf" srcId="{83DDFDA4-ED30-481B-B731-CDDC66AE8CD9}" destId="{3D48F19C-87C7-45DD-B7C7-39664D7B489B}" srcOrd="0" destOrd="0" presId="urn:microsoft.com/office/officeart/2005/8/layout/default"/>
    <dgm:cxn modelId="{2AB337E8-6A5D-4EA9-BD22-91A2FF664D33}" srcId="{FC11C017-5491-4951-8E64-6C26E9CBBD17}" destId="{83DDFDA4-ED30-481B-B731-CDDC66AE8CD9}" srcOrd="3" destOrd="0" parTransId="{0DCD2E61-C86C-412D-B26C-80C3768ECB52}" sibTransId="{0F438135-1854-4950-ACA3-8EB2EA4A481B}"/>
    <dgm:cxn modelId="{E2CE29F5-0CCE-49CE-AF04-B428C2990327}" type="presOf" srcId="{2FDC43BE-BDC5-4C9D-ACCF-D0BFA7974A30}" destId="{2C3FB6AB-5523-4F8C-93F0-A66E0E2EEB98}" srcOrd="0" destOrd="0" presId="urn:microsoft.com/office/officeart/2005/8/layout/default"/>
    <dgm:cxn modelId="{F2678DF6-328E-4AE9-8475-63EE7680060A}" type="presParOf" srcId="{9B17167F-D345-4FD9-AC6C-C6DE4C085928}" destId="{9946D9C9-B3EE-4EDF-A025-1CE7E0480E59}" srcOrd="0" destOrd="0" presId="urn:microsoft.com/office/officeart/2005/8/layout/default"/>
    <dgm:cxn modelId="{09AA236A-5765-498A-B9FE-F5478A351C59}" type="presParOf" srcId="{9B17167F-D345-4FD9-AC6C-C6DE4C085928}" destId="{F3D2F693-0ABC-47D8-AC32-0791FCC43F38}" srcOrd="1" destOrd="0" presId="urn:microsoft.com/office/officeart/2005/8/layout/default"/>
    <dgm:cxn modelId="{2AC15282-FE97-4BFE-BB95-7D7F59AD18C0}" type="presParOf" srcId="{9B17167F-D345-4FD9-AC6C-C6DE4C085928}" destId="{2C3FB6AB-5523-4F8C-93F0-A66E0E2EEB98}" srcOrd="2" destOrd="0" presId="urn:microsoft.com/office/officeart/2005/8/layout/default"/>
    <dgm:cxn modelId="{93B82042-B6E4-4CFB-8C14-B84B7BB813DE}" type="presParOf" srcId="{9B17167F-D345-4FD9-AC6C-C6DE4C085928}" destId="{67EB5505-19D5-45F0-B074-A167BF88E359}" srcOrd="3" destOrd="0" presId="urn:microsoft.com/office/officeart/2005/8/layout/default"/>
    <dgm:cxn modelId="{7163545D-1260-47BF-BE4B-B72DF5B7312B}" type="presParOf" srcId="{9B17167F-D345-4FD9-AC6C-C6DE4C085928}" destId="{62572B00-F58D-4DB5-8F1B-3D63BA84DE2E}" srcOrd="4" destOrd="0" presId="urn:microsoft.com/office/officeart/2005/8/layout/default"/>
    <dgm:cxn modelId="{822794DF-61EC-4340-AD6B-DA78BD759393}" type="presParOf" srcId="{9B17167F-D345-4FD9-AC6C-C6DE4C085928}" destId="{2A64822D-6C74-4735-BD6F-7E4D719EC3F2}" srcOrd="5" destOrd="0" presId="urn:microsoft.com/office/officeart/2005/8/layout/default"/>
    <dgm:cxn modelId="{FB89B1E1-8CD1-442C-B315-FCD66CEA65B3}" type="presParOf" srcId="{9B17167F-D345-4FD9-AC6C-C6DE4C085928}" destId="{3D48F19C-87C7-45DD-B7C7-39664D7B489B}" srcOrd="6" destOrd="0" presId="urn:microsoft.com/office/officeart/2005/8/layout/default"/>
    <dgm:cxn modelId="{2BEE051E-260D-496A-8D1E-DA5B6F8876AE}" type="presParOf" srcId="{9B17167F-D345-4FD9-AC6C-C6DE4C085928}" destId="{AE8FD2A0-D0EF-453A-BA7B-0E8E75B625F7}" srcOrd="7" destOrd="0" presId="urn:microsoft.com/office/officeart/2005/8/layout/default"/>
    <dgm:cxn modelId="{923A0884-F27B-42B8-B41A-EEE9592E7CC6}" type="presParOf" srcId="{9B17167F-D345-4FD9-AC6C-C6DE4C085928}" destId="{97CFBA86-BB22-4B3D-97D8-B184C115C2BB}" srcOrd="8" destOrd="0" presId="urn:microsoft.com/office/officeart/2005/8/layout/default"/>
    <dgm:cxn modelId="{2E2A4C4E-4C3A-4571-8BE4-89D9C0E776D6}" type="presParOf" srcId="{9B17167F-D345-4FD9-AC6C-C6DE4C085928}" destId="{4DB99641-46E4-4DC0-96B0-2904DF7A3749}" srcOrd="9" destOrd="0" presId="urn:microsoft.com/office/officeart/2005/8/layout/default"/>
    <dgm:cxn modelId="{BBC9564B-0C35-42D1-9C45-99D69179654E}" type="presParOf" srcId="{9B17167F-D345-4FD9-AC6C-C6DE4C085928}" destId="{AADD2D33-E0E2-4242-AD1B-B0E6EB2296B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788ED7-C6F0-405C-B1DF-6C8812E87B1F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22FEAD9-58ED-427E-91E2-13C6DDE99AD2}">
      <dgm:prSet/>
      <dgm:spPr/>
      <dgm:t>
        <a:bodyPr/>
        <a:lstStyle/>
        <a:p>
          <a:r>
            <a:rPr lang="pt-BR"/>
            <a:t>Parte das responsabilidades de gestão de outros programas</a:t>
          </a:r>
          <a:endParaRPr lang="en-US"/>
        </a:p>
      </dgm:t>
    </dgm:pt>
    <dgm:pt modelId="{BDF7CCEA-566F-4AE6-BB23-7D5D328A8E1E}" type="parTrans" cxnId="{CD0843A4-CB68-4110-8155-F8492CDC7212}">
      <dgm:prSet/>
      <dgm:spPr/>
      <dgm:t>
        <a:bodyPr/>
        <a:lstStyle/>
        <a:p>
          <a:endParaRPr lang="en-US"/>
        </a:p>
      </dgm:t>
    </dgm:pt>
    <dgm:pt modelId="{33B96436-AF0C-48A8-9892-8361D8ED084E}" type="sibTrans" cxnId="{CD0843A4-CB68-4110-8155-F8492CDC7212}">
      <dgm:prSet/>
      <dgm:spPr/>
      <dgm:t>
        <a:bodyPr/>
        <a:lstStyle/>
        <a:p>
          <a:endParaRPr lang="en-US"/>
        </a:p>
      </dgm:t>
    </dgm:pt>
    <dgm:pt modelId="{74967258-3FDF-4F94-89DE-FD681A70489C}">
      <dgm:prSet/>
      <dgm:spPr/>
      <dgm:t>
        <a:bodyPr/>
        <a:lstStyle/>
        <a:p>
          <a:r>
            <a:rPr lang="pt-BR"/>
            <a:t>Autenticar  a identidade de um solicitante</a:t>
          </a:r>
          <a:endParaRPr lang="en-US"/>
        </a:p>
      </dgm:t>
    </dgm:pt>
    <dgm:pt modelId="{C16558D7-CF62-4A98-9D14-ADAD8633A84F}" type="parTrans" cxnId="{E3B95705-5FE2-4143-9F33-EE6BDBB00862}">
      <dgm:prSet/>
      <dgm:spPr/>
      <dgm:t>
        <a:bodyPr/>
        <a:lstStyle/>
        <a:p>
          <a:endParaRPr lang="en-US"/>
        </a:p>
      </dgm:t>
    </dgm:pt>
    <dgm:pt modelId="{67AC78BC-D344-4A98-A863-39FC6B3DF672}" type="sibTrans" cxnId="{E3B95705-5FE2-4143-9F33-EE6BDBB00862}">
      <dgm:prSet/>
      <dgm:spPr/>
      <dgm:t>
        <a:bodyPr/>
        <a:lstStyle/>
        <a:p>
          <a:endParaRPr lang="en-US"/>
        </a:p>
      </dgm:t>
    </dgm:pt>
    <dgm:pt modelId="{AC6822F4-775F-4B54-995F-64E086D44E7B}">
      <dgm:prSet/>
      <dgm:spPr/>
      <dgm:t>
        <a:bodyPr/>
        <a:lstStyle/>
        <a:p>
          <a:r>
            <a:rPr lang="pt-BR"/>
            <a:t>Autorizar o acesso de acordo com a política de segurança</a:t>
          </a:r>
          <a:endParaRPr lang="en-US"/>
        </a:p>
      </dgm:t>
    </dgm:pt>
    <dgm:pt modelId="{85B50251-43D3-4306-94D6-44D37F2FA861}" type="parTrans" cxnId="{4BC32E2B-742D-4267-B651-ADDA9AD19CE4}">
      <dgm:prSet/>
      <dgm:spPr/>
      <dgm:t>
        <a:bodyPr/>
        <a:lstStyle/>
        <a:p>
          <a:endParaRPr lang="en-US"/>
        </a:p>
      </dgm:t>
    </dgm:pt>
    <dgm:pt modelId="{1C532CBF-0427-4087-8326-EAD5FA186699}" type="sibTrans" cxnId="{4BC32E2B-742D-4267-B651-ADDA9AD19CE4}">
      <dgm:prSet/>
      <dgm:spPr/>
      <dgm:t>
        <a:bodyPr/>
        <a:lstStyle/>
        <a:p>
          <a:endParaRPr lang="en-US"/>
        </a:p>
      </dgm:t>
    </dgm:pt>
    <dgm:pt modelId="{7DA4EBE0-3499-410C-BAE4-FBEF4ED4981A}" type="pres">
      <dgm:prSet presAssocID="{F9788ED7-C6F0-405C-B1DF-6C8812E87B1F}" presName="outerComposite" presStyleCnt="0">
        <dgm:presLayoutVars>
          <dgm:chMax val="5"/>
          <dgm:dir/>
          <dgm:resizeHandles val="exact"/>
        </dgm:presLayoutVars>
      </dgm:prSet>
      <dgm:spPr/>
    </dgm:pt>
    <dgm:pt modelId="{56E4D070-F5B3-4E04-BDDD-B7F9B341DEA6}" type="pres">
      <dgm:prSet presAssocID="{F9788ED7-C6F0-405C-B1DF-6C8812E87B1F}" presName="dummyMaxCanvas" presStyleCnt="0">
        <dgm:presLayoutVars/>
      </dgm:prSet>
      <dgm:spPr/>
    </dgm:pt>
    <dgm:pt modelId="{7C79F923-672F-4305-ACEF-F3A76BE0D7CF}" type="pres">
      <dgm:prSet presAssocID="{F9788ED7-C6F0-405C-B1DF-6C8812E87B1F}" presName="ThreeNodes_1" presStyleLbl="node1" presStyleIdx="0" presStyleCnt="3">
        <dgm:presLayoutVars>
          <dgm:bulletEnabled val="1"/>
        </dgm:presLayoutVars>
      </dgm:prSet>
      <dgm:spPr/>
    </dgm:pt>
    <dgm:pt modelId="{6C0CE548-37A4-48A0-A364-7BC4EC68BA55}" type="pres">
      <dgm:prSet presAssocID="{F9788ED7-C6F0-405C-B1DF-6C8812E87B1F}" presName="ThreeNodes_2" presStyleLbl="node1" presStyleIdx="1" presStyleCnt="3">
        <dgm:presLayoutVars>
          <dgm:bulletEnabled val="1"/>
        </dgm:presLayoutVars>
      </dgm:prSet>
      <dgm:spPr/>
    </dgm:pt>
    <dgm:pt modelId="{273194CE-2FD2-4FA0-843E-EF42C15736A5}" type="pres">
      <dgm:prSet presAssocID="{F9788ED7-C6F0-405C-B1DF-6C8812E87B1F}" presName="ThreeNodes_3" presStyleLbl="node1" presStyleIdx="2" presStyleCnt="3">
        <dgm:presLayoutVars>
          <dgm:bulletEnabled val="1"/>
        </dgm:presLayoutVars>
      </dgm:prSet>
      <dgm:spPr/>
    </dgm:pt>
    <dgm:pt modelId="{E4DE22DC-5CEB-477C-8355-4500180E1F6B}" type="pres">
      <dgm:prSet presAssocID="{F9788ED7-C6F0-405C-B1DF-6C8812E87B1F}" presName="ThreeConn_1-2" presStyleLbl="fgAccFollowNode1" presStyleIdx="0" presStyleCnt="2">
        <dgm:presLayoutVars>
          <dgm:bulletEnabled val="1"/>
        </dgm:presLayoutVars>
      </dgm:prSet>
      <dgm:spPr/>
    </dgm:pt>
    <dgm:pt modelId="{5D6073AC-A376-4874-97AB-4E07684744DF}" type="pres">
      <dgm:prSet presAssocID="{F9788ED7-C6F0-405C-B1DF-6C8812E87B1F}" presName="ThreeConn_2-3" presStyleLbl="fgAccFollowNode1" presStyleIdx="1" presStyleCnt="2">
        <dgm:presLayoutVars>
          <dgm:bulletEnabled val="1"/>
        </dgm:presLayoutVars>
      </dgm:prSet>
      <dgm:spPr/>
    </dgm:pt>
    <dgm:pt modelId="{EEB69D60-3704-4630-BFF9-C1443B8935CA}" type="pres">
      <dgm:prSet presAssocID="{F9788ED7-C6F0-405C-B1DF-6C8812E87B1F}" presName="ThreeNodes_1_text" presStyleLbl="node1" presStyleIdx="2" presStyleCnt="3">
        <dgm:presLayoutVars>
          <dgm:bulletEnabled val="1"/>
        </dgm:presLayoutVars>
      </dgm:prSet>
      <dgm:spPr/>
    </dgm:pt>
    <dgm:pt modelId="{965C85F2-5802-465D-B74A-21F0AED7C683}" type="pres">
      <dgm:prSet presAssocID="{F9788ED7-C6F0-405C-B1DF-6C8812E87B1F}" presName="ThreeNodes_2_text" presStyleLbl="node1" presStyleIdx="2" presStyleCnt="3">
        <dgm:presLayoutVars>
          <dgm:bulletEnabled val="1"/>
        </dgm:presLayoutVars>
      </dgm:prSet>
      <dgm:spPr/>
    </dgm:pt>
    <dgm:pt modelId="{345EF555-105C-43F5-A9C1-F9D17E75A713}" type="pres">
      <dgm:prSet presAssocID="{F9788ED7-C6F0-405C-B1DF-6C8812E87B1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3B95705-5FE2-4143-9F33-EE6BDBB00862}" srcId="{F9788ED7-C6F0-405C-B1DF-6C8812E87B1F}" destId="{74967258-3FDF-4F94-89DE-FD681A70489C}" srcOrd="1" destOrd="0" parTransId="{C16558D7-CF62-4A98-9D14-ADAD8633A84F}" sibTransId="{67AC78BC-D344-4A98-A863-39FC6B3DF672}"/>
    <dgm:cxn modelId="{4BC32E2B-742D-4267-B651-ADDA9AD19CE4}" srcId="{F9788ED7-C6F0-405C-B1DF-6C8812E87B1F}" destId="{AC6822F4-775F-4B54-995F-64E086D44E7B}" srcOrd="2" destOrd="0" parTransId="{85B50251-43D3-4306-94D6-44D37F2FA861}" sibTransId="{1C532CBF-0427-4087-8326-EAD5FA186699}"/>
    <dgm:cxn modelId="{F136CC49-C7F3-40EF-9355-1CB41DE6BBE8}" type="presOf" srcId="{67AC78BC-D344-4A98-A863-39FC6B3DF672}" destId="{5D6073AC-A376-4874-97AB-4E07684744DF}" srcOrd="0" destOrd="0" presId="urn:microsoft.com/office/officeart/2005/8/layout/vProcess5"/>
    <dgm:cxn modelId="{60C0E580-DDB1-4B6F-9B51-B86420D0BCE8}" type="presOf" srcId="{AC6822F4-775F-4B54-995F-64E086D44E7B}" destId="{345EF555-105C-43F5-A9C1-F9D17E75A713}" srcOrd="1" destOrd="0" presId="urn:microsoft.com/office/officeart/2005/8/layout/vProcess5"/>
    <dgm:cxn modelId="{8970169B-E844-4253-A537-D629DBCD074E}" type="presOf" srcId="{122FEAD9-58ED-427E-91E2-13C6DDE99AD2}" destId="{EEB69D60-3704-4630-BFF9-C1443B8935CA}" srcOrd="1" destOrd="0" presId="urn:microsoft.com/office/officeart/2005/8/layout/vProcess5"/>
    <dgm:cxn modelId="{CD0843A4-CB68-4110-8155-F8492CDC7212}" srcId="{F9788ED7-C6F0-405C-B1DF-6C8812E87B1F}" destId="{122FEAD9-58ED-427E-91E2-13C6DDE99AD2}" srcOrd="0" destOrd="0" parTransId="{BDF7CCEA-566F-4AE6-BB23-7D5D328A8E1E}" sibTransId="{33B96436-AF0C-48A8-9892-8361D8ED084E}"/>
    <dgm:cxn modelId="{852321A7-C183-452E-8476-BF32A96F4702}" type="presOf" srcId="{74967258-3FDF-4F94-89DE-FD681A70489C}" destId="{965C85F2-5802-465D-B74A-21F0AED7C683}" srcOrd="1" destOrd="0" presId="urn:microsoft.com/office/officeart/2005/8/layout/vProcess5"/>
    <dgm:cxn modelId="{246D2AAB-10BD-4FDE-AFC4-7640F0197C0B}" type="presOf" srcId="{74967258-3FDF-4F94-89DE-FD681A70489C}" destId="{6C0CE548-37A4-48A0-A364-7BC4EC68BA55}" srcOrd="0" destOrd="0" presId="urn:microsoft.com/office/officeart/2005/8/layout/vProcess5"/>
    <dgm:cxn modelId="{0D1EE2CB-9095-429E-B99F-BB21537BB80A}" type="presOf" srcId="{122FEAD9-58ED-427E-91E2-13C6DDE99AD2}" destId="{7C79F923-672F-4305-ACEF-F3A76BE0D7CF}" srcOrd="0" destOrd="0" presId="urn:microsoft.com/office/officeart/2005/8/layout/vProcess5"/>
    <dgm:cxn modelId="{07DFC1D4-AA5C-47D9-ADC9-1FBB9448A76C}" type="presOf" srcId="{33B96436-AF0C-48A8-9892-8361D8ED084E}" destId="{E4DE22DC-5CEB-477C-8355-4500180E1F6B}" srcOrd="0" destOrd="0" presId="urn:microsoft.com/office/officeart/2005/8/layout/vProcess5"/>
    <dgm:cxn modelId="{D73F82E2-13D9-46F8-AEB1-F4E4E22D5B27}" type="presOf" srcId="{AC6822F4-775F-4B54-995F-64E086D44E7B}" destId="{273194CE-2FD2-4FA0-843E-EF42C15736A5}" srcOrd="0" destOrd="0" presId="urn:microsoft.com/office/officeart/2005/8/layout/vProcess5"/>
    <dgm:cxn modelId="{2657F7E3-390E-4082-A991-11159E3EF48F}" type="presOf" srcId="{F9788ED7-C6F0-405C-B1DF-6C8812E87B1F}" destId="{7DA4EBE0-3499-410C-BAE4-FBEF4ED4981A}" srcOrd="0" destOrd="0" presId="urn:microsoft.com/office/officeart/2005/8/layout/vProcess5"/>
    <dgm:cxn modelId="{7CE6D083-E872-44EA-89F6-86946CDD3DF2}" type="presParOf" srcId="{7DA4EBE0-3499-410C-BAE4-FBEF4ED4981A}" destId="{56E4D070-F5B3-4E04-BDDD-B7F9B341DEA6}" srcOrd="0" destOrd="0" presId="urn:microsoft.com/office/officeart/2005/8/layout/vProcess5"/>
    <dgm:cxn modelId="{323B645C-033F-4CE9-82D1-65024CC2EDE4}" type="presParOf" srcId="{7DA4EBE0-3499-410C-BAE4-FBEF4ED4981A}" destId="{7C79F923-672F-4305-ACEF-F3A76BE0D7CF}" srcOrd="1" destOrd="0" presId="urn:microsoft.com/office/officeart/2005/8/layout/vProcess5"/>
    <dgm:cxn modelId="{B1E4AE95-8D18-4140-828B-F25B5016F085}" type="presParOf" srcId="{7DA4EBE0-3499-410C-BAE4-FBEF4ED4981A}" destId="{6C0CE548-37A4-48A0-A364-7BC4EC68BA55}" srcOrd="2" destOrd="0" presId="urn:microsoft.com/office/officeart/2005/8/layout/vProcess5"/>
    <dgm:cxn modelId="{B2694E1F-16AE-415E-8CA4-4870BECF5446}" type="presParOf" srcId="{7DA4EBE0-3499-410C-BAE4-FBEF4ED4981A}" destId="{273194CE-2FD2-4FA0-843E-EF42C15736A5}" srcOrd="3" destOrd="0" presId="urn:microsoft.com/office/officeart/2005/8/layout/vProcess5"/>
    <dgm:cxn modelId="{FD6E3C99-C243-4C53-BB6E-01522D880EB6}" type="presParOf" srcId="{7DA4EBE0-3499-410C-BAE4-FBEF4ED4981A}" destId="{E4DE22DC-5CEB-477C-8355-4500180E1F6B}" srcOrd="4" destOrd="0" presId="urn:microsoft.com/office/officeart/2005/8/layout/vProcess5"/>
    <dgm:cxn modelId="{0ECBDFE4-AF89-4FD3-88E6-8ADE617FA642}" type="presParOf" srcId="{7DA4EBE0-3499-410C-BAE4-FBEF4ED4981A}" destId="{5D6073AC-A376-4874-97AB-4E07684744DF}" srcOrd="5" destOrd="0" presId="urn:microsoft.com/office/officeart/2005/8/layout/vProcess5"/>
    <dgm:cxn modelId="{D93C85B0-76A1-4E69-B4C3-84FE16F65E0B}" type="presParOf" srcId="{7DA4EBE0-3499-410C-BAE4-FBEF4ED4981A}" destId="{EEB69D60-3704-4630-BFF9-C1443B8935CA}" srcOrd="6" destOrd="0" presId="urn:microsoft.com/office/officeart/2005/8/layout/vProcess5"/>
    <dgm:cxn modelId="{CAF40CD0-F8F7-48DE-9D91-B7C0ADDCDFD5}" type="presParOf" srcId="{7DA4EBE0-3499-410C-BAE4-FBEF4ED4981A}" destId="{965C85F2-5802-465D-B74A-21F0AED7C683}" srcOrd="7" destOrd="0" presId="urn:microsoft.com/office/officeart/2005/8/layout/vProcess5"/>
    <dgm:cxn modelId="{97927C4C-10F8-486E-928E-3925E98DC238}" type="presParOf" srcId="{7DA4EBE0-3499-410C-BAE4-FBEF4ED4981A}" destId="{345EF555-105C-43F5-A9C1-F9D17E75A71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C7EDB-F8B3-43D7-A03F-3B4946523F53}">
      <dsp:nvSpPr>
        <dsp:cNvPr id="0" name=""/>
        <dsp:cNvSpPr/>
      </dsp:nvSpPr>
      <dsp:spPr>
        <a:xfrm>
          <a:off x="0" y="2106"/>
          <a:ext cx="5732205" cy="10674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A42578-2061-4977-9C50-1027336F20C6}">
      <dsp:nvSpPr>
        <dsp:cNvPr id="0" name=""/>
        <dsp:cNvSpPr/>
      </dsp:nvSpPr>
      <dsp:spPr>
        <a:xfrm>
          <a:off x="322915" y="242291"/>
          <a:ext cx="587119" cy="5871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4C5EB-0762-46D6-B083-699853EAFEF3}">
      <dsp:nvSpPr>
        <dsp:cNvPr id="0" name=""/>
        <dsp:cNvSpPr/>
      </dsp:nvSpPr>
      <dsp:spPr>
        <a:xfrm>
          <a:off x="1232950" y="2106"/>
          <a:ext cx="4499255" cy="1067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76" tIns="112976" rIns="112976" bIns="11297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Apresentação do professor e da disciplina</a:t>
          </a:r>
          <a:endParaRPr lang="en-US" sz="2200" kern="1200"/>
        </a:p>
      </dsp:txBody>
      <dsp:txXfrm>
        <a:off x="1232950" y="2106"/>
        <a:ext cx="4499255" cy="1067489"/>
      </dsp:txXfrm>
    </dsp:sp>
    <dsp:sp modelId="{EF2A3473-5937-4F92-A082-767A6D83E724}">
      <dsp:nvSpPr>
        <dsp:cNvPr id="0" name=""/>
        <dsp:cNvSpPr/>
      </dsp:nvSpPr>
      <dsp:spPr>
        <a:xfrm>
          <a:off x="0" y="1336468"/>
          <a:ext cx="5732205" cy="10674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BF04E7-2094-465F-B172-E0F19C66437D}">
      <dsp:nvSpPr>
        <dsp:cNvPr id="0" name=""/>
        <dsp:cNvSpPr/>
      </dsp:nvSpPr>
      <dsp:spPr>
        <a:xfrm>
          <a:off x="322915" y="1576653"/>
          <a:ext cx="587119" cy="5871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DCA72-0962-4CBC-9399-931B5AC543F8}">
      <dsp:nvSpPr>
        <dsp:cNvPr id="0" name=""/>
        <dsp:cNvSpPr/>
      </dsp:nvSpPr>
      <dsp:spPr>
        <a:xfrm>
          <a:off x="1232950" y="1336468"/>
          <a:ext cx="4499255" cy="1067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76" tIns="112976" rIns="112976" bIns="11297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Por que estudar Sistemas Operacionais?</a:t>
          </a:r>
          <a:endParaRPr lang="en-US" sz="2200" kern="1200" dirty="0"/>
        </a:p>
      </dsp:txBody>
      <dsp:txXfrm>
        <a:off x="1232950" y="1336468"/>
        <a:ext cx="4499255" cy="1067489"/>
      </dsp:txXfrm>
    </dsp:sp>
    <dsp:sp modelId="{E8FC68FA-24D4-4D9B-91B0-1FF40BA608B9}">
      <dsp:nvSpPr>
        <dsp:cNvPr id="0" name=""/>
        <dsp:cNvSpPr/>
      </dsp:nvSpPr>
      <dsp:spPr>
        <a:xfrm>
          <a:off x="0" y="2670830"/>
          <a:ext cx="5732205" cy="10674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BD07C-29FF-40AE-913A-F986EB7893D2}">
      <dsp:nvSpPr>
        <dsp:cNvPr id="0" name=""/>
        <dsp:cNvSpPr/>
      </dsp:nvSpPr>
      <dsp:spPr>
        <a:xfrm>
          <a:off x="322915" y="2911015"/>
          <a:ext cx="587119" cy="5871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6E39C-2A4A-4E7A-AEC6-8CFBAE17FAE2}">
      <dsp:nvSpPr>
        <dsp:cNvPr id="0" name=""/>
        <dsp:cNvSpPr/>
      </dsp:nvSpPr>
      <dsp:spPr>
        <a:xfrm>
          <a:off x="1232950" y="2670830"/>
          <a:ext cx="4499255" cy="1067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76" tIns="112976" rIns="112976" bIns="11297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Revisão de Arquitetura de Computadores</a:t>
          </a:r>
          <a:endParaRPr lang="en-US" sz="2200" kern="1200" dirty="0"/>
        </a:p>
      </dsp:txBody>
      <dsp:txXfrm>
        <a:off x="1232950" y="2670830"/>
        <a:ext cx="4499255" cy="1067489"/>
      </dsp:txXfrm>
    </dsp:sp>
    <dsp:sp modelId="{B3575360-5C23-4CA6-AE16-DF001C28C995}">
      <dsp:nvSpPr>
        <dsp:cNvPr id="0" name=""/>
        <dsp:cNvSpPr/>
      </dsp:nvSpPr>
      <dsp:spPr>
        <a:xfrm>
          <a:off x="0" y="4005192"/>
          <a:ext cx="5732205" cy="10674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D6A8C-FBB5-45BC-91D0-2B527530B828}">
      <dsp:nvSpPr>
        <dsp:cNvPr id="0" name=""/>
        <dsp:cNvSpPr/>
      </dsp:nvSpPr>
      <dsp:spPr>
        <a:xfrm>
          <a:off x="322915" y="4245377"/>
          <a:ext cx="587119" cy="5871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6A17E-5677-4A49-86C8-3DBA6AA1C244}">
      <dsp:nvSpPr>
        <dsp:cNvPr id="0" name=""/>
        <dsp:cNvSpPr/>
      </dsp:nvSpPr>
      <dsp:spPr>
        <a:xfrm>
          <a:off x="1232950" y="4005192"/>
          <a:ext cx="4499255" cy="1067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76" tIns="112976" rIns="112976" bIns="11297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Conceitos básicos de Sistemas Operacionais</a:t>
          </a:r>
          <a:endParaRPr lang="en-US" sz="2200" kern="1200" dirty="0"/>
        </a:p>
      </dsp:txBody>
      <dsp:txXfrm>
        <a:off x="1232950" y="4005192"/>
        <a:ext cx="4499255" cy="10674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3D041D-F24F-47A3-8278-4F0EEBE2C33A}">
      <dsp:nvSpPr>
        <dsp:cNvPr id="0" name=""/>
        <dsp:cNvSpPr/>
      </dsp:nvSpPr>
      <dsp:spPr>
        <a:xfrm>
          <a:off x="0" y="625850"/>
          <a:ext cx="6202679" cy="793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397" tIns="395732" rIns="48139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/>
            <a:t>Armazenam valores temporários.</a:t>
          </a:r>
          <a:endParaRPr lang="en-US" sz="1900" kern="1200"/>
        </a:p>
      </dsp:txBody>
      <dsp:txXfrm>
        <a:off x="0" y="625850"/>
        <a:ext cx="6202679" cy="793012"/>
      </dsp:txXfrm>
    </dsp:sp>
    <dsp:sp modelId="{3BB59EE1-E5CD-4946-BC9A-F58929B84A31}">
      <dsp:nvSpPr>
        <dsp:cNvPr id="0" name=""/>
        <dsp:cNvSpPr/>
      </dsp:nvSpPr>
      <dsp:spPr>
        <a:xfrm>
          <a:off x="310134" y="345410"/>
          <a:ext cx="4341876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113" tIns="0" rIns="16411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Registradores de propósito geral:</a:t>
          </a:r>
          <a:endParaRPr lang="en-US" sz="1900" kern="1200"/>
        </a:p>
      </dsp:txBody>
      <dsp:txXfrm>
        <a:off x="337514" y="372790"/>
        <a:ext cx="4287116" cy="506120"/>
      </dsp:txXfrm>
    </dsp:sp>
    <dsp:sp modelId="{E47A0CBC-F3F4-4A31-B02C-FDB45DE1A5D0}">
      <dsp:nvSpPr>
        <dsp:cNvPr id="0" name=""/>
        <dsp:cNvSpPr/>
      </dsp:nvSpPr>
      <dsp:spPr>
        <a:xfrm>
          <a:off x="0" y="1801903"/>
          <a:ext cx="6202679" cy="793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397" tIns="395732" rIns="48139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/>
            <a:t>Registra a instrução executada no momento.</a:t>
          </a:r>
          <a:endParaRPr lang="en-US" sz="1900" kern="1200"/>
        </a:p>
      </dsp:txBody>
      <dsp:txXfrm>
        <a:off x="0" y="1801903"/>
        <a:ext cx="6202679" cy="793012"/>
      </dsp:txXfrm>
    </dsp:sp>
    <dsp:sp modelId="{52424E7E-B55F-4E63-ADDE-9FFF57270E29}">
      <dsp:nvSpPr>
        <dsp:cNvPr id="0" name=""/>
        <dsp:cNvSpPr/>
      </dsp:nvSpPr>
      <dsp:spPr>
        <a:xfrm>
          <a:off x="310134" y="1521463"/>
          <a:ext cx="4341876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113" tIns="0" rIns="16411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RI: Registrador de Instruções</a:t>
          </a:r>
          <a:endParaRPr lang="en-US" sz="1900" kern="1200"/>
        </a:p>
      </dsp:txBody>
      <dsp:txXfrm>
        <a:off x="337514" y="1548843"/>
        <a:ext cx="4287116" cy="506120"/>
      </dsp:txXfrm>
    </dsp:sp>
    <dsp:sp modelId="{242A40B0-F572-4650-B374-14C68F91E699}">
      <dsp:nvSpPr>
        <dsp:cNvPr id="0" name=""/>
        <dsp:cNvSpPr/>
      </dsp:nvSpPr>
      <dsp:spPr>
        <a:xfrm>
          <a:off x="0" y="2977955"/>
          <a:ext cx="6202679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397" tIns="395732" rIns="48139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/>
            <a:t>Indica qual a próxima instrução a ser executada.</a:t>
          </a:r>
          <a:endParaRPr lang="en-US" sz="1900" kern="1200" dirty="0"/>
        </a:p>
      </dsp:txBody>
      <dsp:txXfrm>
        <a:off x="0" y="2977955"/>
        <a:ext cx="6202679" cy="1077300"/>
      </dsp:txXfrm>
    </dsp:sp>
    <dsp:sp modelId="{75CB2050-4C7A-4FD0-B378-72B81A766D2C}">
      <dsp:nvSpPr>
        <dsp:cNvPr id="0" name=""/>
        <dsp:cNvSpPr/>
      </dsp:nvSpPr>
      <dsp:spPr>
        <a:xfrm>
          <a:off x="310134" y="2697516"/>
          <a:ext cx="4341876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113" tIns="0" rIns="16411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CP: Contador de Programas</a:t>
          </a:r>
          <a:endParaRPr lang="en-US" sz="1900" kern="1200"/>
        </a:p>
      </dsp:txBody>
      <dsp:txXfrm>
        <a:off x="337514" y="2724896"/>
        <a:ext cx="4287116" cy="506120"/>
      </dsp:txXfrm>
    </dsp:sp>
    <dsp:sp modelId="{B9281E98-A548-4211-AA9E-566B15DE9EF4}">
      <dsp:nvSpPr>
        <dsp:cNvPr id="0" name=""/>
        <dsp:cNvSpPr/>
      </dsp:nvSpPr>
      <dsp:spPr>
        <a:xfrm>
          <a:off x="0" y="4438295"/>
          <a:ext cx="6202679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397" tIns="395732" rIns="48139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/>
            <a:t>Armazena o endereço de memória em que está a pilha.</a:t>
          </a:r>
          <a:endParaRPr lang="en-US" sz="1900" kern="1200"/>
        </a:p>
      </dsp:txBody>
      <dsp:txXfrm>
        <a:off x="0" y="4438295"/>
        <a:ext cx="6202679" cy="1077300"/>
      </dsp:txXfrm>
    </dsp:sp>
    <dsp:sp modelId="{ABFC2A93-2614-4037-9E47-62A732D998DB}">
      <dsp:nvSpPr>
        <dsp:cNvPr id="0" name=""/>
        <dsp:cNvSpPr/>
      </dsp:nvSpPr>
      <dsp:spPr>
        <a:xfrm>
          <a:off x="310134" y="4157856"/>
          <a:ext cx="4341876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113" tIns="0" rIns="16411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SP: </a:t>
          </a:r>
          <a:r>
            <a:rPr lang="en-US" sz="1900" kern="1200"/>
            <a:t>Stack Pointer</a:t>
          </a:r>
          <a:r>
            <a:rPr lang="pt-BR" sz="1900" kern="1200"/>
            <a:t> (ponteiro de pilha)</a:t>
          </a:r>
          <a:endParaRPr lang="en-US" sz="1900" kern="1200"/>
        </a:p>
      </dsp:txBody>
      <dsp:txXfrm>
        <a:off x="337514" y="4185236"/>
        <a:ext cx="4287116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C9DB83-CDCD-4FF9-8298-8AA8134E05D0}">
      <dsp:nvSpPr>
        <dsp:cNvPr id="0" name=""/>
        <dsp:cNvSpPr/>
      </dsp:nvSpPr>
      <dsp:spPr>
        <a:xfrm>
          <a:off x="-334078" y="9526"/>
          <a:ext cx="5732205" cy="1064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BA4A90-E69F-41D6-813A-9E1443F1ABF6}">
      <dsp:nvSpPr>
        <dsp:cNvPr id="0" name=""/>
        <dsp:cNvSpPr/>
      </dsp:nvSpPr>
      <dsp:spPr>
        <a:xfrm>
          <a:off x="-12107" y="249008"/>
          <a:ext cx="585400" cy="5854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C5566-4EED-43DE-8AD2-DEDACC0031D9}">
      <dsp:nvSpPr>
        <dsp:cNvPr id="0" name=""/>
        <dsp:cNvSpPr/>
      </dsp:nvSpPr>
      <dsp:spPr>
        <a:xfrm>
          <a:off x="895263" y="9526"/>
          <a:ext cx="2579492" cy="1064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645" tIns="112645" rIns="112645" bIns="11264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Hardware</a:t>
          </a:r>
          <a:endParaRPr lang="en-US" sz="2200" kern="1200"/>
        </a:p>
      </dsp:txBody>
      <dsp:txXfrm>
        <a:off x="895263" y="9526"/>
        <a:ext cx="2579492" cy="1064365"/>
      </dsp:txXfrm>
    </dsp:sp>
    <dsp:sp modelId="{97ED3B7E-2B0B-4E75-AC3B-B3895AD3E2D9}">
      <dsp:nvSpPr>
        <dsp:cNvPr id="0" name=""/>
        <dsp:cNvSpPr/>
      </dsp:nvSpPr>
      <dsp:spPr>
        <a:xfrm>
          <a:off x="2804194" y="9526"/>
          <a:ext cx="3262089" cy="1064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645" tIns="112645" rIns="112645" bIns="1126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CPU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Memória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Dispositivos de E/S</a:t>
          </a:r>
          <a:endParaRPr lang="en-US" sz="1400" kern="1200"/>
        </a:p>
      </dsp:txBody>
      <dsp:txXfrm>
        <a:off x="2804194" y="9526"/>
        <a:ext cx="3262089" cy="1064365"/>
      </dsp:txXfrm>
    </dsp:sp>
    <dsp:sp modelId="{A686612F-512B-43DF-93AB-09C0C4B019F6}">
      <dsp:nvSpPr>
        <dsp:cNvPr id="0" name=""/>
        <dsp:cNvSpPr/>
      </dsp:nvSpPr>
      <dsp:spPr>
        <a:xfrm>
          <a:off x="-334078" y="1339983"/>
          <a:ext cx="5732205" cy="1064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D00A5E-E9F4-40FF-AFF7-E330DD1F0A15}">
      <dsp:nvSpPr>
        <dsp:cNvPr id="0" name=""/>
        <dsp:cNvSpPr/>
      </dsp:nvSpPr>
      <dsp:spPr>
        <a:xfrm>
          <a:off x="-12107" y="1579465"/>
          <a:ext cx="585400" cy="5854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7AFE6-9FFD-457C-A617-E26A67F422FC}">
      <dsp:nvSpPr>
        <dsp:cNvPr id="0" name=""/>
        <dsp:cNvSpPr/>
      </dsp:nvSpPr>
      <dsp:spPr>
        <a:xfrm>
          <a:off x="895263" y="1339983"/>
          <a:ext cx="4500459" cy="1064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645" tIns="112645" rIns="112645" bIns="11264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Sistemas de Arquivos</a:t>
          </a:r>
          <a:endParaRPr lang="en-US" sz="2200" kern="1200" dirty="0"/>
        </a:p>
      </dsp:txBody>
      <dsp:txXfrm>
        <a:off x="895263" y="1339983"/>
        <a:ext cx="4500459" cy="1064365"/>
      </dsp:txXfrm>
    </dsp:sp>
    <dsp:sp modelId="{02402209-756A-4507-91B5-200FCE2410E9}">
      <dsp:nvSpPr>
        <dsp:cNvPr id="0" name=""/>
        <dsp:cNvSpPr/>
      </dsp:nvSpPr>
      <dsp:spPr>
        <a:xfrm>
          <a:off x="-334078" y="2670439"/>
          <a:ext cx="5732205" cy="1064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FF3B47-B69A-4A68-B1F8-8571BF0FB421}">
      <dsp:nvSpPr>
        <dsp:cNvPr id="0" name=""/>
        <dsp:cNvSpPr/>
      </dsp:nvSpPr>
      <dsp:spPr>
        <a:xfrm>
          <a:off x="-12107" y="2909921"/>
          <a:ext cx="585400" cy="5854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6F7B0-D263-48DE-A871-4FA8C40F5083}">
      <dsp:nvSpPr>
        <dsp:cNvPr id="0" name=""/>
        <dsp:cNvSpPr/>
      </dsp:nvSpPr>
      <dsp:spPr>
        <a:xfrm>
          <a:off x="895263" y="2670439"/>
          <a:ext cx="4500459" cy="1064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645" tIns="112645" rIns="112645" bIns="11264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Segurança</a:t>
          </a:r>
          <a:endParaRPr lang="en-US" sz="2200" kern="1200" dirty="0"/>
        </a:p>
      </dsp:txBody>
      <dsp:txXfrm>
        <a:off x="895263" y="2670439"/>
        <a:ext cx="4500459" cy="1064365"/>
      </dsp:txXfrm>
    </dsp:sp>
    <dsp:sp modelId="{261C645E-2B07-4BCF-ACF2-DC7DF75F37B0}">
      <dsp:nvSpPr>
        <dsp:cNvPr id="0" name=""/>
        <dsp:cNvSpPr/>
      </dsp:nvSpPr>
      <dsp:spPr>
        <a:xfrm>
          <a:off x="-334078" y="4000896"/>
          <a:ext cx="5732205" cy="1064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61971-127A-47B3-9802-CF8588D10A6C}">
      <dsp:nvSpPr>
        <dsp:cNvPr id="0" name=""/>
        <dsp:cNvSpPr/>
      </dsp:nvSpPr>
      <dsp:spPr>
        <a:xfrm>
          <a:off x="-12107" y="4240378"/>
          <a:ext cx="585400" cy="5854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0C031-E1E9-4440-912C-A088A4223B83}">
      <dsp:nvSpPr>
        <dsp:cNvPr id="0" name=""/>
        <dsp:cNvSpPr/>
      </dsp:nvSpPr>
      <dsp:spPr>
        <a:xfrm>
          <a:off x="895263" y="4000896"/>
          <a:ext cx="4500459" cy="1064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645" tIns="112645" rIns="112645" bIns="11264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Redes de Comunicação</a:t>
          </a:r>
        </a:p>
      </dsp:txBody>
      <dsp:txXfrm>
        <a:off x="895263" y="4000896"/>
        <a:ext cx="4500459" cy="10643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D9133-E82B-420C-9BA2-69C6284BC202}">
      <dsp:nvSpPr>
        <dsp:cNvPr id="0" name=""/>
        <dsp:cNvSpPr/>
      </dsp:nvSpPr>
      <dsp:spPr>
        <a:xfrm>
          <a:off x="1585439" y="12265"/>
          <a:ext cx="969373" cy="96937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AE66C5-AEF3-43BE-873B-2CD1BEEEAFB5}">
      <dsp:nvSpPr>
        <dsp:cNvPr id="0" name=""/>
        <dsp:cNvSpPr/>
      </dsp:nvSpPr>
      <dsp:spPr>
        <a:xfrm>
          <a:off x="1789008" y="215833"/>
          <a:ext cx="562236" cy="5622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399D2-9626-416C-B997-97742C548182}">
      <dsp:nvSpPr>
        <dsp:cNvPr id="0" name=""/>
        <dsp:cNvSpPr/>
      </dsp:nvSpPr>
      <dsp:spPr>
        <a:xfrm>
          <a:off x="2762536" y="12265"/>
          <a:ext cx="2284952" cy="969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Criação de processo;</a:t>
          </a:r>
          <a:endParaRPr lang="en-US" sz="2000" kern="1200" dirty="0"/>
        </a:p>
      </dsp:txBody>
      <dsp:txXfrm>
        <a:off x="2762536" y="12265"/>
        <a:ext cx="2284952" cy="969373"/>
      </dsp:txXfrm>
    </dsp:sp>
    <dsp:sp modelId="{82A20A8E-F9FE-4B6F-A9B0-C910DB0DE837}">
      <dsp:nvSpPr>
        <dsp:cNvPr id="0" name=""/>
        <dsp:cNvSpPr/>
      </dsp:nvSpPr>
      <dsp:spPr>
        <a:xfrm>
          <a:off x="5445624" y="12265"/>
          <a:ext cx="969373" cy="96937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C9959E-66C0-4F40-8A0C-0FBF8267B93D}">
      <dsp:nvSpPr>
        <dsp:cNvPr id="0" name=""/>
        <dsp:cNvSpPr/>
      </dsp:nvSpPr>
      <dsp:spPr>
        <a:xfrm>
          <a:off x="5649192" y="215833"/>
          <a:ext cx="562236" cy="5622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B09F4-31B4-4374-B2B1-54748A76B2D0}">
      <dsp:nvSpPr>
        <dsp:cNvPr id="0" name=""/>
        <dsp:cNvSpPr/>
      </dsp:nvSpPr>
      <dsp:spPr>
        <a:xfrm>
          <a:off x="6622720" y="12265"/>
          <a:ext cx="2284952" cy="969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Destruição de processo;</a:t>
          </a:r>
          <a:endParaRPr lang="en-US" sz="2000" kern="1200" dirty="0"/>
        </a:p>
      </dsp:txBody>
      <dsp:txXfrm>
        <a:off x="6622720" y="12265"/>
        <a:ext cx="2284952" cy="969373"/>
      </dsp:txXfrm>
    </dsp:sp>
    <dsp:sp modelId="{F9CBEFDE-FE06-4D84-B82D-9F3930A80E70}">
      <dsp:nvSpPr>
        <dsp:cNvPr id="0" name=""/>
        <dsp:cNvSpPr/>
      </dsp:nvSpPr>
      <dsp:spPr>
        <a:xfrm>
          <a:off x="1585439" y="1737019"/>
          <a:ext cx="969373" cy="96937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D20D18-D411-42F9-846D-6F714A8A4CD3}">
      <dsp:nvSpPr>
        <dsp:cNvPr id="0" name=""/>
        <dsp:cNvSpPr/>
      </dsp:nvSpPr>
      <dsp:spPr>
        <a:xfrm>
          <a:off x="1789008" y="1940587"/>
          <a:ext cx="562236" cy="5622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978F3-329D-4004-B4FA-D691B4FB471D}">
      <dsp:nvSpPr>
        <dsp:cNvPr id="0" name=""/>
        <dsp:cNvSpPr/>
      </dsp:nvSpPr>
      <dsp:spPr>
        <a:xfrm>
          <a:off x="2762536" y="1737019"/>
          <a:ext cx="2284952" cy="969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Alteração da prioridade do processo;</a:t>
          </a:r>
          <a:endParaRPr lang="en-US" sz="2000" kern="1200" dirty="0"/>
        </a:p>
      </dsp:txBody>
      <dsp:txXfrm>
        <a:off x="2762536" y="1737019"/>
        <a:ext cx="2284952" cy="969373"/>
      </dsp:txXfrm>
    </dsp:sp>
    <dsp:sp modelId="{D6E7128A-13A6-434F-B3EF-E7402B8BC28D}">
      <dsp:nvSpPr>
        <dsp:cNvPr id="0" name=""/>
        <dsp:cNvSpPr/>
      </dsp:nvSpPr>
      <dsp:spPr>
        <a:xfrm>
          <a:off x="5445624" y="1737019"/>
          <a:ext cx="969373" cy="96937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C5BDC-2632-476D-B2D7-A11FEBFA6C58}">
      <dsp:nvSpPr>
        <dsp:cNvPr id="0" name=""/>
        <dsp:cNvSpPr/>
      </dsp:nvSpPr>
      <dsp:spPr>
        <a:xfrm>
          <a:off x="5649192" y="1940587"/>
          <a:ext cx="562236" cy="5622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034B8-589A-47CB-84C0-A8B23CC9D65D}">
      <dsp:nvSpPr>
        <dsp:cNvPr id="0" name=""/>
        <dsp:cNvSpPr/>
      </dsp:nvSpPr>
      <dsp:spPr>
        <a:xfrm>
          <a:off x="6622720" y="1737019"/>
          <a:ext cx="2284952" cy="969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Mecanismos de comunicação </a:t>
          </a:r>
          <a:r>
            <a:rPr lang="pt-BR" sz="2000" kern="1200" dirty="0" err="1"/>
            <a:t>interprocessos</a:t>
          </a:r>
          <a:r>
            <a:rPr lang="pt-BR" sz="2000" kern="1200" dirty="0"/>
            <a:t>;</a:t>
          </a:r>
          <a:endParaRPr lang="en-US" sz="2000" kern="1200" dirty="0"/>
        </a:p>
      </dsp:txBody>
      <dsp:txXfrm>
        <a:off x="6622720" y="1737019"/>
        <a:ext cx="2284952" cy="969373"/>
      </dsp:txXfrm>
    </dsp:sp>
    <dsp:sp modelId="{BC77D73B-CC9D-4EEB-BBFE-57561E66A609}">
      <dsp:nvSpPr>
        <dsp:cNvPr id="0" name=""/>
        <dsp:cNvSpPr/>
      </dsp:nvSpPr>
      <dsp:spPr>
        <a:xfrm>
          <a:off x="5391462" y="3311868"/>
          <a:ext cx="969373" cy="96937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053986-5D81-45C8-AFF7-7BA79C2CFF11}">
      <dsp:nvSpPr>
        <dsp:cNvPr id="0" name=""/>
        <dsp:cNvSpPr/>
      </dsp:nvSpPr>
      <dsp:spPr>
        <a:xfrm>
          <a:off x="5595030" y="3515437"/>
          <a:ext cx="562236" cy="5622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D73F8-2E23-42B5-96BC-2E099702BF6D}">
      <dsp:nvSpPr>
        <dsp:cNvPr id="0" name=""/>
        <dsp:cNvSpPr/>
      </dsp:nvSpPr>
      <dsp:spPr>
        <a:xfrm>
          <a:off x="6568558" y="3311868"/>
          <a:ext cx="2284952" cy="969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Mecanismos de sincronização de processos.</a:t>
          </a:r>
          <a:endParaRPr lang="en-US" sz="2000" kern="1200" dirty="0"/>
        </a:p>
      </dsp:txBody>
      <dsp:txXfrm>
        <a:off x="6568558" y="3311868"/>
        <a:ext cx="2284952" cy="9693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52A86-EB93-4610-B4B3-2459B8E23197}">
      <dsp:nvSpPr>
        <dsp:cNvPr id="0" name=""/>
        <dsp:cNvSpPr/>
      </dsp:nvSpPr>
      <dsp:spPr>
        <a:xfrm>
          <a:off x="1473439" y="1260412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D8174-DFDD-4AD2-AF01-42F0439331D4}">
      <dsp:nvSpPr>
        <dsp:cNvPr id="0" name=""/>
        <dsp:cNvSpPr/>
      </dsp:nvSpPr>
      <dsp:spPr>
        <a:xfrm>
          <a:off x="285439" y="367459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Fornecer serviços que simplifiquem o desenvolvimento de aplicações</a:t>
          </a:r>
          <a:endParaRPr lang="en-US" sz="1900" kern="1200"/>
        </a:p>
      </dsp:txBody>
      <dsp:txXfrm>
        <a:off x="285439" y="3674595"/>
        <a:ext cx="4320000" cy="720000"/>
      </dsp:txXfrm>
    </dsp:sp>
    <dsp:sp modelId="{90A1A489-D0A6-44A7-B995-BEE0EE748E2D}">
      <dsp:nvSpPr>
        <dsp:cNvPr id="0" name=""/>
        <dsp:cNvSpPr/>
      </dsp:nvSpPr>
      <dsp:spPr>
        <a:xfrm>
          <a:off x="6549439" y="1260412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73581-50C6-419E-8481-1FFFEA6B1DAF}">
      <dsp:nvSpPr>
        <dsp:cNvPr id="0" name=""/>
        <dsp:cNvSpPr/>
      </dsp:nvSpPr>
      <dsp:spPr>
        <a:xfrm>
          <a:off x="5361439" y="367459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Os dispositivos de E/S muitas vezes são compartilhados entre vários processos</a:t>
          </a:r>
          <a:endParaRPr lang="en-US" sz="1900" kern="1200"/>
        </a:p>
      </dsp:txBody>
      <dsp:txXfrm>
        <a:off x="5361439" y="3674595"/>
        <a:ext cx="432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46D9C9-B3EE-4EDF-A025-1CE7E0480E59}">
      <dsp:nvSpPr>
        <dsp:cNvPr id="0" name=""/>
        <dsp:cNvSpPr/>
      </dsp:nvSpPr>
      <dsp:spPr>
        <a:xfrm>
          <a:off x="203482" y="1564"/>
          <a:ext cx="2535829" cy="152149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Abrir um dispositivo ou associá-lo a um processo;</a:t>
          </a:r>
          <a:endParaRPr lang="en-US" sz="1600" kern="1200"/>
        </a:p>
      </dsp:txBody>
      <dsp:txXfrm>
        <a:off x="203482" y="1564"/>
        <a:ext cx="2535829" cy="1521497"/>
      </dsp:txXfrm>
    </dsp:sp>
    <dsp:sp modelId="{2C3FB6AB-5523-4F8C-93F0-A66E0E2EEB98}">
      <dsp:nvSpPr>
        <dsp:cNvPr id="0" name=""/>
        <dsp:cNvSpPr/>
      </dsp:nvSpPr>
      <dsp:spPr>
        <a:xfrm>
          <a:off x="2992894" y="1564"/>
          <a:ext cx="2535829" cy="152149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Ler dados de um dispositivo;</a:t>
          </a:r>
          <a:endParaRPr lang="en-US" sz="1600" kern="1200"/>
        </a:p>
      </dsp:txBody>
      <dsp:txXfrm>
        <a:off x="2992894" y="1564"/>
        <a:ext cx="2535829" cy="1521497"/>
      </dsp:txXfrm>
    </dsp:sp>
    <dsp:sp modelId="{62572B00-F58D-4DB5-8F1B-3D63BA84DE2E}">
      <dsp:nvSpPr>
        <dsp:cNvPr id="0" name=""/>
        <dsp:cNvSpPr/>
      </dsp:nvSpPr>
      <dsp:spPr>
        <a:xfrm>
          <a:off x="203482" y="1776645"/>
          <a:ext cx="2535829" cy="15214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Gravar dados em um dispositivo;</a:t>
          </a:r>
          <a:endParaRPr lang="en-US" sz="1600" kern="1200"/>
        </a:p>
      </dsp:txBody>
      <dsp:txXfrm>
        <a:off x="203482" y="1776645"/>
        <a:ext cx="2535829" cy="1521497"/>
      </dsp:txXfrm>
    </dsp:sp>
    <dsp:sp modelId="{3D48F19C-87C7-45DD-B7C7-39664D7B489B}">
      <dsp:nvSpPr>
        <dsp:cNvPr id="0" name=""/>
        <dsp:cNvSpPr/>
      </dsp:nvSpPr>
      <dsp:spPr>
        <a:xfrm>
          <a:off x="2992894" y="1776645"/>
          <a:ext cx="2535829" cy="152149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Fechar e liberar um dispositivo;</a:t>
          </a:r>
          <a:endParaRPr lang="en-US" sz="1600" kern="1200"/>
        </a:p>
      </dsp:txBody>
      <dsp:txXfrm>
        <a:off x="2992894" y="1776645"/>
        <a:ext cx="2535829" cy="1521497"/>
      </dsp:txXfrm>
    </dsp:sp>
    <dsp:sp modelId="{97CFBA86-BB22-4B3D-97D8-B184C115C2BB}">
      <dsp:nvSpPr>
        <dsp:cNvPr id="0" name=""/>
        <dsp:cNvSpPr/>
      </dsp:nvSpPr>
      <dsp:spPr>
        <a:xfrm>
          <a:off x="203482" y="3551725"/>
          <a:ext cx="2535829" cy="152149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Fornecer acesso exclusivo a dispositivos apropriados;</a:t>
          </a:r>
          <a:endParaRPr lang="en-US" sz="1600" kern="1200"/>
        </a:p>
      </dsp:txBody>
      <dsp:txXfrm>
        <a:off x="203482" y="3551725"/>
        <a:ext cx="2535829" cy="1521497"/>
      </dsp:txXfrm>
    </dsp:sp>
    <dsp:sp modelId="{AADD2D33-E0E2-4242-AD1B-B0E6EB2296B5}">
      <dsp:nvSpPr>
        <dsp:cNvPr id="0" name=""/>
        <dsp:cNvSpPr/>
      </dsp:nvSpPr>
      <dsp:spPr>
        <a:xfrm>
          <a:off x="2992894" y="3551725"/>
          <a:ext cx="2535829" cy="152149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Fornecer várias funções especiais, como rebobinar fitas e configurar a taxa de transmissão de linhas seriais.</a:t>
          </a:r>
          <a:endParaRPr lang="en-US" sz="1600" kern="1200"/>
        </a:p>
      </dsp:txBody>
      <dsp:txXfrm>
        <a:off x="2992894" y="3551725"/>
        <a:ext cx="2535829" cy="15214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9F923-672F-4305-ACEF-F3A76BE0D7CF}">
      <dsp:nvSpPr>
        <dsp:cNvPr id="0" name=""/>
        <dsp:cNvSpPr/>
      </dsp:nvSpPr>
      <dsp:spPr>
        <a:xfrm>
          <a:off x="0" y="0"/>
          <a:ext cx="8808720" cy="10003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Parte das responsabilidades de gestão de outros programas</a:t>
          </a:r>
          <a:endParaRPr lang="en-US" sz="2600" kern="1200"/>
        </a:p>
      </dsp:txBody>
      <dsp:txXfrm>
        <a:off x="29299" y="29299"/>
        <a:ext cx="7729279" cy="941737"/>
      </dsp:txXfrm>
    </dsp:sp>
    <dsp:sp modelId="{6C0CE548-37A4-48A0-A364-7BC4EC68BA55}">
      <dsp:nvSpPr>
        <dsp:cNvPr id="0" name=""/>
        <dsp:cNvSpPr/>
      </dsp:nvSpPr>
      <dsp:spPr>
        <a:xfrm>
          <a:off x="777239" y="1167058"/>
          <a:ext cx="8808720" cy="10003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Autenticar  a identidade de um solicitante</a:t>
          </a:r>
          <a:endParaRPr lang="en-US" sz="2600" kern="1200"/>
        </a:p>
      </dsp:txBody>
      <dsp:txXfrm>
        <a:off x="806538" y="1196357"/>
        <a:ext cx="7322663" cy="941737"/>
      </dsp:txXfrm>
    </dsp:sp>
    <dsp:sp modelId="{273194CE-2FD2-4FA0-843E-EF42C15736A5}">
      <dsp:nvSpPr>
        <dsp:cNvPr id="0" name=""/>
        <dsp:cNvSpPr/>
      </dsp:nvSpPr>
      <dsp:spPr>
        <a:xfrm>
          <a:off x="1554479" y="2334116"/>
          <a:ext cx="8808720" cy="10003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Autorizar o acesso de acordo com a política de segurança</a:t>
          </a:r>
          <a:endParaRPr lang="en-US" sz="2600" kern="1200"/>
        </a:p>
      </dsp:txBody>
      <dsp:txXfrm>
        <a:off x="1583778" y="2363415"/>
        <a:ext cx="7322663" cy="941737"/>
      </dsp:txXfrm>
    </dsp:sp>
    <dsp:sp modelId="{E4DE22DC-5CEB-477C-8355-4500180E1F6B}">
      <dsp:nvSpPr>
        <dsp:cNvPr id="0" name=""/>
        <dsp:cNvSpPr/>
      </dsp:nvSpPr>
      <dsp:spPr>
        <a:xfrm>
          <a:off x="8158501" y="758587"/>
          <a:ext cx="650218" cy="6502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304800" y="758587"/>
        <a:ext cx="357620" cy="489289"/>
      </dsp:txXfrm>
    </dsp:sp>
    <dsp:sp modelId="{5D6073AC-A376-4874-97AB-4E07684744DF}">
      <dsp:nvSpPr>
        <dsp:cNvPr id="0" name=""/>
        <dsp:cNvSpPr/>
      </dsp:nvSpPr>
      <dsp:spPr>
        <a:xfrm>
          <a:off x="8935741" y="1918977"/>
          <a:ext cx="650218" cy="65021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9082040" y="1918977"/>
        <a:ext cx="357620" cy="489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DF571-53F2-4A52-9827-C67768E465D1}" type="datetimeFigureOut">
              <a:rPr lang="pt-BR" smtClean="0"/>
              <a:t>18/01/2022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F62F9-5D9A-4DEB-AEF5-BF60E72BA2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8583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3">
            <a:extLst>
              <a:ext uri="{FF2B5EF4-FFF2-40B4-BE49-F238E27FC236}">
                <a16:creationId xmlns:a16="http://schemas.microsoft.com/office/drawing/2014/main" id="{950B3F05-4046-4E54-9109-C0B272C559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fld id="{6B789B38-6732-4BC8-AD86-737C5ACF8C43}" type="slidenum">
              <a:rPr lang="en-GB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t>12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18435" name="Text Box 1">
            <a:extLst>
              <a:ext uri="{FF2B5EF4-FFF2-40B4-BE49-F238E27FC236}">
                <a16:creationId xmlns:a16="http://schemas.microsoft.com/office/drawing/2014/main" id="{BA5F3D7A-4F4B-46E9-BF84-7EAF1BFAD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20700"/>
            <a:ext cx="5918200" cy="2571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937079E0-66F1-4705-B75D-1A7C52D5565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3257550"/>
            <a:ext cx="7302500" cy="3078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3">
            <a:extLst>
              <a:ext uri="{FF2B5EF4-FFF2-40B4-BE49-F238E27FC236}">
                <a16:creationId xmlns:a16="http://schemas.microsoft.com/office/drawing/2014/main" id="{2536D698-979D-403C-99B1-958CF672A7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fld id="{A417ACB5-DDCA-43A5-ADB6-418F84B0B72F}" type="slidenum">
              <a:rPr lang="en-GB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t>13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20483" name="Text Box 1">
            <a:extLst>
              <a:ext uri="{FF2B5EF4-FFF2-40B4-BE49-F238E27FC236}">
                <a16:creationId xmlns:a16="http://schemas.microsoft.com/office/drawing/2014/main" id="{CC7F718F-665F-4BD5-AB18-084E64AD0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20700"/>
            <a:ext cx="5918200" cy="2571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F4DA97BF-0DC3-4804-B8F1-CF071E56E42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3257550"/>
            <a:ext cx="7302500" cy="3078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3">
            <a:extLst>
              <a:ext uri="{FF2B5EF4-FFF2-40B4-BE49-F238E27FC236}">
                <a16:creationId xmlns:a16="http://schemas.microsoft.com/office/drawing/2014/main" id="{D740D722-768E-4224-9651-E4B899B0CC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fld id="{27689565-6CE3-40E4-A1F9-C88733F97A5F}" type="slidenum">
              <a:rPr lang="en-GB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t>14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22531" name="Text Box 1">
            <a:extLst>
              <a:ext uri="{FF2B5EF4-FFF2-40B4-BE49-F238E27FC236}">
                <a16:creationId xmlns:a16="http://schemas.microsoft.com/office/drawing/2014/main" id="{BDB34F26-2A66-49FB-9F45-D6247C0F3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20700"/>
            <a:ext cx="5918200" cy="2571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BB1C1BD9-4248-4EFB-B32B-D5732A984EA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3257550"/>
            <a:ext cx="7302500" cy="3078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3">
            <a:extLst>
              <a:ext uri="{FF2B5EF4-FFF2-40B4-BE49-F238E27FC236}">
                <a16:creationId xmlns:a16="http://schemas.microsoft.com/office/drawing/2014/main" id="{31748583-EA11-4B0B-85D8-C10AB1DDD5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fld id="{201877AB-FA27-4AF7-85D6-5ABF817C2227}" type="slidenum">
              <a:rPr lang="en-GB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t>15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24579" name="Text Box 1">
            <a:extLst>
              <a:ext uri="{FF2B5EF4-FFF2-40B4-BE49-F238E27FC236}">
                <a16:creationId xmlns:a16="http://schemas.microsoft.com/office/drawing/2014/main" id="{AF3FB4BB-06B3-451C-98CE-BEE2C177A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20700"/>
            <a:ext cx="5918200" cy="2571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9B469CEC-AC22-43CA-95E5-0F7A75C2144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3257550"/>
            <a:ext cx="7302500" cy="3078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3">
            <a:extLst>
              <a:ext uri="{FF2B5EF4-FFF2-40B4-BE49-F238E27FC236}">
                <a16:creationId xmlns:a16="http://schemas.microsoft.com/office/drawing/2014/main" id="{A1C5A556-DC16-4934-9125-F5E430ED74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fld id="{004F33AE-B2C4-4E7C-BE58-A6DDED0A6DB0}" type="slidenum">
              <a:rPr lang="en-GB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t>16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26627" name="Text Box 1">
            <a:extLst>
              <a:ext uri="{FF2B5EF4-FFF2-40B4-BE49-F238E27FC236}">
                <a16:creationId xmlns:a16="http://schemas.microsoft.com/office/drawing/2014/main" id="{5E577171-B87E-4F83-AAD0-999773EB3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20700"/>
            <a:ext cx="5918200" cy="2571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48D889C9-BE79-4C6B-A566-4F1B989CB05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3257550"/>
            <a:ext cx="7302500" cy="3078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3">
            <a:extLst>
              <a:ext uri="{FF2B5EF4-FFF2-40B4-BE49-F238E27FC236}">
                <a16:creationId xmlns:a16="http://schemas.microsoft.com/office/drawing/2014/main" id="{31BF6795-831A-4446-8EF5-FC5EC9273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fld id="{8199A0B4-EE45-4865-8F7F-3A1A5F2F5500}" type="slidenum">
              <a:rPr lang="en-GB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t>17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28675" name="Text Box 1">
            <a:extLst>
              <a:ext uri="{FF2B5EF4-FFF2-40B4-BE49-F238E27FC236}">
                <a16:creationId xmlns:a16="http://schemas.microsoft.com/office/drawing/2014/main" id="{6C909335-AE16-46BB-AF1B-3C3F15649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20700"/>
            <a:ext cx="5918200" cy="2571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D39E7607-365B-4577-9189-B324B90065D7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3257550"/>
            <a:ext cx="7302500" cy="3078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3">
            <a:extLst>
              <a:ext uri="{FF2B5EF4-FFF2-40B4-BE49-F238E27FC236}">
                <a16:creationId xmlns:a16="http://schemas.microsoft.com/office/drawing/2014/main" id="{5C767615-9993-4DEE-8A2C-206965F7C3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fld id="{A6B761AB-C0BC-4418-AA36-2B5D737EFA5A}" type="slidenum">
              <a:rPr lang="en-GB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t>18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30723" name="Text Box 1">
            <a:extLst>
              <a:ext uri="{FF2B5EF4-FFF2-40B4-BE49-F238E27FC236}">
                <a16:creationId xmlns:a16="http://schemas.microsoft.com/office/drawing/2014/main" id="{9464073D-149A-4106-8501-059D9F8D1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20700"/>
            <a:ext cx="5918200" cy="2571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05F67A21-4AF9-4F4F-9C4E-E8FC5ED85AC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3257550"/>
            <a:ext cx="7302500" cy="3078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>
            <a:extLst>
              <a:ext uri="{FF2B5EF4-FFF2-40B4-BE49-F238E27FC236}">
                <a16:creationId xmlns:a16="http://schemas.microsoft.com/office/drawing/2014/main" id="{4D920A94-E30E-4D75-A63C-B27B22E94B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fld id="{4111568F-8CBA-4686-8D70-4D043594528A}" type="slidenum">
              <a:rPr lang="en-GB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t>19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32771" name="Text Box 1">
            <a:extLst>
              <a:ext uri="{FF2B5EF4-FFF2-40B4-BE49-F238E27FC236}">
                <a16:creationId xmlns:a16="http://schemas.microsoft.com/office/drawing/2014/main" id="{2CB56873-820F-4B6A-A1DB-16A8DB487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20700"/>
            <a:ext cx="5918200" cy="2571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D88FB5D7-E354-44FA-BB70-16DDAFADE2B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3257550"/>
            <a:ext cx="7302500" cy="3078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3">
            <a:extLst>
              <a:ext uri="{FF2B5EF4-FFF2-40B4-BE49-F238E27FC236}">
                <a16:creationId xmlns:a16="http://schemas.microsoft.com/office/drawing/2014/main" id="{6BBE96FA-CF1E-41CB-AD71-C253DD7DB4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fld id="{7A114B7F-FFBC-48C7-90C1-E97B83E9E2AC}" type="slidenum">
              <a:rPr lang="en-GB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t>20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34819" name="Text Box 1">
            <a:extLst>
              <a:ext uri="{FF2B5EF4-FFF2-40B4-BE49-F238E27FC236}">
                <a16:creationId xmlns:a16="http://schemas.microsoft.com/office/drawing/2014/main" id="{EF4B11A9-37A7-4103-8B48-6197A4285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20700"/>
            <a:ext cx="5918200" cy="2571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E1C0F8EA-2DFE-4713-B92D-0239115E041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3257550"/>
            <a:ext cx="7302500" cy="3078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3">
            <a:extLst>
              <a:ext uri="{FF2B5EF4-FFF2-40B4-BE49-F238E27FC236}">
                <a16:creationId xmlns:a16="http://schemas.microsoft.com/office/drawing/2014/main" id="{C3548380-8E60-4DCC-ACBE-4A103194C2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fld id="{82C51975-66ED-40A4-99EC-6B7036222C5A}" type="slidenum">
              <a:rPr lang="en-GB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t>21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36867" name="Text Box 1">
            <a:extLst>
              <a:ext uri="{FF2B5EF4-FFF2-40B4-BE49-F238E27FC236}">
                <a16:creationId xmlns:a16="http://schemas.microsoft.com/office/drawing/2014/main" id="{2EC24CDD-96D0-4D82-850D-A3591EEE5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20700"/>
            <a:ext cx="5918200" cy="2571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7DEDDCF9-7BA0-4DBA-832C-6BC55E9124A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3257550"/>
            <a:ext cx="7302500" cy="3078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3">
            <a:extLst>
              <a:ext uri="{FF2B5EF4-FFF2-40B4-BE49-F238E27FC236}">
                <a16:creationId xmlns:a16="http://schemas.microsoft.com/office/drawing/2014/main" id="{3A2408BB-3D13-4F36-AC4F-47B656E8C1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fld id="{35E236BA-E510-4C04-BF20-29B091589D36}" type="slidenum">
              <a:rPr lang="en-GB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t>22</a:t>
            </a:fld>
            <a:endParaRPr lang="en-GB" altLang="en-US">
              <a:latin typeface="Times New Roman" panose="02020603050405020304" pitchFamily="18" charset="0"/>
            </a:endParaRPr>
          </a:p>
        </p:txBody>
      </p:sp>
      <p:sp>
        <p:nvSpPr>
          <p:cNvPr id="38915" name="Text Box 1">
            <a:extLst>
              <a:ext uri="{FF2B5EF4-FFF2-40B4-BE49-F238E27FC236}">
                <a16:creationId xmlns:a16="http://schemas.microsoft.com/office/drawing/2014/main" id="{D12F6921-D3A3-419D-AB5C-7C693BF1F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20700"/>
            <a:ext cx="5918200" cy="2571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 Narrow" panose="020B0606020202030204" pitchFamily="34" charset="0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F64B0969-4907-4697-B92D-1BD83AE0677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3257550"/>
            <a:ext cx="7302500" cy="3078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90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397241"/>
            <a:ext cx="10363200" cy="7420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244184"/>
            <a:ext cx="10363200" cy="4697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3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7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49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78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79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4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8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6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3200" cy="13144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853369"/>
            <a:ext cx="10363200" cy="3088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0D4E46AA-1EC0-4433-9956-E798E94A6FB7}" type="datetimeFigureOut">
              <a:rPr lang="en-US" smtClean="0"/>
              <a:pPr/>
              <a:t>1/18/2022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38C08-47C7-4847-B0BE-B9D8DEEB3D1B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966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87000"/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SzPct val="87000"/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PU com números binários e plantas">
            <a:extLst>
              <a:ext uri="{FF2B5EF4-FFF2-40B4-BE49-F238E27FC236}">
                <a16:creationId xmlns:a16="http://schemas.microsoft.com/office/drawing/2014/main" id="{6E650B7A-98A3-40F7-A182-33451BFBB8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2"/>
          <a:stretch/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079B67A-7554-4761-9CCE-23D5C4B50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758628" cy="2696866"/>
          </a:xfrm>
        </p:spPr>
        <p:txBody>
          <a:bodyPr anchor="t"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Sistemas Operacionais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E5D7B2-DB17-4B93-ACE0-752F5179B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Prof. André Leon S. Gradvohl, Dr.</a:t>
            </a:r>
          </a:p>
          <a:p>
            <a:r>
              <a:rPr lang="pt-BR" dirty="0">
                <a:solidFill>
                  <a:srgbClr val="FFFFFF"/>
                </a:solidFill>
              </a:rPr>
              <a:t>gradvohl@ft.unicamp.br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18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1B511338-BB96-47DF-BBFA-51C869D81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1" y="914399"/>
            <a:ext cx="3543300" cy="4578624"/>
          </a:xfrm>
        </p:spPr>
        <p:txBody>
          <a:bodyPr anchor="t" anchorCtr="0">
            <a:normAutofit/>
          </a:bodyPr>
          <a:lstStyle/>
          <a:p>
            <a:pPr eaLnBrk="1" hangingPunct="1">
              <a:defRPr/>
            </a:pPr>
            <a:r>
              <a:rPr lang="pt-BR" dirty="0"/>
              <a:t>Plano de Aula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583125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6" name="Espaço Reservado para Número de Slide 5">
            <a:extLst>
              <a:ext uri="{FF2B5EF4-FFF2-40B4-BE49-F238E27FC236}">
                <a16:creationId xmlns:a16="http://schemas.microsoft.com/office/drawing/2014/main" id="{2859892C-B55A-447A-AAAD-03F0DE16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D4320A13-7C74-440B-900B-DE3653A8B8AF}" type="slidenum">
              <a:rPr lang="pt-BR" altLang="en-US" sz="18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2</a:t>
            </a:fld>
            <a:endParaRPr lang="pt-BR" altLang="en-US" sz="1800"/>
          </a:p>
        </p:txBody>
      </p:sp>
      <p:graphicFrame>
        <p:nvGraphicFramePr>
          <p:cNvPr id="69636" name="Rectangle 3">
            <a:extLst>
              <a:ext uri="{FF2B5EF4-FFF2-40B4-BE49-F238E27FC236}">
                <a16:creationId xmlns:a16="http://schemas.microsoft.com/office/drawing/2014/main" id="{4CE4A203-5E9A-446C-8850-4F3F19E840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0533757"/>
              </p:ext>
            </p:extLst>
          </p:nvPr>
        </p:nvGraphicFramePr>
        <p:xfrm>
          <a:off x="5545394" y="867226"/>
          <a:ext cx="5732206" cy="5074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82A42578-2061-4977-9C50-1027336F20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9636">
                                            <p:graphicEl>
                                              <a:dgm id="{82A42578-2061-4977-9C50-1027336F20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DE7C7EDB-F8B3-43D7-A03F-3B4946523F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69636">
                                            <p:graphicEl>
                                              <a:dgm id="{DE7C7EDB-F8B3-43D7-A03F-3B4946523F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1FD4C5EB-0762-46D6-B083-699853EAFE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69636">
                                            <p:graphicEl>
                                              <a:dgm id="{1FD4C5EB-0762-46D6-B083-699853EAFE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EF2A3473-5937-4F92-A082-767A6D83E7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69636">
                                            <p:graphicEl>
                                              <a:dgm id="{EF2A3473-5937-4F92-A082-767A6D83E7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81BF04E7-2094-465F-B172-E0F19C6643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69636">
                                            <p:graphicEl>
                                              <a:dgm id="{81BF04E7-2094-465F-B172-E0F19C6643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BF6DCA72-0962-4CBC-9399-931B5AC54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69636">
                                            <p:graphicEl>
                                              <a:dgm id="{BF6DCA72-0962-4CBC-9399-931B5AC543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4C8BD07C-29FF-40AE-913A-F986EB7893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69636">
                                            <p:graphicEl>
                                              <a:dgm id="{4C8BD07C-29FF-40AE-913A-F986EB7893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E8FC68FA-24D4-4D9B-91B0-1FF40BA608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69636">
                                            <p:graphicEl>
                                              <a:dgm id="{E8FC68FA-24D4-4D9B-91B0-1FF40BA608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E076E39C-2A4A-4E7A-AEC6-8CFBAE17FA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69636">
                                            <p:graphicEl>
                                              <a:dgm id="{E076E39C-2A4A-4E7A-AEC6-8CFBAE17FA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B3575360-5C23-4CA6-AE16-DF001C28C9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69636">
                                            <p:graphicEl>
                                              <a:dgm id="{B3575360-5C23-4CA6-AE16-DF001C28C9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10BD6A8C-FBB5-45BC-91D0-2B527530B8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69636">
                                            <p:graphicEl>
                                              <a:dgm id="{10BD6A8C-FBB5-45BC-91D0-2B527530B8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graphicEl>
                                              <a:dgm id="{0916A17E-5677-4A49-86C8-3DBA6AA1C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69636">
                                            <p:graphicEl>
                                              <a:dgm id="{0916A17E-5677-4A49-86C8-3DBA6AA1C2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9636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D064F-79BE-4A74-A621-EDB1AB65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 do Professor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FE27D3-C277-474D-9512-62C28074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3</a:t>
            </a:fld>
            <a:endParaRPr lang="en-US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9BEEF7-AAAF-43B0-BC87-744A05887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628" y="1214623"/>
            <a:ext cx="11117942" cy="4428753"/>
          </a:xfrm>
        </p:spPr>
        <p:txBody>
          <a:bodyPr>
            <a:normAutofit fontScale="92500" lnSpcReduction="10000"/>
          </a:bodyPr>
          <a:lstStyle/>
          <a:p>
            <a:r>
              <a:rPr lang="pt-BR" sz="2400" dirty="0"/>
              <a:t>Prof. André Leon S. Gradvohl, Dr.</a:t>
            </a:r>
          </a:p>
          <a:p>
            <a:pPr marL="617220" lvl="1" indent="-342900">
              <a:buFont typeface="Wingdings" panose="05000000000000000000" pitchFamily="2" charset="2"/>
              <a:buChar char="Ø"/>
            </a:pPr>
            <a:r>
              <a:rPr lang="pt-BR" sz="2200" dirty="0"/>
              <a:t>Formação:</a:t>
            </a:r>
          </a:p>
          <a:p>
            <a:pPr marL="891540" lvl="2">
              <a:buFont typeface="Wingdings" panose="05000000000000000000" pitchFamily="2" charset="2"/>
              <a:buChar char="ü"/>
            </a:pPr>
            <a:r>
              <a:rPr lang="pt-BR" sz="1800" dirty="0"/>
              <a:t>Graduação em Computação, UFC (1997)</a:t>
            </a:r>
          </a:p>
          <a:p>
            <a:pPr marL="891540" lvl="2">
              <a:buFont typeface="Wingdings" panose="05000000000000000000" pitchFamily="2" charset="2"/>
              <a:buChar char="ü"/>
            </a:pPr>
            <a:r>
              <a:rPr lang="pt-BR" sz="1800" dirty="0"/>
              <a:t>Mestrado em Eng. Eletrônica e Computação, ITA (2000)</a:t>
            </a:r>
          </a:p>
          <a:p>
            <a:pPr marL="891540" lvl="2">
              <a:buFont typeface="Wingdings" panose="05000000000000000000" pitchFamily="2" charset="2"/>
              <a:buChar char="ü"/>
            </a:pPr>
            <a:r>
              <a:rPr lang="pt-BR" sz="1800" dirty="0"/>
              <a:t>Doutorado em Telecomunicações, FEEC/Unicamp (2005)</a:t>
            </a:r>
          </a:p>
          <a:p>
            <a:pPr marL="891540" lvl="2">
              <a:buFont typeface="Wingdings" panose="05000000000000000000" pitchFamily="2" charset="2"/>
              <a:buChar char="ü"/>
            </a:pPr>
            <a:r>
              <a:rPr lang="pt-BR" sz="1800" dirty="0"/>
              <a:t>Especialização em Jornalismo Científico, </a:t>
            </a:r>
            <a:r>
              <a:rPr lang="pt-BR" sz="1800" dirty="0" err="1"/>
              <a:t>Labjor</a:t>
            </a:r>
            <a:r>
              <a:rPr lang="pt-BR" sz="1800" dirty="0"/>
              <a:t>/Unicamp (2010)</a:t>
            </a:r>
          </a:p>
          <a:p>
            <a:pPr marL="891540" lvl="2">
              <a:buFont typeface="Wingdings" panose="05000000000000000000" pitchFamily="2" charset="2"/>
              <a:buChar char="ü"/>
            </a:pPr>
            <a:r>
              <a:rPr lang="pt-BR" sz="1800" dirty="0"/>
              <a:t>Pós-doutorado em Sistemas Distribuídos, Paris VI (2014)</a:t>
            </a:r>
          </a:p>
          <a:p>
            <a:pPr marL="891540" lvl="2">
              <a:buFont typeface="Wingdings" panose="05000000000000000000" pitchFamily="2" charset="2"/>
              <a:buChar char="ü"/>
            </a:pPr>
            <a:r>
              <a:rPr lang="pt-BR" sz="1800" dirty="0"/>
              <a:t>Livre Docente em Informática, Unicamp (2020)</a:t>
            </a:r>
          </a:p>
          <a:p>
            <a:pPr marL="617220" lvl="1" indent="-342900">
              <a:buFont typeface="Wingdings" panose="05000000000000000000" pitchFamily="2" charset="2"/>
              <a:buChar char="Ø"/>
            </a:pPr>
            <a:r>
              <a:rPr lang="pt-BR" sz="2200" dirty="0"/>
              <a:t>Premiações relevantes:</a:t>
            </a:r>
          </a:p>
          <a:p>
            <a:pPr marL="891540" lvl="2">
              <a:buFont typeface="Wingdings" panose="05000000000000000000" pitchFamily="2" charset="2"/>
              <a:buChar char="ü"/>
            </a:pPr>
            <a:r>
              <a:rPr lang="pt-BR" sz="1800" dirty="0" err="1"/>
              <a:t>Senior</a:t>
            </a:r>
            <a:r>
              <a:rPr lang="pt-BR" sz="1800" dirty="0"/>
              <a:t> </a:t>
            </a:r>
            <a:r>
              <a:rPr lang="pt-BR" sz="1800" dirty="0" err="1"/>
              <a:t>member</a:t>
            </a:r>
            <a:r>
              <a:rPr lang="pt-BR" sz="1800" dirty="0"/>
              <a:t>, IEEE (2017)</a:t>
            </a:r>
          </a:p>
          <a:p>
            <a:pPr marL="891540" lvl="2">
              <a:buFont typeface="Wingdings" panose="05000000000000000000" pitchFamily="2" charset="2"/>
              <a:buChar char="ü"/>
            </a:pPr>
            <a:r>
              <a:rPr lang="pt-BR" sz="1800" dirty="0"/>
              <a:t>Prêmio de Reconhecimento Docente pela Dedicação ao Ensino de Graduação, Unicamp (2018)</a:t>
            </a:r>
          </a:p>
          <a:p>
            <a:pPr marL="891540" lvl="2">
              <a:buFont typeface="Wingdings" panose="05000000000000000000" pitchFamily="2" charset="2"/>
              <a:buChar char="ü"/>
            </a:pPr>
            <a:r>
              <a:rPr lang="pt-BR" sz="1800" dirty="0"/>
              <a:t>Prêmio de Reconhecimento Acadêmico “Zeferino Vaz”, Unicamp (2021)</a:t>
            </a:r>
          </a:p>
        </p:txBody>
      </p:sp>
    </p:spTree>
    <p:extLst>
      <p:ext uri="{BB962C8B-B14F-4D97-AF65-F5344CB8AC3E}">
        <p14:creationId xmlns:p14="http://schemas.microsoft.com/office/powerpoint/2010/main" val="337483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D064F-79BE-4A74-A621-EDB1AB65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02" y="319760"/>
            <a:ext cx="10363200" cy="816460"/>
          </a:xfrm>
        </p:spPr>
        <p:txBody>
          <a:bodyPr/>
          <a:lstStyle/>
          <a:p>
            <a:r>
              <a:rPr lang="pt-BR" dirty="0"/>
              <a:t>Apresentação do Professor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FE27D3-C277-474D-9512-62C28074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4</a:t>
            </a:fld>
            <a:endParaRPr lang="en-US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9BEEF7-AAAF-43B0-BC87-744A05887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835" y="1265716"/>
            <a:ext cx="5814378" cy="2354489"/>
          </a:xfrm>
        </p:spPr>
        <p:txBody>
          <a:bodyPr>
            <a:normAutofit/>
          </a:bodyPr>
          <a:lstStyle/>
          <a:p>
            <a:r>
              <a:rPr lang="pt-BR" sz="2800" dirty="0"/>
              <a:t>Linhas de pesquisa: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pt-BR" sz="2400" dirty="0"/>
              <a:t>Previsão do Clima Espacial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pt-BR" sz="2400" dirty="0"/>
              <a:t>Segurança Computacional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pt-BR" sz="2400" dirty="0"/>
              <a:t>Sistemas Distribuídos e Paralelos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137B423-9B61-40B4-8D4A-5CBD8DAEEB47}"/>
              </a:ext>
            </a:extLst>
          </p:cNvPr>
          <p:cNvSpPr/>
          <p:nvPr/>
        </p:nvSpPr>
        <p:spPr>
          <a:xfrm>
            <a:off x="5147257" y="4019701"/>
            <a:ext cx="1559956" cy="540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61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Computação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78CDB2F-BF42-4277-B2B3-28CC00BB054F}"/>
              </a:ext>
            </a:extLst>
          </p:cNvPr>
          <p:cNvSpPr/>
          <p:nvPr/>
        </p:nvSpPr>
        <p:spPr>
          <a:xfrm>
            <a:off x="1473696" y="3998793"/>
            <a:ext cx="1404000" cy="540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48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25000"/>
                  <a:lumOff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Astrofísica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072EBF6-3CFF-4680-9959-526CDA4A0D95}"/>
              </a:ext>
            </a:extLst>
          </p:cNvPr>
          <p:cNvSpPr/>
          <p:nvPr/>
        </p:nvSpPr>
        <p:spPr>
          <a:xfrm>
            <a:off x="1988458" y="5161431"/>
            <a:ext cx="2355518" cy="1092946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51000">
                <a:srgbClr val="FF0000"/>
              </a:gs>
              <a:gs pos="100000">
                <a:srgbClr val="C00000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Previsão do Clima Espacial </a:t>
            </a:r>
            <a:br>
              <a:rPr lang="pt-BR" dirty="0"/>
            </a:br>
            <a:r>
              <a:rPr lang="pt-BR" sz="1100" dirty="0"/>
              <a:t>(Previsão de Explosões Solares)</a:t>
            </a:r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4EC098F-5FB1-464A-A294-50BADD1F4370}"/>
              </a:ext>
            </a:extLst>
          </p:cNvPr>
          <p:cNvSpPr/>
          <p:nvPr/>
        </p:nvSpPr>
        <p:spPr>
          <a:xfrm>
            <a:off x="4651756" y="5161431"/>
            <a:ext cx="2552167" cy="108526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70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Segurança Computacional</a:t>
            </a:r>
            <a:br>
              <a:rPr lang="pt-BR" dirty="0"/>
            </a:br>
            <a:r>
              <a:rPr lang="pt-BR" sz="1100" dirty="0"/>
              <a:t>(Segurança em Internet das Coisas)</a:t>
            </a:r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DC9037-AA75-4D16-AC68-04FB81470144}"/>
              </a:ext>
            </a:extLst>
          </p:cNvPr>
          <p:cNvSpPr/>
          <p:nvPr/>
        </p:nvSpPr>
        <p:spPr>
          <a:xfrm>
            <a:off x="7369013" y="5163133"/>
            <a:ext cx="2861328" cy="108526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69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Sistemas Distribuídos e Paralelos </a:t>
            </a:r>
            <a:br>
              <a:rPr lang="pt-BR" dirty="0"/>
            </a:br>
            <a:r>
              <a:rPr lang="pt-BR" sz="1100" dirty="0"/>
              <a:t>(Computação de Alto Desempenho e Processamento de fluxos de dados)</a:t>
            </a:r>
            <a:endParaRPr lang="pt-BR" dirty="0"/>
          </a:p>
        </p:txBody>
      </p: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3AC010BC-4023-4EF9-B24A-560CBC78E937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16200000" flipH="1">
            <a:off x="2359637" y="4354851"/>
            <a:ext cx="622638" cy="99052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C85447F3-8116-4D99-90E1-BA7A3F5C0E01}"/>
              </a:ext>
            </a:extLst>
          </p:cNvPr>
          <p:cNvCxnSpPr>
            <a:cxnSpLocks/>
            <a:stCxn id="7" idx="1"/>
            <a:endCxn id="9" idx="0"/>
          </p:cNvCxnSpPr>
          <p:nvPr/>
        </p:nvCxnSpPr>
        <p:spPr>
          <a:xfrm rot="10800000" flipV="1">
            <a:off x="3166217" y="4289701"/>
            <a:ext cx="1981040" cy="871730"/>
          </a:xfrm>
          <a:prstGeom prst="bentConnector2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9E8B5E4E-88C2-468C-B743-C17F218B7CEC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5626672" y="4860263"/>
            <a:ext cx="601730" cy="60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D1C52B61-892F-4AD5-B6F2-4E5B46205A26}"/>
              </a:ext>
            </a:extLst>
          </p:cNvPr>
          <p:cNvCxnSpPr>
            <a:cxnSpLocks/>
            <a:stCxn id="7" idx="3"/>
            <a:endCxn id="11" idx="0"/>
          </p:cNvCxnSpPr>
          <p:nvPr/>
        </p:nvCxnSpPr>
        <p:spPr>
          <a:xfrm>
            <a:off x="6707213" y="4289701"/>
            <a:ext cx="2092464" cy="873432"/>
          </a:xfrm>
          <a:prstGeom prst="bentConnector2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87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Número de Slide 5">
            <a:extLst>
              <a:ext uri="{FF2B5EF4-FFF2-40B4-BE49-F238E27FC236}">
                <a16:creationId xmlns:a16="http://schemas.microsoft.com/office/drawing/2014/main" id="{4AB63197-4A03-4B26-AB54-B161B487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11E437-4256-4A6A-867B-2C76D2C5B6C1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C9935F66-8014-4ED9-BCA8-911DA803C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Apresentação da Disciplina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E8A18DC1-A048-43DF-BF66-55D35B844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627" y="1341439"/>
            <a:ext cx="10618381" cy="3275531"/>
          </a:xfrm>
        </p:spPr>
        <p:txBody>
          <a:bodyPr/>
          <a:lstStyle/>
          <a:p>
            <a:pPr eaLnBrk="1" hangingPunct="1"/>
            <a:r>
              <a:rPr lang="pt-BR" altLang="en-US" sz="2800" dirty="0"/>
              <a:t>Pré-requisitos:</a:t>
            </a:r>
          </a:p>
          <a:p>
            <a:pPr lvl="1" eaLnBrk="1" hangingPunct="1"/>
            <a:r>
              <a:rPr lang="pt-BR" altLang="en-US" sz="2400" dirty="0"/>
              <a:t>Algoritmos e Estruturas de dados.</a:t>
            </a:r>
          </a:p>
          <a:p>
            <a:pPr lvl="1" eaLnBrk="1" hangingPunct="1"/>
            <a:r>
              <a:rPr lang="pt-BR" altLang="en-US" sz="2400" dirty="0"/>
              <a:t>Arquitetura de Computadores</a:t>
            </a:r>
          </a:p>
          <a:p>
            <a:pPr eaLnBrk="1" hangingPunct="1"/>
            <a:r>
              <a:rPr lang="pt-BR" altLang="en-US" sz="2800" dirty="0"/>
              <a:t>Formas de Avaliação</a:t>
            </a:r>
          </a:p>
          <a:p>
            <a:pPr lvl="1" eaLnBrk="1" hangingPunct="1"/>
            <a:r>
              <a:rPr lang="pt-BR" altLang="en-US" sz="2400" dirty="0"/>
              <a:t>Provas P</a:t>
            </a:r>
            <a:r>
              <a:rPr lang="pt-BR" altLang="en-US" sz="2400" baseline="-25000" dirty="0"/>
              <a:t>1</a:t>
            </a:r>
            <a:r>
              <a:rPr lang="pt-BR" altLang="en-US" sz="2400" dirty="0"/>
              <a:t> e P</a:t>
            </a:r>
            <a:r>
              <a:rPr lang="pt-BR" altLang="en-US" sz="2400" baseline="-25000" dirty="0"/>
              <a:t>2</a:t>
            </a:r>
            <a:r>
              <a:rPr lang="pt-BR" altLang="en-US" sz="2400" dirty="0"/>
              <a:t>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Número de Slide 5">
            <a:extLst>
              <a:ext uri="{FF2B5EF4-FFF2-40B4-BE49-F238E27FC236}">
                <a16:creationId xmlns:a16="http://schemas.microsoft.com/office/drawing/2014/main" id="{F6F5D444-AC98-4E2A-8985-ACAE60E2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AC19D4F-EA42-48C5-AD11-C8964970E913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EC834391-FC49-480E-87D9-1FC5CEBA3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Apresentação da Disciplina</a:t>
            </a: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A1B79E57-01B8-4542-BFD3-9046A649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0245" name="Rectangle 8">
            <a:extLst>
              <a:ext uri="{FF2B5EF4-FFF2-40B4-BE49-F238E27FC236}">
                <a16:creationId xmlns:a16="http://schemas.microsoft.com/office/drawing/2014/main" id="{8685BE7E-D997-4BAD-8054-9129205EE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0246" name="CaixaDeTexto 1">
            <a:extLst>
              <a:ext uri="{FF2B5EF4-FFF2-40B4-BE49-F238E27FC236}">
                <a16:creationId xmlns:a16="http://schemas.microsoft.com/office/drawing/2014/main" id="{B7950DDC-2EE8-4C69-B99A-B0A669448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2205038"/>
            <a:ext cx="5407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dirty="0"/>
              <a:t>Vide Plano de Ensino da Disciplina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Número de Slide 5">
            <a:extLst>
              <a:ext uri="{FF2B5EF4-FFF2-40B4-BE49-F238E27FC236}">
                <a16:creationId xmlns:a16="http://schemas.microsoft.com/office/drawing/2014/main" id="{FAD8BD5B-43C2-49BE-992A-6AE69251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59770C-E560-4626-92F1-00D9FC092140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C634F4A2-8366-49AE-851A-49B07E2176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399" y="260350"/>
            <a:ext cx="950277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dirty="0"/>
              <a:t>Por que estudar sistemas operacionais?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6A2CEB67-EC2A-41C4-B98B-E6D20F974D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altLang="en-US" sz="2400" dirty="0"/>
              <a:t>Entender o modelo de operação para escrever um código mais eficiente e que utilize melhor os recursos.</a:t>
            </a:r>
          </a:p>
          <a:p>
            <a:pPr eaLnBrk="1" hangingPunct="1"/>
            <a:r>
              <a:rPr lang="pt-BR" altLang="en-US" sz="2400" dirty="0"/>
              <a:t>Aprender a projetar e implementar módulos do sistema (ou um sistema completo).</a:t>
            </a:r>
          </a:p>
          <a:p>
            <a:pPr eaLnBrk="1" hangingPunct="1"/>
            <a:r>
              <a:rPr lang="pt-BR" altLang="en-US" sz="2400" dirty="0"/>
              <a:t>Avaliar o custo de um sistema computacional.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Número de Slide 5">
            <a:extLst>
              <a:ext uri="{FF2B5EF4-FFF2-40B4-BE49-F238E27FC236}">
                <a16:creationId xmlns:a16="http://schemas.microsoft.com/office/drawing/2014/main" id="{5E176697-0BFB-4B7B-AC30-A3F1D829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F5E92A-92FD-45D8-9875-5E24D63B2E7B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C3A5E941-3F62-4055-B4D2-1898E9E54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4361" y="260350"/>
            <a:ext cx="10556648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dirty="0"/>
              <a:t>Revisão de arquitetura de computadores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F209B8F2-20A3-4C0F-B04B-013B266E9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361" y="1628776"/>
            <a:ext cx="9007839" cy="1223963"/>
          </a:xfrm>
        </p:spPr>
        <p:txBody>
          <a:bodyPr/>
          <a:lstStyle/>
          <a:p>
            <a:pPr eaLnBrk="1" hangingPunct="1"/>
            <a:r>
              <a:rPr lang="pt-BR" altLang="en-US" sz="2800" dirty="0"/>
              <a:t>Quais os componentes de um sistema computacional?</a:t>
            </a:r>
          </a:p>
        </p:txBody>
      </p:sp>
      <p:sp>
        <p:nvSpPr>
          <p:cNvPr id="75780" name="Rectangle 4">
            <a:extLst>
              <a:ext uri="{FF2B5EF4-FFF2-40B4-BE49-F238E27FC236}">
                <a16:creationId xmlns:a16="http://schemas.microsoft.com/office/drawing/2014/main" id="{B019BFF5-4BE4-461A-A769-30C7477F9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745" y="3078165"/>
            <a:ext cx="935037" cy="1079500"/>
          </a:xfrm>
          <a:prstGeom prst="rect">
            <a:avLst/>
          </a:prstGeom>
          <a:ln w="571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/>
              <a:t>CPU</a:t>
            </a:r>
          </a:p>
        </p:txBody>
      </p:sp>
      <p:sp>
        <p:nvSpPr>
          <p:cNvPr id="75783" name="Rectangle 7">
            <a:extLst>
              <a:ext uri="{FF2B5EF4-FFF2-40B4-BE49-F238E27FC236}">
                <a16:creationId xmlns:a16="http://schemas.microsoft.com/office/drawing/2014/main" id="{FE174A52-EAEF-4778-8E62-D0503B0C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995" y="3078165"/>
            <a:ext cx="935037" cy="1079500"/>
          </a:xfrm>
          <a:prstGeom prst="rect">
            <a:avLst/>
          </a:prstGeom>
          <a:ln w="571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/>
              <a:t>Memória</a:t>
            </a:r>
          </a:p>
        </p:txBody>
      </p:sp>
      <p:sp>
        <p:nvSpPr>
          <p:cNvPr id="75784" name="Rectangle 8">
            <a:extLst>
              <a:ext uri="{FF2B5EF4-FFF2-40B4-BE49-F238E27FC236}">
                <a16:creationId xmlns:a16="http://schemas.microsoft.com/office/drawing/2014/main" id="{10A5A69D-DD18-4392-8CDB-673EB62A7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5220" y="3078165"/>
            <a:ext cx="935037" cy="1079500"/>
          </a:xfrm>
          <a:prstGeom prst="rect">
            <a:avLst/>
          </a:prstGeom>
          <a:ln w="571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/>
              <a:t>E/S</a:t>
            </a:r>
          </a:p>
        </p:txBody>
      </p:sp>
      <p:sp>
        <p:nvSpPr>
          <p:cNvPr id="75785" name="Rectangle 9">
            <a:extLst>
              <a:ext uri="{FF2B5EF4-FFF2-40B4-BE49-F238E27FC236}">
                <a16:creationId xmlns:a16="http://schemas.microsoft.com/office/drawing/2014/main" id="{FDC0E60D-C109-41BF-9947-9001FDD38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744" y="4591053"/>
            <a:ext cx="4608512" cy="358775"/>
          </a:xfrm>
          <a:prstGeom prst="rect">
            <a:avLst/>
          </a:prstGeom>
          <a:ln w="571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/>
              <a:t>Barramento</a:t>
            </a:r>
          </a:p>
        </p:txBody>
      </p:sp>
      <p:sp>
        <p:nvSpPr>
          <p:cNvPr id="75786" name="Line 10">
            <a:extLst>
              <a:ext uri="{FF2B5EF4-FFF2-40B4-BE49-F238E27FC236}">
                <a16:creationId xmlns:a16="http://schemas.microsoft.com/office/drawing/2014/main" id="{180DD894-9811-468C-B789-06610F909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4981" y="4157666"/>
            <a:ext cx="0" cy="433387"/>
          </a:xfrm>
          <a:prstGeom prst="line">
            <a:avLst/>
          </a:prstGeom>
          <a:noFill/>
          <a:ln w="88900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5787" name="Line 11">
            <a:extLst>
              <a:ext uri="{FF2B5EF4-FFF2-40B4-BE49-F238E27FC236}">
                <a16:creationId xmlns:a16="http://schemas.microsoft.com/office/drawing/2014/main" id="{288346D0-33E3-49C8-B6D5-5F292C06464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5206" y="4157666"/>
            <a:ext cx="0" cy="433387"/>
          </a:xfrm>
          <a:prstGeom prst="line">
            <a:avLst/>
          </a:prstGeom>
          <a:noFill/>
          <a:ln w="88900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5788" name="Line 12">
            <a:extLst>
              <a:ext uri="{FF2B5EF4-FFF2-40B4-BE49-F238E27FC236}">
                <a16:creationId xmlns:a16="http://schemas.microsoft.com/office/drawing/2014/main" id="{FBF6B3BD-14D9-41BB-BD6D-D24C840D4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6869" y="4157666"/>
            <a:ext cx="0" cy="433387"/>
          </a:xfrm>
          <a:prstGeom prst="line">
            <a:avLst/>
          </a:prstGeom>
          <a:noFill/>
          <a:ln w="88900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animBg="1"/>
      <p:bldP spid="75783" grpId="0" animBg="1"/>
      <p:bldP spid="75784" grpId="0" animBg="1"/>
      <p:bldP spid="7578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Número de Slide 5">
            <a:extLst>
              <a:ext uri="{FF2B5EF4-FFF2-40B4-BE49-F238E27FC236}">
                <a16:creationId xmlns:a16="http://schemas.microsoft.com/office/drawing/2014/main" id="{65AB15D9-0BF7-4508-8C5A-D1087BAB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A50DB6-87B7-4AAA-8664-556CBF654425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C6E76F91-2823-46AF-B654-3E0E7F7C6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9431" y="260350"/>
            <a:ext cx="9619184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dirty="0"/>
              <a:t>Revisão de arquitetura de computadores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1F9E5CF-09C3-4D65-8B28-B59FFC626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431" y="1239043"/>
            <a:ext cx="10867866" cy="1223963"/>
          </a:xfrm>
        </p:spPr>
        <p:txBody>
          <a:bodyPr/>
          <a:lstStyle/>
          <a:p>
            <a:pPr eaLnBrk="1" hangingPunct="1"/>
            <a:r>
              <a:rPr lang="pt-BR" altLang="en-US" sz="2800" dirty="0"/>
              <a:t>Internamente, quais os componentes da unidade central de processamento (CPU)?</a:t>
            </a:r>
          </a:p>
        </p:txBody>
      </p:sp>
      <p:sp>
        <p:nvSpPr>
          <p:cNvPr id="80907" name="Rectangle 11">
            <a:extLst>
              <a:ext uri="{FF2B5EF4-FFF2-40B4-BE49-F238E27FC236}">
                <a16:creationId xmlns:a16="http://schemas.microsoft.com/office/drawing/2014/main" id="{3D756676-491D-424B-9F8B-DF28A0701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4" y="2638425"/>
            <a:ext cx="13684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/>
              <a:t>Unidade de</a:t>
            </a:r>
            <a:br>
              <a:rPr lang="pt-BR" altLang="en-US" sz="1800"/>
            </a:br>
            <a:r>
              <a:rPr lang="pt-BR" altLang="en-US" sz="1800"/>
              <a:t>Controle</a:t>
            </a:r>
          </a:p>
        </p:txBody>
      </p:sp>
      <p:sp>
        <p:nvSpPr>
          <p:cNvPr id="80924" name="Line 28">
            <a:extLst>
              <a:ext uri="{FF2B5EF4-FFF2-40B4-BE49-F238E27FC236}">
                <a16:creationId xmlns:a16="http://schemas.microsoft.com/office/drawing/2014/main" id="{ECB9A1F3-6A87-4F63-B130-CBB903F81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3573463"/>
            <a:ext cx="1511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0925" name="Line 29">
            <a:extLst>
              <a:ext uri="{FF2B5EF4-FFF2-40B4-BE49-F238E27FC236}">
                <a16:creationId xmlns:a16="http://schemas.microsoft.com/office/drawing/2014/main" id="{C6E71C36-8B42-450F-839B-DDA650AAF0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2781300"/>
            <a:ext cx="1511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0FFD8EE0-B293-405D-A4A2-389131FF164A}"/>
              </a:ext>
            </a:extLst>
          </p:cNvPr>
          <p:cNvGrpSpPr>
            <a:grpSpLocks/>
          </p:cNvGrpSpPr>
          <p:nvPr/>
        </p:nvGrpSpPr>
        <p:grpSpPr bwMode="auto">
          <a:xfrm>
            <a:off x="7246938" y="2492375"/>
            <a:ext cx="1008062" cy="1366838"/>
            <a:chOff x="1973" y="1706"/>
            <a:chExt cx="635" cy="861"/>
          </a:xfrm>
        </p:grpSpPr>
        <p:sp>
          <p:nvSpPr>
            <p:cNvPr id="14368" name="Line 19">
              <a:extLst>
                <a:ext uri="{FF2B5EF4-FFF2-40B4-BE49-F238E27FC236}">
                  <a16:creationId xmlns:a16="http://schemas.microsoft.com/office/drawing/2014/main" id="{9C5F8C2C-229E-4E3F-9F1E-E40DE9F28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1706"/>
              <a:ext cx="0" cy="272"/>
            </a:xfrm>
            <a:prstGeom prst="line">
              <a:avLst/>
            </a:prstGeom>
            <a:noFill/>
            <a:ln w="254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9" name="Line 20">
              <a:extLst>
                <a:ext uri="{FF2B5EF4-FFF2-40B4-BE49-F238E27FC236}">
                  <a16:creationId xmlns:a16="http://schemas.microsoft.com/office/drawing/2014/main" id="{C5C4EA81-429F-4383-B0E9-DB6169D32A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295"/>
              <a:ext cx="0" cy="272"/>
            </a:xfrm>
            <a:prstGeom prst="line">
              <a:avLst/>
            </a:prstGeom>
            <a:noFill/>
            <a:ln w="254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70" name="Line 21">
              <a:extLst>
                <a:ext uri="{FF2B5EF4-FFF2-40B4-BE49-F238E27FC236}">
                  <a16:creationId xmlns:a16="http://schemas.microsoft.com/office/drawing/2014/main" id="{DC095987-9253-4380-9C3F-B4FBFBD7F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2023"/>
              <a:ext cx="0" cy="272"/>
            </a:xfrm>
            <a:prstGeom prst="line">
              <a:avLst/>
            </a:prstGeom>
            <a:noFill/>
            <a:ln w="254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cxnSp>
          <p:nvCxnSpPr>
            <p:cNvPr id="14371" name="AutoShape 22">
              <a:extLst>
                <a:ext uri="{FF2B5EF4-FFF2-40B4-BE49-F238E27FC236}">
                  <a16:creationId xmlns:a16="http://schemas.microsoft.com/office/drawing/2014/main" id="{E9080E88-6A1E-49CB-936D-977AA7CE4293}"/>
                </a:ext>
              </a:extLst>
            </p:cNvPr>
            <p:cNvCxnSpPr>
              <a:cxnSpLocks noChangeShapeType="1"/>
              <a:stCxn id="14368" idx="0"/>
              <a:endCxn id="14370" idx="0"/>
            </p:cNvCxnSpPr>
            <p:nvPr/>
          </p:nvCxnSpPr>
          <p:spPr bwMode="auto">
            <a:xfrm>
              <a:off x="1973" y="1706"/>
              <a:ext cx="635" cy="317"/>
            </a:xfrm>
            <a:prstGeom prst="straightConnector1">
              <a:avLst/>
            </a:prstGeom>
            <a:noFill/>
            <a:ln w="254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2" name="AutoShape 23">
              <a:extLst>
                <a:ext uri="{FF2B5EF4-FFF2-40B4-BE49-F238E27FC236}">
                  <a16:creationId xmlns:a16="http://schemas.microsoft.com/office/drawing/2014/main" id="{D0116B2E-7F68-4859-B78C-0D63320238E4}"/>
                </a:ext>
              </a:extLst>
            </p:cNvPr>
            <p:cNvCxnSpPr>
              <a:cxnSpLocks noChangeShapeType="1"/>
              <a:stCxn id="14369" idx="1"/>
              <a:endCxn id="14370" idx="1"/>
            </p:cNvCxnSpPr>
            <p:nvPr/>
          </p:nvCxnSpPr>
          <p:spPr bwMode="auto">
            <a:xfrm flipV="1">
              <a:off x="1973" y="2295"/>
              <a:ext cx="635" cy="272"/>
            </a:xfrm>
            <a:prstGeom prst="straightConnector1">
              <a:avLst/>
            </a:prstGeom>
            <a:noFill/>
            <a:ln w="254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73" name="Line 24">
              <a:extLst>
                <a:ext uri="{FF2B5EF4-FFF2-40B4-BE49-F238E27FC236}">
                  <a16:creationId xmlns:a16="http://schemas.microsoft.com/office/drawing/2014/main" id="{E4D2EFD5-D2BA-4E84-B2D6-9966645FA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068"/>
              <a:ext cx="0" cy="182"/>
            </a:xfrm>
            <a:prstGeom prst="line">
              <a:avLst/>
            </a:prstGeom>
            <a:noFill/>
            <a:ln w="254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cxnSp>
          <p:nvCxnSpPr>
            <p:cNvPr id="14374" name="AutoShape 25">
              <a:extLst>
                <a:ext uri="{FF2B5EF4-FFF2-40B4-BE49-F238E27FC236}">
                  <a16:creationId xmlns:a16="http://schemas.microsoft.com/office/drawing/2014/main" id="{9239BF9B-0FDD-43E5-A28B-DCCBD7822C0B}"/>
                </a:ext>
              </a:extLst>
            </p:cNvPr>
            <p:cNvCxnSpPr>
              <a:cxnSpLocks noChangeShapeType="1"/>
              <a:stCxn id="14369" idx="0"/>
              <a:endCxn id="14373" idx="1"/>
            </p:cNvCxnSpPr>
            <p:nvPr/>
          </p:nvCxnSpPr>
          <p:spPr bwMode="auto">
            <a:xfrm flipV="1">
              <a:off x="1973" y="2250"/>
              <a:ext cx="272" cy="45"/>
            </a:xfrm>
            <a:prstGeom prst="straightConnector1">
              <a:avLst/>
            </a:prstGeom>
            <a:noFill/>
            <a:ln w="254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5" name="AutoShape 26">
              <a:extLst>
                <a:ext uri="{FF2B5EF4-FFF2-40B4-BE49-F238E27FC236}">
                  <a16:creationId xmlns:a16="http://schemas.microsoft.com/office/drawing/2014/main" id="{4CB5BC33-C530-42F0-806C-349AB8848AC4}"/>
                </a:ext>
              </a:extLst>
            </p:cNvPr>
            <p:cNvCxnSpPr>
              <a:cxnSpLocks noChangeShapeType="1"/>
              <a:stCxn id="14368" idx="1"/>
              <a:endCxn id="14373" idx="0"/>
            </p:cNvCxnSpPr>
            <p:nvPr/>
          </p:nvCxnSpPr>
          <p:spPr bwMode="auto">
            <a:xfrm>
              <a:off x="1973" y="1978"/>
              <a:ext cx="272" cy="90"/>
            </a:xfrm>
            <a:prstGeom prst="straightConnector1">
              <a:avLst/>
            </a:prstGeom>
            <a:noFill/>
            <a:ln w="254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76" name="Text Box 30">
              <a:extLst>
                <a:ext uri="{FF2B5EF4-FFF2-40B4-BE49-F238E27FC236}">
                  <a16:creationId xmlns:a16="http://schemas.microsoft.com/office/drawing/2014/main" id="{77E0F610-70FA-4BB1-B5F6-860CBB335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2024"/>
              <a:ext cx="363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•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pt-BR" altLang="en-US" sz="1800"/>
                <a:t>ULA</a:t>
              </a:r>
            </a:p>
          </p:txBody>
        </p:sp>
      </p:grpSp>
      <p:sp>
        <p:nvSpPr>
          <p:cNvPr id="80928" name="Rectangle 32">
            <a:extLst>
              <a:ext uri="{FF2B5EF4-FFF2-40B4-BE49-F238E27FC236}">
                <a16:creationId xmlns:a16="http://schemas.microsoft.com/office/drawing/2014/main" id="{A9143A8A-80EB-4E21-B74B-8DC5B0035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3" y="4149725"/>
            <a:ext cx="4608512" cy="2873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/>
              <a:t>Barramento interno</a:t>
            </a:r>
          </a:p>
        </p:txBody>
      </p:sp>
      <p:sp>
        <p:nvSpPr>
          <p:cNvPr id="80929" name="Line 33">
            <a:extLst>
              <a:ext uri="{FF2B5EF4-FFF2-40B4-BE49-F238E27FC236}">
                <a16:creationId xmlns:a16="http://schemas.microsoft.com/office/drawing/2014/main" id="{5082BB65-18CF-4C3B-992F-55BDC7B30B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5001" y="3213100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0930" name="Line 34">
            <a:extLst>
              <a:ext uri="{FF2B5EF4-FFF2-40B4-BE49-F238E27FC236}">
                <a16:creationId xmlns:a16="http://schemas.microsoft.com/office/drawing/2014/main" id="{457FD297-F21F-4C4D-BA15-DD3F1B076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9825" y="3213101"/>
            <a:ext cx="0" cy="936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0931" name="Line 35">
            <a:extLst>
              <a:ext uri="{FF2B5EF4-FFF2-40B4-BE49-F238E27FC236}">
                <a16:creationId xmlns:a16="http://schemas.microsoft.com/office/drawing/2014/main" id="{5B79468E-CFBB-4784-8D6B-701607B4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2038" y="3716339"/>
            <a:ext cx="0" cy="4333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0932" name="Line 36">
            <a:extLst>
              <a:ext uri="{FF2B5EF4-FFF2-40B4-BE49-F238E27FC236}">
                <a16:creationId xmlns:a16="http://schemas.microsoft.com/office/drawing/2014/main" id="{800EB74E-2EFE-4239-B562-B52DACAA60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9375" y="3717925"/>
            <a:ext cx="0" cy="433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3" name="Group 40">
            <a:extLst>
              <a:ext uri="{FF2B5EF4-FFF2-40B4-BE49-F238E27FC236}">
                <a16:creationId xmlns:a16="http://schemas.microsoft.com/office/drawing/2014/main" id="{BC43FB22-54B7-4322-BA93-C788669C652A}"/>
              </a:ext>
            </a:extLst>
          </p:cNvPr>
          <p:cNvGrpSpPr>
            <a:grpSpLocks/>
          </p:cNvGrpSpPr>
          <p:nvPr/>
        </p:nvGrpSpPr>
        <p:grpSpPr bwMode="auto">
          <a:xfrm>
            <a:off x="4438650" y="4437064"/>
            <a:ext cx="431800" cy="649287"/>
            <a:chOff x="703" y="2976"/>
            <a:chExt cx="272" cy="409"/>
          </a:xfrm>
        </p:grpSpPr>
        <p:sp>
          <p:nvSpPr>
            <p:cNvPr id="14366" name="Rectangle 37">
              <a:extLst>
                <a:ext uri="{FF2B5EF4-FFF2-40B4-BE49-F238E27FC236}">
                  <a16:creationId xmlns:a16="http://schemas.microsoft.com/office/drawing/2014/main" id="{4653FD77-142C-476C-8D13-E74CC225A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3113"/>
              <a:ext cx="272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•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cxnSp>
          <p:nvCxnSpPr>
            <p:cNvPr id="14367" name="AutoShape 39">
              <a:extLst>
                <a:ext uri="{FF2B5EF4-FFF2-40B4-BE49-F238E27FC236}">
                  <a16:creationId xmlns:a16="http://schemas.microsoft.com/office/drawing/2014/main" id="{80B6DB4E-EDA6-401B-B0C8-BCA717FAD7C6}"/>
                </a:ext>
              </a:extLst>
            </p:cNvPr>
            <p:cNvCxnSpPr>
              <a:cxnSpLocks noChangeShapeType="1"/>
              <a:stCxn id="14366" idx="0"/>
            </p:cNvCxnSpPr>
            <p:nvPr/>
          </p:nvCxnSpPr>
          <p:spPr bwMode="auto">
            <a:xfrm flipV="1">
              <a:off x="839" y="2976"/>
              <a:ext cx="0" cy="13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41">
            <a:extLst>
              <a:ext uri="{FF2B5EF4-FFF2-40B4-BE49-F238E27FC236}">
                <a16:creationId xmlns:a16="http://schemas.microsoft.com/office/drawing/2014/main" id="{B160DF71-1954-4795-8FAB-5CFAA68834DF}"/>
              </a:ext>
            </a:extLst>
          </p:cNvPr>
          <p:cNvGrpSpPr>
            <a:grpSpLocks/>
          </p:cNvGrpSpPr>
          <p:nvPr/>
        </p:nvGrpSpPr>
        <p:grpSpPr bwMode="auto">
          <a:xfrm>
            <a:off x="5014913" y="4437064"/>
            <a:ext cx="431800" cy="649287"/>
            <a:chOff x="703" y="2976"/>
            <a:chExt cx="272" cy="409"/>
          </a:xfrm>
        </p:grpSpPr>
        <p:sp>
          <p:nvSpPr>
            <p:cNvPr id="14364" name="Rectangle 42">
              <a:extLst>
                <a:ext uri="{FF2B5EF4-FFF2-40B4-BE49-F238E27FC236}">
                  <a16:creationId xmlns:a16="http://schemas.microsoft.com/office/drawing/2014/main" id="{7663841B-66FD-47EE-90A1-6B504C2ED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3113"/>
              <a:ext cx="272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•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cxnSp>
          <p:nvCxnSpPr>
            <p:cNvPr id="14365" name="AutoShape 43">
              <a:extLst>
                <a:ext uri="{FF2B5EF4-FFF2-40B4-BE49-F238E27FC236}">
                  <a16:creationId xmlns:a16="http://schemas.microsoft.com/office/drawing/2014/main" id="{2FF2D249-C947-4C8D-AFDA-0C197FE9584A}"/>
                </a:ext>
              </a:extLst>
            </p:cNvPr>
            <p:cNvCxnSpPr>
              <a:cxnSpLocks noChangeShapeType="1"/>
              <a:stCxn id="14364" idx="0"/>
            </p:cNvCxnSpPr>
            <p:nvPr/>
          </p:nvCxnSpPr>
          <p:spPr bwMode="auto">
            <a:xfrm flipV="1">
              <a:off x="839" y="2976"/>
              <a:ext cx="0" cy="13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44">
            <a:extLst>
              <a:ext uri="{FF2B5EF4-FFF2-40B4-BE49-F238E27FC236}">
                <a16:creationId xmlns:a16="http://schemas.microsoft.com/office/drawing/2014/main" id="{EA67AE40-3BE0-41C4-BE5F-847ADC879DEA}"/>
              </a:ext>
            </a:extLst>
          </p:cNvPr>
          <p:cNvGrpSpPr>
            <a:grpSpLocks/>
          </p:cNvGrpSpPr>
          <p:nvPr/>
        </p:nvGrpSpPr>
        <p:grpSpPr bwMode="auto">
          <a:xfrm>
            <a:off x="5591175" y="4435475"/>
            <a:ext cx="431800" cy="649288"/>
            <a:chOff x="703" y="2976"/>
            <a:chExt cx="272" cy="409"/>
          </a:xfrm>
        </p:grpSpPr>
        <p:sp>
          <p:nvSpPr>
            <p:cNvPr id="14362" name="Rectangle 45">
              <a:extLst>
                <a:ext uri="{FF2B5EF4-FFF2-40B4-BE49-F238E27FC236}">
                  <a16:creationId xmlns:a16="http://schemas.microsoft.com/office/drawing/2014/main" id="{64C58130-5222-41B6-8F84-4FEF6C4F1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3113"/>
              <a:ext cx="272" cy="27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•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cxnSp>
          <p:nvCxnSpPr>
            <p:cNvPr id="14363" name="AutoShape 46">
              <a:extLst>
                <a:ext uri="{FF2B5EF4-FFF2-40B4-BE49-F238E27FC236}">
                  <a16:creationId xmlns:a16="http://schemas.microsoft.com/office/drawing/2014/main" id="{40832A34-23A3-4132-BC7C-7A7B9655EC66}"/>
                </a:ext>
              </a:extLst>
            </p:cNvPr>
            <p:cNvCxnSpPr>
              <a:cxnSpLocks noChangeShapeType="1"/>
              <a:stCxn id="14362" idx="0"/>
            </p:cNvCxnSpPr>
            <p:nvPr/>
          </p:nvCxnSpPr>
          <p:spPr bwMode="auto">
            <a:xfrm flipV="1">
              <a:off x="839" y="2976"/>
              <a:ext cx="0" cy="13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0944" name="Rectangle 48">
            <a:extLst>
              <a:ext uri="{FF2B5EF4-FFF2-40B4-BE49-F238E27FC236}">
                <a16:creationId xmlns:a16="http://schemas.microsoft.com/office/drawing/2014/main" id="{4D5ACBD0-14A3-4249-8FC5-0F2305CF5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4654550"/>
            <a:ext cx="431800" cy="43180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/>
              <a:t>RI</a:t>
            </a:r>
          </a:p>
        </p:txBody>
      </p:sp>
      <p:cxnSp>
        <p:nvCxnSpPr>
          <p:cNvPr id="80945" name="AutoShape 49">
            <a:extLst>
              <a:ext uri="{FF2B5EF4-FFF2-40B4-BE49-F238E27FC236}">
                <a16:creationId xmlns:a16="http://schemas.microsoft.com/office/drawing/2014/main" id="{B1AB4CC3-1185-4EF7-97D8-F01F44FC549C}"/>
              </a:ext>
            </a:extLst>
          </p:cNvPr>
          <p:cNvCxnSpPr>
            <a:cxnSpLocks noChangeShapeType="1"/>
            <a:stCxn id="80944" idx="0"/>
          </p:cNvCxnSpPr>
          <p:nvPr/>
        </p:nvCxnSpPr>
        <p:spPr bwMode="auto">
          <a:xfrm flipV="1">
            <a:off x="7464425" y="4424364"/>
            <a:ext cx="0" cy="2174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946" name="Rectangle 50">
            <a:extLst>
              <a:ext uri="{FF2B5EF4-FFF2-40B4-BE49-F238E27FC236}">
                <a16:creationId xmlns:a16="http://schemas.microsoft.com/office/drawing/2014/main" id="{C6F06F3A-6DD0-4210-9C60-FFACAFAAA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4667250"/>
            <a:ext cx="431800" cy="43180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/>
              <a:t>CP</a:t>
            </a:r>
          </a:p>
        </p:txBody>
      </p:sp>
      <p:cxnSp>
        <p:nvCxnSpPr>
          <p:cNvPr id="80947" name="AutoShape 51">
            <a:extLst>
              <a:ext uri="{FF2B5EF4-FFF2-40B4-BE49-F238E27FC236}">
                <a16:creationId xmlns:a16="http://schemas.microsoft.com/office/drawing/2014/main" id="{1CB7024C-5F5E-4417-86D1-CB20EB4DB70F}"/>
              </a:ext>
            </a:extLst>
          </p:cNvPr>
          <p:cNvCxnSpPr>
            <a:cxnSpLocks noChangeShapeType="1"/>
            <a:stCxn id="80946" idx="0"/>
          </p:cNvCxnSpPr>
          <p:nvPr/>
        </p:nvCxnSpPr>
        <p:spPr bwMode="auto">
          <a:xfrm flipV="1">
            <a:off x="8040688" y="4437064"/>
            <a:ext cx="0" cy="2174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948" name="Rectangle 52">
            <a:extLst>
              <a:ext uri="{FF2B5EF4-FFF2-40B4-BE49-F238E27FC236}">
                <a16:creationId xmlns:a16="http://schemas.microsoft.com/office/drawing/2014/main" id="{4F604B2B-DC9E-4FEB-AC93-4F37CA1CF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1050" y="4667250"/>
            <a:ext cx="431800" cy="43180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/>
              <a:t>SP</a:t>
            </a:r>
          </a:p>
        </p:txBody>
      </p:sp>
      <p:cxnSp>
        <p:nvCxnSpPr>
          <p:cNvPr id="80949" name="AutoShape 53">
            <a:extLst>
              <a:ext uri="{FF2B5EF4-FFF2-40B4-BE49-F238E27FC236}">
                <a16:creationId xmlns:a16="http://schemas.microsoft.com/office/drawing/2014/main" id="{EA9EE3D2-1A1D-47A8-84DE-9EBEF00CCA60}"/>
              </a:ext>
            </a:extLst>
          </p:cNvPr>
          <p:cNvCxnSpPr>
            <a:cxnSpLocks noChangeShapeType="1"/>
            <a:stCxn id="80948" idx="0"/>
          </p:cNvCxnSpPr>
          <p:nvPr/>
        </p:nvCxnSpPr>
        <p:spPr bwMode="auto">
          <a:xfrm flipV="1">
            <a:off x="8616950" y="4437064"/>
            <a:ext cx="0" cy="2174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6">
            <a:extLst>
              <a:ext uri="{FF2B5EF4-FFF2-40B4-BE49-F238E27FC236}">
                <a16:creationId xmlns:a16="http://schemas.microsoft.com/office/drawing/2014/main" id="{07E136E7-34FF-4AAD-9BFD-08E025258E8D}"/>
              </a:ext>
            </a:extLst>
          </p:cNvPr>
          <p:cNvGrpSpPr>
            <a:grpSpLocks/>
          </p:cNvGrpSpPr>
          <p:nvPr/>
        </p:nvGrpSpPr>
        <p:grpSpPr bwMode="auto">
          <a:xfrm>
            <a:off x="4222750" y="5086350"/>
            <a:ext cx="1944688" cy="928688"/>
            <a:chOff x="1247" y="3204"/>
            <a:chExt cx="1225" cy="585"/>
          </a:xfrm>
        </p:grpSpPr>
        <p:sp>
          <p:nvSpPr>
            <p:cNvPr id="14360" name="AutoShape 54">
              <a:extLst>
                <a:ext uri="{FF2B5EF4-FFF2-40B4-BE49-F238E27FC236}">
                  <a16:creationId xmlns:a16="http://schemas.microsoft.com/office/drawing/2014/main" id="{EDA6ED81-EC2B-4C87-8142-1A2CEE24AB4F}"/>
                </a:ext>
              </a:extLst>
            </p:cNvPr>
            <p:cNvSpPr>
              <a:spLocks/>
            </p:cNvSpPr>
            <p:nvPr/>
          </p:nvSpPr>
          <p:spPr bwMode="auto">
            <a:xfrm rot="-5400000" flipH="1" flipV="1">
              <a:off x="1769" y="2682"/>
              <a:ext cx="181" cy="1225"/>
            </a:xfrm>
            <a:prstGeom prst="rightBrace">
              <a:avLst>
                <a:gd name="adj1" fmla="val 564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•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61" name="Text Box 55">
              <a:extLst>
                <a:ext uri="{FF2B5EF4-FFF2-40B4-BE49-F238E27FC236}">
                  <a16:creationId xmlns:a16="http://schemas.microsoft.com/office/drawing/2014/main" id="{E28DBA3D-0124-45CE-9921-1BA782DB7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3385"/>
              <a:ext cx="122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•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pt-BR" altLang="en-US" sz="1800"/>
                <a:t>Registradores de propósito geral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0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0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0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0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80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80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0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80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80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7" grpId="0" animBg="1"/>
      <p:bldP spid="80928" grpId="0" animBg="1"/>
      <p:bldP spid="80944" grpId="0" animBg="1"/>
      <p:bldP spid="80946" grpId="0" animBg="1"/>
      <p:bldP spid="809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38" name="Rectangle 135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B21E2EC8-12FC-4530-B833-B4C109C61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371601"/>
            <a:ext cx="4533900" cy="3211484"/>
          </a:xfrm>
        </p:spPr>
        <p:txBody>
          <a:bodyPr anchor="t">
            <a:normAutofit/>
          </a:bodyPr>
          <a:lstStyle/>
          <a:p>
            <a:pPr eaLnBrk="1" hangingPunct="1">
              <a:defRPr/>
            </a:pPr>
            <a:r>
              <a:rPr lang="pt-BR" dirty="0"/>
              <a:t>Revisão de arquitetura de computadores</a:t>
            </a:r>
          </a:p>
        </p:txBody>
      </p:sp>
      <p:cxnSp>
        <p:nvCxnSpPr>
          <p:cNvPr id="81939" name="Straight Connector 137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2" name="Espaço Reservado para Número de Slide 5">
            <a:extLst>
              <a:ext uri="{FF2B5EF4-FFF2-40B4-BE49-F238E27FC236}">
                <a16:creationId xmlns:a16="http://schemas.microsoft.com/office/drawing/2014/main" id="{33FA8D5E-58DC-495D-A3D1-43F6015C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410A211E-8C4A-4499-BC79-97013E79348C}" type="slidenum">
              <a:rPr lang="pt-BR" altLang="en-US" sz="18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10</a:t>
            </a:fld>
            <a:endParaRPr lang="pt-BR" altLang="en-US" sz="1800"/>
          </a:p>
        </p:txBody>
      </p:sp>
      <p:graphicFrame>
        <p:nvGraphicFramePr>
          <p:cNvPr id="81940" name="Rectangle 3">
            <a:extLst>
              <a:ext uri="{FF2B5EF4-FFF2-40B4-BE49-F238E27FC236}">
                <a16:creationId xmlns:a16="http://schemas.microsoft.com/office/drawing/2014/main" id="{C89EB4B3-9985-414F-A77A-557BB69AAE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482005"/>
              </p:ext>
            </p:extLst>
          </p:nvPr>
        </p:nvGraphicFramePr>
        <p:xfrm>
          <a:off x="5502526" y="247672"/>
          <a:ext cx="6202680" cy="5861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Número de Slide 5">
            <a:extLst>
              <a:ext uri="{FF2B5EF4-FFF2-40B4-BE49-F238E27FC236}">
                <a16:creationId xmlns:a16="http://schemas.microsoft.com/office/drawing/2014/main" id="{9ABB839B-A1F4-481C-9E2C-EF9E58B2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B3CC19-CEE0-46C8-B832-FCBF04CB5BE2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AA421EF6-8609-4C55-A153-C1A16D6B4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Conceitos básicos de S.O.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56DEECF4-EAD5-448F-BF95-9482B36F5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4302" y="1196976"/>
            <a:ext cx="10747947" cy="48990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altLang="en-US" sz="2800" dirty="0"/>
              <a:t>O que é um sistema operacional?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en-US" sz="2400" dirty="0"/>
              <a:t>Programa gerenciador de recursos computacionais.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en-US" sz="2800" dirty="0"/>
              <a:t>O que é um recurso computacional?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en-US" sz="2400" dirty="0"/>
              <a:t>Um objeto necessário para efetuar uma computação.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en-US" sz="2800" dirty="0"/>
              <a:t>Gerenciar recursos para quem?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en-US" sz="2400" dirty="0"/>
              <a:t>Para processos. </a:t>
            </a:r>
          </a:p>
          <a:p>
            <a:pPr eaLnBrk="1" hangingPunct="1">
              <a:lnSpc>
                <a:spcPct val="90000"/>
              </a:lnSpc>
            </a:pPr>
            <a:r>
              <a:rPr lang="pt-BR" altLang="en-US" sz="2800" dirty="0"/>
              <a:t>Qual a diferença entre Programas e Processos?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en-US" sz="2400" dirty="0"/>
              <a:t>Programa é um algoritmo escrito em uma linguagem de programação.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en-US" sz="2400" dirty="0"/>
              <a:t>Processos são programas em execução.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800" decel="100000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 decel="100000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decel="100000" fill="hold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800" decel="100000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0" decel="100000" fill="hold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800" decel="100000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800" decel="100000" fill="hold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800" decel="100000" fill="hold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800" decel="100000" fill="hold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3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42" name="Rectangle 1">
            <a:extLst>
              <a:ext uri="{FF2B5EF4-FFF2-40B4-BE49-F238E27FC236}">
                <a16:creationId xmlns:a16="http://schemas.microsoft.com/office/drawing/2014/main" id="{5642D223-D3EA-4BA9-A035-6F45660FE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1" y="914399"/>
            <a:ext cx="3543300" cy="4578624"/>
          </a:xfrm>
        </p:spPr>
        <p:txBody>
          <a:bodyPr anchor="b">
            <a:normAutofit/>
          </a:bodyPr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pt-BR" sz="3400" dirty="0"/>
              <a:t>Áreas de Responsabilidade do SO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583125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2" name="Espaço Reservado para Número de Slide 1">
            <a:extLst>
              <a:ext uri="{FF2B5EF4-FFF2-40B4-BE49-F238E27FC236}">
                <a16:creationId xmlns:a16="http://schemas.microsoft.com/office/drawing/2014/main" id="{B474F11F-0414-49C2-AFAF-EAB381BB8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40E6DE48-44EC-4A3A-9DD1-1E4CC7BFBCD0}" type="slidenum">
              <a:rPr lang="pt-BR" altLang="en-US" sz="18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12</a:t>
            </a:fld>
            <a:endParaRPr lang="pt-BR" altLang="en-US" sz="1800"/>
          </a:p>
        </p:txBody>
      </p:sp>
      <p:graphicFrame>
        <p:nvGraphicFramePr>
          <p:cNvPr id="17414" name="Rectangle 2">
            <a:extLst>
              <a:ext uri="{FF2B5EF4-FFF2-40B4-BE49-F238E27FC236}">
                <a16:creationId xmlns:a16="http://schemas.microsoft.com/office/drawing/2014/main" id="{4A34DDEE-C29C-4A7E-995E-0D39D81604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8514359"/>
              </p:ext>
            </p:extLst>
          </p:nvPr>
        </p:nvGraphicFramePr>
        <p:xfrm>
          <a:off x="5545394" y="867226"/>
          <a:ext cx="5732206" cy="5074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73C9DB83-CDCD-4FF9-8298-8AA8134E05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7414">
                                            <p:graphicEl>
                                              <a:dgm id="{73C9DB83-CDCD-4FF9-8298-8AA8134E05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3DBA4A90-E69F-41D6-813A-9E1443F1AB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7414">
                                            <p:graphicEl>
                                              <a:dgm id="{3DBA4A90-E69F-41D6-813A-9E1443F1AB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77EC5566-4EED-43DE-8AD2-DEDACC0031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17414">
                                            <p:graphicEl>
                                              <a:dgm id="{77EC5566-4EED-43DE-8AD2-DEDACC0031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97ED3B7E-2B0B-4E75-AC3B-B3895AD3E2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17414">
                                            <p:graphicEl>
                                              <a:dgm id="{97ED3B7E-2B0B-4E75-AC3B-B3895AD3E2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4FD00A5E-E9F4-40FF-AFF7-E330DD1F0A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7414">
                                            <p:graphicEl>
                                              <a:dgm id="{4FD00A5E-E9F4-40FF-AFF7-E330DD1F0A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A686612F-512B-43DF-93AB-09C0C4B019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17414">
                                            <p:graphicEl>
                                              <a:dgm id="{A686612F-512B-43DF-93AB-09C0C4B019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B8E7AFE6-9FFD-457C-A617-E26A67F422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17414">
                                            <p:graphicEl>
                                              <a:dgm id="{B8E7AFE6-9FFD-457C-A617-E26A67F422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02402209-756A-4507-91B5-200FCE2410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17414">
                                            <p:graphicEl>
                                              <a:dgm id="{02402209-756A-4507-91B5-200FCE2410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EEFF3B47-B69A-4A68-B1F8-8571BF0FB4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17414">
                                            <p:graphicEl>
                                              <a:dgm id="{EEFF3B47-B69A-4A68-B1F8-8571BF0FB4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1856F7B0-D263-48DE-A871-4FA8C40F50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17414">
                                            <p:graphicEl>
                                              <a:dgm id="{1856F7B0-D263-48DE-A871-4FA8C40F50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261C645E-2B07-4BCF-ACF2-DC7DF75F37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17414">
                                            <p:graphicEl>
                                              <a:dgm id="{261C645E-2B07-4BCF-ACF2-DC7DF75F37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F4661971-127A-47B3-9802-CF8588D10A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50"/>
                                        <p:tgtEl>
                                          <p:spTgt spid="17414">
                                            <p:graphicEl>
                                              <a:dgm id="{F4661971-127A-47B3-9802-CF8588D10A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graphicEl>
                                              <a:dgm id="{A260C031-E1E9-4440-912C-A088A4223B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17414">
                                            <p:graphicEl>
                                              <a:dgm id="{A260C031-E1E9-4440-912C-A088A4223B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414" grpId="0" uiExpand="1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1FF1F430-C088-4E0E-B286-CEF125A401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9331" y="314325"/>
            <a:ext cx="9189883" cy="1062038"/>
          </a:xfrm>
        </p:spPr>
        <p:txBody>
          <a:bodyPr/>
          <a:lstStyle/>
          <a:p>
            <a:pPr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pt-BR" dirty="0"/>
              <a:t>Gerenciamento de Processos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22C5BB6-A9B4-4606-9817-EF51C47BED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196976"/>
            <a:ext cx="10616609" cy="4443413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en-US" sz="2800" dirty="0"/>
              <a:t>Ao gerenciar o recurso CPU, em geral, trabalhamos com programas em execução chamados de </a:t>
            </a:r>
            <a:r>
              <a:rPr lang="pt-BR" altLang="en-US" sz="2800" b="1" dirty="0"/>
              <a:t>processos.</a:t>
            </a:r>
            <a:endParaRPr lang="en-GB" altLang="en-US" sz="2800" dirty="0"/>
          </a:p>
          <a:p>
            <a:pPr eaLnBrk="1" hangingPunct="1"/>
            <a:r>
              <a:rPr lang="pt-BR" altLang="en-US" sz="2800" dirty="0"/>
              <a:t>O sistema operacional é responsável pelo </a:t>
            </a:r>
            <a:r>
              <a:rPr lang="pt-BR" altLang="en-US" sz="2800" b="1" dirty="0"/>
              <a:t>escalonamento e pela troca de contexto.</a:t>
            </a:r>
          </a:p>
          <a:p>
            <a:pPr marL="617220" lvl="1" indent="-342900">
              <a:buFont typeface="Wingdings" panose="05000000000000000000" pitchFamily="2" charset="2"/>
              <a:buChar char="ü"/>
            </a:pPr>
            <a:r>
              <a:rPr lang="pt-BR" altLang="en-US" sz="2400" dirty="0"/>
              <a:t>O </a:t>
            </a:r>
            <a:r>
              <a:rPr lang="pt-BR" altLang="en-US" sz="2400" b="1" dirty="0"/>
              <a:t>escalonador</a:t>
            </a:r>
            <a:r>
              <a:rPr lang="pt-BR" altLang="en-US" sz="2400" dirty="0"/>
              <a:t> é o mecanismo pelo qual o sistema operacional escolhe qual será o próximo processo a ser executado.</a:t>
            </a:r>
          </a:p>
          <a:p>
            <a:pPr marL="617220" lvl="1" indent="-342900">
              <a:buFont typeface="Wingdings" panose="05000000000000000000" pitchFamily="2" charset="2"/>
              <a:buChar char="ü"/>
            </a:pPr>
            <a:r>
              <a:rPr lang="pt-BR" altLang="en-US" sz="2400" dirty="0"/>
              <a:t>A operação de transferência de controle da CPU de um processo para outro é o que chamamos </a:t>
            </a:r>
            <a:r>
              <a:rPr lang="pt-BR" altLang="en-US" sz="2400" b="1" dirty="0"/>
              <a:t>troca de contexto.</a:t>
            </a:r>
            <a:endParaRPr lang="en-GB" altLang="en-US" sz="2400" b="1" dirty="0"/>
          </a:p>
        </p:txBody>
      </p:sp>
      <p:sp>
        <p:nvSpPr>
          <p:cNvPr id="19460" name="Espaço Reservado para Número de Slide 1">
            <a:extLst>
              <a:ext uri="{FF2B5EF4-FFF2-40B4-BE49-F238E27FC236}">
                <a16:creationId xmlns:a16="http://schemas.microsoft.com/office/drawing/2014/main" id="{BBAAC599-2DE3-4597-955E-810D8783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EE185A-245E-46FA-A7B7-2B5D12551926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B419C61-A0B1-4CD8-8863-747AF4F5ED58}"/>
              </a:ext>
            </a:extLst>
          </p:cNvPr>
          <p:cNvCxnSpPr/>
          <p:nvPr/>
        </p:nvCxnSpPr>
        <p:spPr>
          <a:xfrm>
            <a:off x="7255239" y="2218544"/>
            <a:ext cx="1678899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9000">
                  <a:srgbClr val="00B0F0"/>
                </a:gs>
                <a:gs pos="77000">
                  <a:srgbClr val="0070C0"/>
                </a:gs>
                <a:gs pos="100000">
                  <a:srgbClr val="002060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1D83BC5-440F-41D9-BAE8-E37CD3532C6B}"/>
              </a:ext>
            </a:extLst>
          </p:cNvPr>
          <p:cNvCxnSpPr>
            <a:cxnSpLocks/>
          </p:cNvCxnSpPr>
          <p:nvPr/>
        </p:nvCxnSpPr>
        <p:spPr>
          <a:xfrm>
            <a:off x="7842354" y="2865619"/>
            <a:ext cx="236686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9000">
                  <a:srgbClr val="00B0F0"/>
                </a:gs>
                <a:gs pos="77000">
                  <a:srgbClr val="0070C0"/>
                </a:gs>
                <a:gs pos="100000">
                  <a:srgbClr val="002060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23B07FC-3C31-4EAB-BEFC-E466892A9171}"/>
              </a:ext>
            </a:extLst>
          </p:cNvPr>
          <p:cNvCxnSpPr>
            <a:cxnSpLocks/>
          </p:cNvCxnSpPr>
          <p:nvPr/>
        </p:nvCxnSpPr>
        <p:spPr>
          <a:xfrm>
            <a:off x="1291652" y="3345304"/>
            <a:ext cx="2635771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9000">
                  <a:srgbClr val="00B0F0"/>
                </a:gs>
                <a:gs pos="77000">
                  <a:srgbClr val="0070C0"/>
                </a:gs>
                <a:gs pos="100000">
                  <a:srgbClr val="002060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0C95E53-A7DC-4BA0-AD19-1D854563AF81}"/>
              </a:ext>
            </a:extLst>
          </p:cNvPr>
          <p:cNvCxnSpPr>
            <a:cxnSpLocks/>
          </p:cNvCxnSpPr>
          <p:nvPr/>
        </p:nvCxnSpPr>
        <p:spPr>
          <a:xfrm>
            <a:off x="1935317" y="3902439"/>
            <a:ext cx="1572382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9000">
                  <a:srgbClr val="00B0F0"/>
                </a:gs>
                <a:gs pos="77000">
                  <a:srgbClr val="0070C0"/>
                </a:gs>
                <a:gs pos="100000">
                  <a:srgbClr val="002060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CC82090B-C803-4335-AF0A-4E827E9BCE36}"/>
              </a:ext>
            </a:extLst>
          </p:cNvPr>
          <p:cNvCxnSpPr>
            <a:cxnSpLocks/>
          </p:cNvCxnSpPr>
          <p:nvPr/>
        </p:nvCxnSpPr>
        <p:spPr>
          <a:xfrm>
            <a:off x="5011711" y="5314012"/>
            <a:ext cx="2243528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9000">
                  <a:srgbClr val="00B0F0"/>
                </a:gs>
                <a:gs pos="77000">
                  <a:srgbClr val="0070C0"/>
                </a:gs>
                <a:gs pos="100000">
                  <a:srgbClr val="002060"/>
                </a:gs>
              </a:gsLst>
              <a:lin ang="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>
            <a:extLst>
              <a:ext uri="{FF2B5EF4-FFF2-40B4-BE49-F238E27FC236}">
                <a16:creationId xmlns:a16="http://schemas.microsoft.com/office/drawing/2014/main" id="{97D62A66-A4E7-4003-A5B3-F5AFF309D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9431" y="314325"/>
            <a:ext cx="9339784" cy="1062038"/>
          </a:xfrm>
        </p:spPr>
        <p:txBody>
          <a:bodyPr>
            <a:normAutofit/>
          </a:bodyPr>
          <a:lstStyle/>
          <a:p>
            <a:pPr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pt-BR" dirty="0"/>
              <a:t>Serviços Relacionados a Processos</a:t>
            </a:r>
          </a:p>
        </p:txBody>
      </p:sp>
      <p:graphicFrame>
        <p:nvGraphicFramePr>
          <p:cNvPr id="21521" name="Rectangle 2">
            <a:extLst>
              <a:ext uri="{FF2B5EF4-FFF2-40B4-BE49-F238E27FC236}">
                <a16:creationId xmlns:a16="http://schemas.microsoft.com/office/drawing/2014/main" id="{BC1FAB87-C744-41D7-8FB6-4A44A5796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160351"/>
              </p:ext>
            </p:extLst>
          </p:nvPr>
        </p:nvGraphicFramePr>
        <p:xfrm>
          <a:off x="704538" y="1604963"/>
          <a:ext cx="10493113" cy="4443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508" name="Text Box 4">
            <a:extLst>
              <a:ext uri="{FF2B5EF4-FFF2-40B4-BE49-F238E27FC236}">
                <a16:creationId xmlns:a16="http://schemas.microsoft.com/office/drawing/2014/main" id="{32CF857D-8134-4E14-A62D-67B77F57E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089" y="6221414"/>
            <a:ext cx="1658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1639" tIns="40820" rIns="81639" bIns="40820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3000"/>
              </a:lnSpc>
              <a:spcBef>
                <a:spcPct val="0"/>
              </a:spcBef>
              <a:buClrTx/>
              <a:buFontTx/>
              <a:buNone/>
            </a:pPr>
            <a:fld id="{71E38FE5-A498-4D89-A03A-26AE84D49788}" type="slidenum">
              <a:rPr lang="en-GB" altLang="en-US" sz="2000">
                <a:solidFill>
                  <a:srgbClr val="000000"/>
                </a:solidFill>
              </a:rPr>
              <a:pPr algn="r" eaLnBrk="1" hangingPunct="1">
                <a:lnSpc>
                  <a:spcPct val="93000"/>
                </a:lnSpc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GB" altLang="en-US" sz="20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DFCD9133-E82B-420C-9BA2-69C6284BC2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1521">
                                            <p:graphicEl>
                                              <a:dgm id="{DFCD9133-E82B-420C-9BA2-69C6284BC2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73AE66C5-AEF3-43BE-873B-2CD1BEEEAF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21521">
                                            <p:graphicEl>
                                              <a:dgm id="{73AE66C5-AEF3-43BE-873B-2CD1BEEEAF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F9B399D2-9626-416C-B997-97742C5481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21521">
                                            <p:graphicEl>
                                              <a:dgm id="{F9B399D2-9626-416C-B997-97742C5481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82A20A8E-F9FE-4B6F-A9B0-C910DB0DE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21521">
                                            <p:graphicEl>
                                              <a:dgm id="{82A20A8E-F9FE-4B6F-A9B0-C910DB0DE8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0AC9959E-66C0-4F40-8A0C-0FBF8267B9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1000"/>
                                        <p:tgtEl>
                                          <p:spTgt spid="21521">
                                            <p:graphicEl>
                                              <a:dgm id="{0AC9959E-66C0-4F40-8A0C-0FBF8267B9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FEFB09F4-31B4-4374-B2B1-54748A76B2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1000"/>
                                        <p:tgtEl>
                                          <p:spTgt spid="21521">
                                            <p:graphicEl>
                                              <a:dgm id="{FEFB09F4-31B4-4374-B2B1-54748A76B2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F9CBEFDE-FE06-4D84-B82D-9F3930A80E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21521">
                                            <p:graphicEl>
                                              <a:dgm id="{F9CBEFDE-FE06-4D84-B82D-9F3930A80E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7BD20D18-D411-42F9-846D-6F714A8A4C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1000"/>
                                        <p:tgtEl>
                                          <p:spTgt spid="21521">
                                            <p:graphicEl>
                                              <a:dgm id="{7BD20D18-D411-42F9-846D-6F714A8A4C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BF4978F3-329D-4004-B4FA-D691B4FB47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1000"/>
                                        <p:tgtEl>
                                          <p:spTgt spid="21521">
                                            <p:graphicEl>
                                              <a:dgm id="{BF4978F3-329D-4004-B4FA-D691B4FB47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D6E7128A-13A6-434F-B3EF-E7402B8BC2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21521">
                                            <p:graphicEl>
                                              <a:dgm id="{D6E7128A-13A6-434F-B3EF-E7402B8BC2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9B1C5BDC-2632-476D-B2D7-A11FEBFA6C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000"/>
                                        <p:tgtEl>
                                          <p:spTgt spid="21521">
                                            <p:graphicEl>
                                              <a:dgm id="{9B1C5BDC-2632-476D-B2D7-A11FEBFA6C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AF9034B8-589A-47CB-84C0-A8B23CC9D6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21521">
                                            <p:graphicEl>
                                              <a:dgm id="{AF9034B8-589A-47CB-84C0-A8B23CC9D6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BC77D73B-CC9D-4EEB-BBFE-57561E66A6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1000"/>
                                        <p:tgtEl>
                                          <p:spTgt spid="21521">
                                            <p:graphicEl>
                                              <a:dgm id="{BC77D73B-CC9D-4EEB-BBFE-57561E66A6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9C053986-5D81-45C8-AFF7-7BA79C2CFF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1000"/>
                                        <p:tgtEl>
                                          <p:spTgt spid="21521">
                                            <p:graphicEl>
                                              <a:dgm id="{9C053986-5D81-45C8-AFF7-7BA79C2CFF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>
                                            <p:graphicEl>
                                              <a:dgm id="{E10D73F8-2E23-42B5-96BC-2E099702BF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1000"/>
                                        <p:tgtEl>
                                          <p:spTgt spid="21521">
                                            <p:graphicEl>
                                              <a:dgm id="{E10D73F8-2E23-42B5-96BC-2E099702BF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521" grpId="0" uiExpand="1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10" name="Rectangle 1">
            <a:extLst>
              <a:ext uri="{FF2B5EF4-FFF2-40B4-BE49-F238E27FC236}">
                <a16:creationId xmlns:a16="http://schemas.microsoft.com/office/drawing/2014/main" id="{02742EA7-2A5F-4E14-9661-1359F1ADE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1" y="914399"/>
            <a:ext cx="3543300" cy="1097280"/>
          </a:xfrm>
        </p:spPr>
        <p:txBody>
          <a:bodyPr anchor="b">
            <a:normAutofit fontScale="90000"/>
          </a:bodyPr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pt-BR" sz="3700"/>
              <a:t>Gerenciamento de Memória</a:t>
            </a:r>
            <a:endParaRPr lang="pt-BR" sz="37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583125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6" name="Espaço Reservado para Número de Slide 1">
            <a:extLst>
              <a:ext uri="{FF2B5EF4-FFF2-40B4-BE49-F238E27FC236}">
                <a16:creationId xmlns:a16="http://schemas.microsoft.com/office/drawing/2014/main" id="{F9C26140-9497-4864-834B-9E5259F1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B9B5F339-D8E8-4C51-BDFA-B7330A7C54B3}" type="slidenum">
              <a:rPr lang="pt-BR" altLang="en-US" sz="18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15</a:t>
            </a:fld>
            <a:endParaRPr lang="pt-BR" altLang="en-US" sz="180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BC8DCC9-E5F7-407D-B8FC-E60114E94C38}"/>
              </a:ext>
            </a:extLst>
          </p:cNvPr>
          <p:cNvGrpSpPr/>
          <p:nvPr/>
        </p:nvGrpSpPr>
        <p:grpSpPr>
          <a:xfrm>
            <a:off x="5545394" y="1691879"/>
            <a:ext cx="5732205" cy="3425481"/>
            <a:chOff x="5545394" y="1691879"/>
            <a:chExt cx="5732205" cy="3425481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FCE2587B-5F6D-4052-9C4B-C4C86BA02022}"/>
                </a:ext>
              </a:extLst>
            </p:cNvPr>
            <p:cNvSpPr/>
            <p:nvPr/>
          </p:nvSpPr>
          <p:spPr>
            <a:xfrm>
              <a:off x="5545394" y="1691879"/>
              <a:ext cx="5732205" cy="1522436"/>
            </a:xfrm>
            <a:prstGeom prst="roundRect">
              <a:avLst>
                <a:gd name="adj" fmla="val 10000"/>
              </a:avLst>
            </a:prstGeom>
            <a:scene3d>
              <a:camera prst="orthographicFront"/>
              <a:lightRig rig="flat" dir="t"/>
            </a:scene3d>
            <a:sp3d z="-190500" extrusionH="12700" prstMaterial="plastic">
              <a:bevelT w="50800" h="50800"/>
            </a:sp3d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3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BDCDBB87-A665-41AF-B703-1A67E8301468}"/>
                </a:ext>
              </a:extLst>
            </p:cNvPr>
            <p:cNvSpPr/>
            <p:nvPr/>
          </p:nvSpPr>
          <p:spPr>
            <a:xfrm>
              <a:off x="7303808" y="1691879"/>
              <a:ext cx="3973791" cy="1522436"/>
            </a:xfrm>
            <a:custGeom>
              <a:avLst/>
              <a:gdLst>
                <a:gd name="connsiteX0" fmla="*/ 0 w 3973791"/>
                <a:gd name="connsiteY0" fmla="*/ 0 h 1522436"/>
                <a:gd name="connsiteX1" fmla="*/ 3973791 w 3973791"/>
                <a:gd name="connsiteY1" fmla="*/ 0 h 1522436"/>
                <a:gd name="connsiteX2" fmla="*/ 3973791 w 3973791"/>
                <a:gd name="connsiteY2" fmla="*/ 1522436 h 1522436"/>
                <a:gd name="connsiteX3" fmla="*/ 0 w 3973791"/>
                <a:gd name="connsiteY3" fmla="*/ 1522436 h 1522436"/>
                <a:gd name="connsiteX4" fmla="*/ 0 w 3973791"/>
                <a:gd name="connsiteY4" fmla="*/ 0 h 1522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3791" h="1522436">
                  <a:moveTo>
                    <a:pt x="0" y="0"/>
                  </a:moveTo>
                  <a:lnTo>
                    <a:pt x="3973791" y="0"/>
                  </a:lnTo>
                  <a:lnTo>
                    <a:pt x="3973791" y="1522436"/>
                  </a:lnTo>
                  <a:lnTo>
                    <a:pt x="0" y="152243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1125" tIns="161125" rIns="161125" bIns="161125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900" kern="1200" dirty="0"/>
                <a:t>Atendimento a solicitações de alocação e liberação de memória.</a:t>
              </a:r>
              <a:endParaRPr lang="en-US" sz="1900" kern="1200" dirty="0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01B5E9E6-4D38-469A-BA73-9FC14FBD9886}"/>
                </a:ext>
              </a:extLst>
            </p:cNvPr>
            <p:cNvSpPr/>
            <p:nvPr/>
          </p:nvSpPr>
          <p:spPr>
            <a:xfrm>
              <a:off x="5545394" y="3594924"/>
              <a:ext cx="5732205" cy="1522436"/>
            </a:xfrm>
            <a:prstGeom prst="roundRect">
              <a:avLst>
                <a:gd name="adj" fmla="val 10000"/>
              </a:avLst>
            </a:prstGeom>
            <a:scene3d>
              <a:camera prst="orthographicFront"/>
              <a:lightRig rig="flat" dir="t"/>
            </a:scene3d>
            <a:sp3d z="-190500" extrusionH="12700" prstMaterial="plastic">
              <a:bevelT w="50800" h="50800"/>
            </a:sp3d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3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Retângulo 8" descr="Irritante">
              <a:extLst>
                <a:ext uri="{FF2B5EF4-FFF2-40B4-BE49-F238E27FC236}">
                  <a16:creationId xmlns:a16="http://schemas.microsoft.com/office/drawing/2014/main" id="{5F3DB8FF-1A0C-46E9-949B-1EC3C34F651E}"/>
                </a:ext>
              </a:extLst>
            </p:cNvPr>
            <p:cNvSpPr/>
            <p:nvPr/>
          </p:nvSpPr>
          <p:spPr>
            <a:xfrm>
              <a:off x="6005931" y="3937472"/>
              <a:ext cx="837340" cy="837340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1AC52972-4694-4527-B76E-433D47206C12}"/>
                </a:ext>
              </a:extLst>
            </p:cNvPr>
            <p:cNvSpPr/>
            <p:nvPr/>
          </p:nvSpPr>
          <p:spPr>
            <a:xfrm>
              <a:off x="7303808" y="3594924"/>
              <a:ext cx="3973791" cy="1522436"/>
            </a:xfrm>
            <a:custGeom>
              <a:avLst/>
              <a:gdLst>
                <a:gd name="connsiteX0" fmla="*/ 0 w 3973791"/>
                <a:gd name="connsiteY0" fmla="*/ 0 h 1522436"/>
                <a:gd name="connsiteX1" fmla="*/ 3973791 w 3973791"/>
                <a:gd name="connsiteY1" fmla="*/ 0 h 1522436"/>
                <a:gd name="connsiteX2" fmla="*/ 3973791 w 3973791"/>
                <a:gd name="connsiteY2" fmla="*/ 1522436 h 1522436"/>
                <a:gd name="connsiteX3" fmla="*/ 0 w 3973791"/>
                <a:gd name="connsiteY3" fmla="*/ 1522436 h 1522436"/>
                <a:gd name="connsiteX4" fmla="*/ 0 w 3973791"/>
                <a:gd name="connsiteY4" fmla="*/ 0 h 1522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3791" h="1522436">
                  <a:moveTo>
                    <a:pt x="0" y="0"/>
                  </a:moveTo>
                  <a:lnTo>
                    <a:pt x="3973791" y="0"/>
                  </a:lnTo>
                  <a:lnTo>
                    <a:pt x="3973791" y="1522436"/>
                  </a:lnTo>
                  <a:lnTo>
                    <a:pt x="0" y="152243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1125" tIns="161125" rIns="161125" bIns="161125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900" kern="1200" dirty="0"/>
                <a:t>O SO deve assegurar que os processos não interfiram uns com os outros e que o espaço de memória não seja desperdiçado</a:t>
              </a:r>
              <a:endParaRPr lang="en-US" sz="1900" kern="1200" dirty="0"/>
            </a:p>
          </p:txBody>
        </p:sp>
      </p:grpSp>
      <p:pic>
        <p:nvPicPr>
          <p:cNvPr id="12" name="Imagem 11" descr="Forma&#10;&#10;Descrição gerada automaticamente com confiança baixa">
            <a:extLst>
              <a:ext uri="{FF2B5EF4-FFF2-40B4-BE49-F238E27FC236}">
                <a16:creationId xmlns:a16="http://schemas.microsoft.com/office/drawing/2014/main" id="{61FA66AE-F49A-4462-B744-DC96C9362F3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49" b="24032"/>
          <a:stretch/>
        </p:blipFill>
        <p:spPr>
          <a:xfrm>
            <a:off x="5775663" y="2127850"/>
            <a:ext cx="1297877" cy="65049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B83CC0B6-955B-491D-AD06-E6423CAD7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4381" y="354013"/>
            <a:ext cx="9264834" cy="1065212"/>
          </a:xfrm>
        </p:spPr>
        <p:txBody>
          <a:bodyPr>
            <a:normAutofit/>
          </a:bodyPr>
          <a:lstStyle/>
          <a:p>
            <a:pPr>
              <a:lnSpc>
                <a:spcPct val="87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pt-BR" dirty="0"/>
              <a:t>Serviços Relacionados a Memória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B04CC52A-78D1-4CCF-A868-D37751EE96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4381" y="1139252"/>
            <a:ext cx="10586628" cy="3867463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en-US" sz="2800" dirty="0"/>
              <a:t>Solicitar memória adicional diretamente;</a:t>
            </a:r>
          </a:p>
          <a:p>
            <a:pPr eaLnBrk="1" hangingPunct="1"/>
            <a:r>
              <a:rPr lang="pt-BR" altLang="en-US" sz="2800" dirty="0"/>
              <a:t>Solicitar memória indiretamente (por exemplo, ao criar um novo processo);</a:t>
            </a:r>
          </a:p>
          <a:p>
            <a:pPr eaLnBrk="1" hangingPunct="1"/>
            <a:r>
              <a:rPr lang="pt-BR" altLang="en-US" sz="2800" dirty="0"/>
              <a:t>Liberar memória de volta para o SO;</a:t>
            </a:r>
          </a:p>
          <a:p>
            <a:pPr eaLnBrk="1" hangingPunct="1"/>
            <a:r>
              <a:rPr lang="pt-BR" altLang="en-US" sz="2800" dirty="0"/>
              <a:t>Solicitar áreas de memória para serem compartilhadas entre processos</a:t>
            </a:r>
            <a:endParaRPr lang="en-GB" altLang="en-US" sz="2800" dirty="0"/>
          </a:p>
        </p:txBody>
      </p:sp>
      <p:sp>
        <p:nvSpPr>
          <p:cNvPr id="25604" name="Espaço Reservado para Número de Slide 1">
            <a:extLst>
              <a:ext uri="{FF2B5EF4-FFF2-40B4-BE49-F238E27FC236}">
                <a16:creationId xmlns:a16="http://schemas.microsoft.com/office/drawing/2014/main" id="{B6D9EAF1-88DE-482E-A904-25DD4681B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D0C5EB-9948-4F2B-A637-849319F666C5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37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Rectangle 1">
            <a:extLst>
              <a:ext uri="{FF2B5EF4-FFF2-40B4-BE49-F238E27FC236}">
                <a16:creationId xmlns:a16="http://schemas.microsoft.com/office/drawing/2014/main" id="{0E50699A-449D-4909-90F0-7BA987B57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18568"/>
            <a:ext cx="4533900" cy="957275"/>
          </a:xfrm>
        </p:spPr>
        <p:txBody>
          <a:bodyPr anchor="t">
            <a:normAutofit/>
          </a:bodyPr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pt-BR" dirty="0"/>
              <a:t>Dispositivos de E/S</a:t>
            </a:r>
            <a:endParaRPr lang="en-GB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2" name="Espaço Reservado para Número de Slide 1">
            <a:extLst>
              <a:ext uri="{FF2B5EF4-FFF2-40B4-BE49-F238E27FC236}">
                <a16:creationId xmlns:a16="http://schemas.microsoft.com/office/drawing/2014/main" id="{A4D3EDD7-BA19-4545-8116-0F7896B66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A484D539-0867-47D2-985D-D0979E3AF924}" type="slidenum">
              <a:rPr lang="pt-BR" altLang="en-US" sz="18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17</a:t>
            </a:fld>
            <a:endParaRPr lang="pt-BR" altLang="en-US" sz="1800"/>
          </a:p>
        </p:txBody>
      </p:sp>
      <p:graphicFrame>
        <p:nvGraphicFramePr>
          <p:cNvPr id="27654" name="Rectangle 2">
            <a:extLst>
              <a:ext uri="{FF2B5EF4-FFF2-40B4-BE49-F238E27FC236}">
                <a16:creationId xmlns:a16="http://schemas.microsoft.com/office/drawing/2014/main" id="{AA2648DA-97BB-4192-87ED-BB1926C00C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898306"/>
              </p:ext>
            </p:extLst>
          </p:nvPr>
        </p:nvGraphicFramePr>
        <p:xfrm>
          <a:off x="1564129" y="1200268"/>
          <a:ext cx="9966879" cy="5655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graphicEl>
                                              <a:dgm id="{3D952A86-EB93-4610-B4B3-2459B8E231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54">
                                            <p:graphicEl>
                                              <a:dgm id="{3D952A86-EB93-4610-B4B3-2459B8E231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54">
                                            <p:graphicEl>
                                              <a:dgm id="{3D952A86-EB93-4610-B4B3-2459B8E231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654">
                                            <p:graphicEl>
                                              <a:dgm id="{3D952A86-EB93-4610-B4B3-2459B8E231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graphicEl>
                                              <a:dgm id="{F50D8174-DFDD-4AD2-AF01-42F0439331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654">
                                            <p:graphicEl>
                                              <a:dgm id="{F50D8174-DFDD-4AD2-AF01-42F0439331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654">
                                            <p:graphicEl>
                                              <a:dgm id="{F50D8174-DFDD-4AD2-AF01-42F0439331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654">
                                            <p:graphicEl>
                                              <a:dgm id="{F50D8174-DFDD-4AD2-AF01-42F0439331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graphicEl>
                                              <a:dgm id="{90A1A489-D0A6-44A7-B995-BEE0EE748E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654">
                                            <p:graphicEl>
                                              <a:dgm id="{90A1A489-D0A6-44A7-B995-BEE0EE748E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654">
                                            <p:graphicEl>
                                              <a:dgm id="{90A1A489-D0A6-44A7-B995-BEE0EE748E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654">
                                            <p:graphicEl>
                                              <a:dgm id="{90A1A489-D0A6-44A7-B995-BEE0EE748E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graphicEl>
                                              <a:dgm id="{74273581-50C6-419E-8481-1FFFEA6B1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654">
                                            <p:graphicEl>
                                              <a:dgm id="{74273581-50C6-419E-8481-1FFFEA6B1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654">
                                            <p:graphicEl>
                                              <a:dgm id="{74273581-50C6-419E-8481-1FFFEA6B1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654">
                                            <p:graphicEl>
                                              <a:dgm id="{74273581-50C6-419E-8481-1FFFEA6B1D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7654" grpId="0" uiExpand="1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708" name="Rectangle 7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10" name="Rectangle 1">
            <a:extLst>
              <a:ext uri="{FF2B5EF4-FFF2-40B4-BE49-F238E27FC236}">
                <a16:creationId xmlns:a16="http://schemas.microsoft.com/office/drawing/2014/main" id="{6E2D5DD7-4A6C-47DF-8860-67FE37397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1" y="914399"/>
            <a:ext cx="3543300" cy="4578624"/>
          </a:xfrm>
        </p:spPr>
        <p:txBody>
          <a:bodyPr anchor="b">
            <a:normAutofit/>
          </a:bodyPr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pt-BR"/>
              <a:t>Serviços Relacionados ao Dispositivos de E/S</a:t>
            </a:r>
          </a:p>
        </p:txBody>
      </p:sp>
      <p:cxnSp>
        <p:nvCxnSpPr>
          <p:cNvPr id="29709" name="Straight Connector 76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583125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0" name="Espaço Reservado para Número de Slide 1">
            <a:extLst>
              <a:ext uri="{FF2B5EF4-FFF2-40B4-BE49-F238E27FC236}">
                <a16:creationId xmlns:a16="http://schemas.microsoft.com/office/drawing/2014/main" id="{22B5C131-C68D-475B-A4AF-1D0D84CF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A0012FDA-E3F0-4A82-BA17-43B7F605EC88}" type="slidenum">
              <a:rPr lang="pt-BR" altLang="en-US" sz="18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18</a:t>
            </a:fld>
            <a:endParaRPr lang="pt-BR" altLang="en-US" sz="1800"/>
          </a:p>
        </p:txBody>
      </p:sp>
      <p:graphicFrame>
        <p:nvGraphicFramePr>
          <p:cNvPr id="29710" name="Rectangle 2">
            <a:extLst>
              <a:ext uri="{FF2B5EF4-FFF2-40B4-BE49-F238E27FC236}">
                <a16:creationId xmlns:a16="http://schemas.microsoft.com/office/drawing/2014/main" id="{6C00F482-9544-4DB0-83B1-304E594CE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504716"/>
              </p:ext>
            </p:extLst>
          </p:nvPr>
        </p:nvGraphicFramePr>
        <p:xfrm>
          <a:off x="5545394" y="867226"/>
          <a:ext cx="5732206" cy="5074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>
                                            <p:graphicEl>
                                              <a:dgm id="{9946D9C9-B3EE-4EDF-A025-1CE7E0480E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10">
                                            <p:graphicEl>
                                              <a:dgm id="{9946D9C9-B3EE-4EDF-A025-1CE7E0480E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10">
                                            <p:graphicEl>
                                              <a:dgm id="{9946D9C9-B3EE-4EDF-A025-1CE7E0480E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710">
                                            <p:graphicEl>
                                              <a:dgm id="{9946D9C9-B3EE-4EDF-A025-1CE7E0480E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>
                                            <p:graphicEl>
                                              <a:dgm id="{2C3FB6AB-5523-4F8C-93F0-A66E0E2EEB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710">
                                            <p:graphicEl>
                                              <a:dgm id="{2C3FB6AB-5523-4F8C-93F0-A66E0E2EEB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710">
                                            <p:graphicEl>
                                              <a:dgm id="{2C3FB6AB-5523-4F8C-93F0-A66E0E2EEB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710">
                                            <p:graphicEl>
                                              <a:dgm id="{2C3FB6AB-5523-4F8C-93F0-A66E0E2EEB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>
                                            <p:graphicEl>
                                              <a:dgm id="{62572B00-F58D-4DB5-8F1B-3D63BA84DE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710">
                                            <p:graphicEl>
                                              <a:dgm id="{62572B00-F58D-4DB5-8F1B-3D63BA84DE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710">
                                            <p:graphicEl>
                                              <a:dgm id="{62572B00-F58D-4DB5-8F1B-3D63BA84DE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710">
                                            <p:graphicEl>
                                              <a:dgm id="{62572B00-F58D-4DB5-8F1B-3D63BA84DE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>
                                            <p:graphicEl>
                                              <a:dgm id="{3D48F19C-87C7-45DD-B7C7-39664D7B48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710">
                                            <p:graphicEl>
                                              <a:dgm id="{3D48F19C-87C7-45DD-B7C7-39664D7B48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710">
                                            <p:graphicEl>
                                              <a:dgm id="{3D48F19C-87C7-45DD-B7C7-39664D7B48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710">
                                            <p:graphicEl>
                                              <a:dgm id="{3D48F19C-87C7-45DD-B7C7-39664D7B48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>
                                            <p:graphicEl>
                                              <a:dgm id="{97CFBA86-BB22-4B3D-97D8-B184C115C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710">
                                            <p:graphicEl>
                                              <a:dgm id="{97CFBA86-BB22-4B3D-97D8-B184C115C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710">
                                            <p:graphicEl>
                                              <a:dgm id="{97CFBA86-BB22-4B3D-97D8-B184C115C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710">
                                            <p:graphicEl>
                                              <a:dgm id="{97CFBA86-BB22-4B3D-97D8-B184C115C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>
                                            <p:graphicEl>
                                              <a:dgm id="{AADD2D33-E0E2-4242-AD1B-B0E6EB2296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710">
                                            <p:graphicEl>
                                              <a:dgm id="{AADD2D33-E0E2-4242-AD1B-B0E6EB2296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710">
                                            <p:graphicEl>
                                              <a:dgm id="{AADD2D33-E0E2-4242-AD1B-B0E6EB2296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710">
                                            <p:graphicEl>
                                              <a:dgm id="{AADD2D33-E0E2-4242-AD1B-B0E6EB2296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9710" grpId="0" uiExpand="1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3E32DFFD-D5AC-4525-ACBE-5CAD5F2975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1948" y="406349"/>
            <a:ext cx="10910341" cy="1065213"/>
          </a:xfrm>
        </p:spPr>
        <p:txBody>
          <a:bodyPr>
            <a:normAutofit/>
          </a:bodyPr>
          <a:lstStyle/>
          <a:p>
            <a:pPr>
              <a:lnSpc>
                <a:spcPct val="87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pt-BR" dirty="0"/>
              <a:t>Gerenciamento de Sistemas de Arquivos</a:t>
            </a: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14EF5C88-75E7-4780-A433-0C5EBDF5D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1948" y="1364105"/>
            <a:ext cx="10508103" cy="5382770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en-US" sz="2800" dirty="0"/>
              <a:t>Converter os nomes em localizações de dados</a:t>
            </a:r>
          </a:p>
          <a:p>
            <a:pPr eaLnBrk="1" hangingPunct="1"/>
            <a:r>
              <a:rPr lang="pt-BR" altLang="en-US" sz="2800" dirty="0"/>
              <a:t>Gerenciar o armazenamento dados persistentes</a:t>
            </a:r>
            <a:br>
              <a:rPr lang="pt-BR" altLang="en-US" sz="2800" dirty="0"/>
            </a:br>
            <a:endParaRPr lang="en-GB" altLang="en-US" sz="2800" dirty="0"/>
          </a:p>
        </p:txBody>
      </p:sp>
      <p:sp>
        <p:nvSpPr>
          <p:cNvPr id="31748" name="Espaço Reservado para Número de Slide 1">
            <a:extLst>
              <a:ext uri="{FF2B5EF4-FFF2-40B4-BE49-F238E27FC236}">
                <a16:creationId xmlns:a16="http://schemas.microsoft.com/office/drawing/2014/main" id="{BFE3A565-CDDC-45F2-814E-3DEA8BDAC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C0F636-4072-436B-A1BB-90D7D1575214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Rectangle 1">
            <a:extLst>
              <a:ext uri="{FF2B5EF4-FFF2-40B4-BE49-F238E27FC236}">
                <a16:creationId xmlns:a16="http://schemas.microsoft.com/office/drawing/2014/main" id="{21282ADD-2B5F-40FE-AB62-78E591A02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371601"/>
            <a:ext cx="4533900" cy="3211484"/>
          </a:xfrm>
        </p:spPr>
        <p:txBody>
          <a:bodyPr anchor="t">
            <a:normAutofit/>
          </a:bodyPr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pt-BR"/>
              <a:t>Serviços Relacionados aos Sistemas de Arquivos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59FDD0C-8E9D-48C7-A121-E105707D02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59680" y="1031001"/>
            <a:ext cx="6873239" cy="4923685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pt-BR" altLang="en-US" dirty="0"/>
              <a:t>Abrir um arquivo;</a:t>
            </a:r>
          </a:p>
          <a:p>
            <a:pPr eaLnBrk="1" hangingPunct="1">
              <a:lnSpc>
                <a:spcPct val="110000"/>
              </a:lnSpc>
            </a:pPr>
            <a:r>
              <a:rPr lang="pt-BR" altLang="en-US" dirty="0"/>
              <a:t>Leitura de um arquivo;</a:t>
            </a:r>
          </a:p>
          <a:p>
            <a:pPr eaLnBrk="1" hangingPunct="1">
              <a:lnSpc>
                <a:spcPct val="110000"/>
              </a:lnSpc>
            </a:pPr>
            <a:r>
              <a:rPr lang="pt-BR" altLang="en-US" dirty="0"/>
              <a:t>Gravar em um arquivo;</a:t>
            </a:r>
          </a:p>
          <a:p>
            <a:pPr eaLnBrk="1" hangingPunct="1">
              <a:lnSpc>
                <a:spcPct val="110000"/>
              </a:lnSpc>
            </a:pPr>
            <a:r>
              <a:rPr lang="pt-BR" altLang="en-US" dirty="0"/>
              <a:t>Fechar um arquivo;</a:t>
            </a:r>
          </a:p>
          <a:p>
            <a:pPr eaLnBrk="1" hangingPunct="1">
              <a:lnSpc>
                <a:spcPct val="110000"/>
              </a:lnSpc>
            </a:pPr>
            <a:r>
              <a:rPr lang="pt-BR" altLang="en-US" dirty="0"/>
              <a:t>Procurar um local aleatório dentro do arquivo;</a:t>
            </a:r>
          </a:p>
          <a:p>
            <a:pPr eaLnBrk="1" hangingPunct="1">
              <a:lnSpc>
                <a:spcPct val="110000"/>
              </a:lnSpc>
            </a:pPr>
            <a:r>
              <a:rPr lang="pt-BR" altLang="en-US" dirty="0"/>
              <a:t>Ler metadados de arquivo (por exemplo, nome do arquivo, tamanho, propriedade, códigos de proteção etc.);</a:t>
            </a:r>
          </a:p>
          <a:p>
            <a:pPr eaLnBrk="1" hangingPunct="1">
              <a:lnSpc>
                <a:spcPct val="110000"/>
              </a:lnSpc>
            </a:pPr>
            <a:r>
              <a:rPr lang="pt-BR" altLang="en-US" dirty="0"/>
              <a:t>Modificar metadados selecionados.</a:t>
            </a:r>
            <a:endParaRPr lang="en-GB" altLang="en-US" dirty="0"/>
          </a:p>
        </p:txBody>
      </p:sp>
      <p:sp>
        <p:nvSpPr>
          <p:cNvPr id="33796" name="Espaço Reservado para Número de Slide 1">
            <a:extLst>
              <a:ext uri="{FF2B5EF4-FFF2-40B4-BE49-F238E27FC236}">
                <a16:creationId xmlns:a16="http://schemas.microsoft.com/office/drawing/2014/main" id="{0E4835E3-4A7A-41EA-9403-6DB95CAF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D3004F0B-900A-4F94-A1DB-09692FFC68E7}" type="slidenum">
              <a:rPr lang="pt-BR" altLang="en-US" sz="18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20</a:t>
            </a:fld>
            <a:endParaRPr lang="pt-BR" altLang="en-US" sz="18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54" name="Rectangle 1">
            <a:extLst>
              <a:ext uri="{FF2B5EF4-FFF2-40B4-BE49-F238E27FC236}">
                <a16:creationId xmlns:a16="http://schemas.microsoft.com/office/drawing/2014/main" id="{FD629B1E-CCBA-45AA-BAE7-A9B2C6194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34411" y="1249326"/>
            <a:ext cx="9669008" cy="1139911"/>
          </a:xfrm>
        </p:spPr>
        <p:txBody>
          <a:bodyPr>
            <a:normAutofit/>
          </a:bodyPr>
          <a:lstStyle/>
          <a:p>
            <a:pPr algn="r"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pt-BR" dirty="0"/>
              <a:t>Segurança</a:t>
            </a:r>
            <a:endParaRPr lang="en-GB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E3AD75E-1A77-4E2E-BFE0-452AC5193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79149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4" name="Espaço Reservado para Número de Slide 1">
            <a:extLst>
              <a:ext uri="{FF2B5EF4-FFF2-40B4-BE49-F238E27FC236}">
                <a16:creationId xmlns:a16="http://schemas.microsoft.com/office/drawing/2014/main" id="{4DFFC8B3-4A67-4625-9C7D-4B7E6C4E5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E7B99AFA-966F-4CC2-BEF3-B9926BD8837F}" type="slidenum">
              <a:rPr lang="pt-BR" altLang="en-US" sz="18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21</a:t>
            </a:fld>
            <a:endParaRPr lang="pt-BR" altLang="en-US" sz="1800"/>
          </a:p>
        </p:txBody>
      </p:sp>
      <p:graphicFrame>
        <p:nvGraphicFramePr>
          <p:cNvPr id="35846" name="Rectangle 2">
            <a:extLst>
              <a:ext uri="{FF2B5EF4-FFF2-40B4-BE49-F238E27FC236}">
                <a16:creationId xmlns:a16="http://schemas.microsoft.com/office/drawing/2014/main" id="{6921539F-392B-47A9-B103-CE0240DDC6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602422"/>
              </p:ext>
            </p:extLst>
          </p:nvPr>
        </p:nvGraphicFramePr>
        <p:xfrm>
          <a:off x="914400" y="2607562"/>
          <a:ext cx="10363200" cy="3334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BA3D25F8-4F2B-4B5F-BD14-436096F5F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1" y="395288"/>
            <a:ext cx="9294814" cy="1065212"/>
          </a:xfrm>
        </p:spPr>
        <p:txBody>
          <a:bodyPr/>
          <a:lstStyle/>
          <a:p>
            <a:pPr>
              <a:lnSpc>
                <a:spcPct val="81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dirty="0"/>
              <a:t>Redes</a:t>
            </a: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014AEE53-A8D7-48CB-ABBF-7B09566BC3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1" y="1604963"/>
            <a:ext cx="9893594" cy="4445000"/>
          </a:xfrm>
        </p:spPr>
        <p:txBody>
          <a:bodyPr/>
          <a:lstStyle/>
          <a:p>
            <a:pPr>
              <a:lnSpc>
                <a:spcPct val="81000"/>
              </a:lnSpc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800" dirty="0"/>
              <a:t>Os serviços de rede incluem:</a:t>
            </a:r>
          </a:p>
          <a:p>
            <a:pPr marL="617220" lvl="1" indent="-3429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400" dirty="0"/>
              <a:t>Estabelecer uma conexão com um serviço remoto;</a:t>
            </a:r>
          </a:p>
          <a:p>
            <a:pPr marL="617220" lvl="1" indent="-3429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400" dirty="0"/>
              <a:t>Atender conexões de um cliente remoto;</a:t>
            </a:r>
          </a:p>
          <a:p>
            <a:pPr marL="617220" lvl="1" indent="-3429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400" dirty="0"/>
              <a:t>Enviar mensagens para um sistema remoto;</a:t>
            </a:r>
          </a:p>
          <a:p>
            <a:pPr marL="617220" lvl="1" indent="-3429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400" dirty="0"/>
              <a:t>Receber mensagens de um sistema remoto;</a:t>
            </a:r>
          </a:p>
          <a:p>
            <a:pPr marL="617220" lvl="1" indent="-3429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400" dirty="0"/>
              <a:t>Fechar uma conexão com um sistema remoto.</a:t>
            </a:r>
            <a:endParaRPr lang="pt-BR" altLang="en-US" dirty="0"/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45D9F58B-23EB-4CB5-90B0-B2AC4DF83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089" y="6221414"/>
            <a:ext cx="16589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1639" tIns="40820" rIns="81639" bIns="40820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3000"/>
              </a:lnSpc>
              <a:spcBef>
                <a:spcPct val="0"/>
              </a:spcBef>
              <a:buClrTx/>
              <a:buFontTx/>
              <a:buNone/>
            </a:pPr>
            <a:fld id="{B30B795E-5045-428B-AC19-6337B2E5675F}" type="slidenum">
              <a:rPr lang="en-GB" altLang="en-US" sz="2000">
                <a:solidFill>
                  <a:srgbClr val="000000"/>
                </a:solidFill>
              </a:rPr>
              <a:pPr algn="r" eaLnBrk="1" hangingPunct="1">
                <a:lnSpc>
                  <a:spcPct val="93000"/>
                </a:lnSpc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GB" altLang="en-US" sz="2000">
              <a:solidFill>
                <a:srgbClr val="000000"/>
              </a:solidFill>
            </a:endParaRPr>
          </a:p>
        </p:txBody>
      </p:sp>
      <p:sp>
        <p:nvSpPr>
          <p:cNvPr id="37893" name="Espaço Reservado para Número de Slide 1">
            <a:extLst>
              <a:ext uri="{FF2B5EF4-FFF2-40B4-BE49-F238E27FC236}">
                <a16:creationId xmlns:a16="http://schemas.microsoft.com/office/drawing/2014/main" id="{016F7FEA-E873-44E5-A01E-2F724976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D64B3A-CEAD-4065-9B4D-3D3E32BF2EC9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Número de Slide 4">
            <a:extLst>
              <a:ext uri="{FF2B5EF4-FFF2-40B4-BE49-F238E27FC236}">
                <a16:creationId xmlns:a16="http://schemas.microsoft.com/office/drawing/2014/main" id="{FF82A821-E03B-46BD-A1F5-20443187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8136ED-5776-437E-80DD-A86E21B696E5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DC9FC96E-1512-4467-B169-AA8DFC52D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042" y="3044826"/>
            <a:ext cx="4495800" cy="326072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381680F6-EA35-47A2-8FCA-10F01A037F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9430" y="381000"/>
            <a:ext cx="9112770" cy="685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dirty="0"/>
              <a:t>Software de sistema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42780714-E145-49CD-8E3D-7A4A96F69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029" y="2943225"/>
            <a:ext cx="4495800" cy="2971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42BE591F-3A35-4B76-8E43-C783F9522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4954" y="3095625"/>
            <a:ext cx="11557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en-US" sz="2000">
                <a:latin typeface="Times New Roman" panose="02020603050405020304" pitchFamily="18" charset="0"/>
              </a:rPr>
              <a:t>Carregador</a:t>
            </a:r>
          </a:p>
        </p:txBody>
      </p:sp>
      <p:sp>
        <p:nvSpPr>
          <p:cNvPr id="83975" name="Rectangle 7">
            <a:extLst>
              <a:ext uri="{FF2B5EF4-FFF2-40B4-BE49-F238E27FC236}">
                <a16:creationId xmlns:a16="http://schemas.microsoft.com/office/drawing/2014/main" id="{A852F9FD-99B7-43F6-99EE-B9BB9F8C4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080" y="4864100"/>
            <a:ext cx="1825625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en-US" sz="2000">
                <a:latin typeface="Times New Roman" panose="02020603050405020304" pitchFamily="18" charset="0"/>
              </a:rPr>
              <a:t>Sistema </a:t>
            </a:r>
            <a:br>
              <a:rPr lang="pt-BR" altLang="en-US" sz="2000">
                <a:latin typeface="Times New Roman" panose="02020603050405020304" pitchFamily="18" charset="0"/>
              </a:rPr>
            </a:br>
            <a:r>
              <a:rPr lang="pt-BR" altLang="en-US" sz="2000">
                <a:latin typeface="Times New Roman" panose="02020603050405020304" pitchFamily="18" charset="0"/>
              </a:rPr>
              <a:t>Gerenciador de</a:t>
            </a:r>
            <a:br>
              <a:rPr lang="pt-BR" altLang="en-US" sz="2000">
                <a:latin typeface="Times New Roman" panose="02020603050405020304" pitchFamily="18" charset="0"/>
              </a:rPr>
            </a:br>
            <a:r>
              <a:rPr lang="pt-BR" altLang="en-US" sz="2000">
                <a:latin typeface="Times New Roman" panose="02020603050405020304" pitchFamily="18" charset="0"/>
              </a:rPr>
              <a:t>Bancos de Dados</a:t>
            </a:r>
          </a:p>
        </p:txBody>
      </p:sp>
      <p:sp>
        <p:nvSpPr>
          <p:cNvPr id="83976" name="Rectangle 8">
            <a:extLst>
              <a:ext uri="{FF2B5EF4-FFF2-40B4-BE49-F238E27FC236}">
                <a16:creationId xmlns:a16="http://schemas.microsoft.com/office/drawing/2014/main" id="{C28BDA71-2C58-4E88-BAB8-2C559F5C9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6554" y="3400425"/>
            <a:ext cx="10668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en-US" sz="2000">
                <a:latin typeface="Times New Roman" panose="02020603050405020304" pitchFamily="18" charset="0"/>
              </a:rPr>
              <a:t>Sistema </a:t>
            </a:r>
            <a:br>
              <a:rPr lang="pt-BR" altLang="en-US" sz="2000">
                <a:latin typeface="Times New Roman" panose="02020603050405020304" pitchFamily="18" charset="0"/>
              </a:rPr>
            </a:br>
            <a:r>
              <a:rPr lang="pt-BR" altLang="en-US" sz="2000">
                <a:latin typeface="Times New Roman" panose="02020603050405020304" pitchFamily="18" charset="0"/>
              </a:rPr>
              <a:t>de Janelas</a:t>
            </a:r>
          </a:p>
        </p:txBody>
      </p:sp>
      <p:sp>
        <p:nvSpPr>
          <p:cNvPr id="39945" name="Text Box 9">
            <a:extLst>
              <a:ext uri="{FF2B5EF4-FFF2-40B4-BE49-F238E27FC236}">
                <a16:creationId xmlns:a16="http://schemas.microsoft.com/office/drawing/2014/main" id="{E91DA378-F88F-4A7B-9DDD-C79973B55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8579" y="1343026"/>
            <a:ext cx="15430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en-US" sz="2000">
                <a:latin typeface="Times New Roman" panose="02020603050405020304" pitchFamily="18" charset="0"/>
              </a:rPr>
              <a:t>Programador</a:t>
            </a:r>
            <a:br>
              <a:rPr lang="pt-BR" altLang="en-US" sz="2000">
                <a:latin typeface="Times New Roman" panose="02020603050405020304" pitchFamily="18" charset="0"/>
              </a:rPr>
            </a:br>
            <a:r>
              <a:rPr lang="pt-BR" altLang="en-US" sz="2000">
                <a:latin typeface="Times New Roman" panose="02020603050405020304" pitchFamily="18" charset="0"/>
              </a:rPr>
              <a:t>de aplicações</a:t>
            </a:r>
          </a:p>
        </p:txBody>
      </p:sp>
      <p:sp>
        <p:nvSpPr>
          <p:cNvPr id="83978" name="Text Box 10">
            <a:extLst>
              <a:ext uri="{FF2B5EF4-FFF2-40B4-BE49-F238E27FC236}">
                <a16:creationId xmlns:a16="http://schemas.microsoft.com/office/drawing/2014/main" id="{C49EA54D-5DB0-4A09-83EE-833C7C1F541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178324" y="4234657"/>
            <a:ext cx="2636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Software de </a:t>
            </a:r>
            <a:r>
              <a:rPr lang="pt-BR" altLang="en-US" sz="2400">
                <a:latin typeface="Times New Roman" panose="02020603050405020304" pitchFamily="18" charset="0"/>
              </a:rPr>
              <a:t>sistema</a:t>
            </a:r>
          </a:p>
        </p:txBody>
      </p:sp>
      <p:sp>
        <p:nvSpPr>
          <p:cNvPr id="83979" name="Rectangle 11">
            <a:extLst>
              <a:ext uri="{FF2B5EF4-FFF2-40B4-BE49-F238E27FC236}">
                <a16:creationId xmlns:a16="http://schemas.microsoft.com/office/drawing/2014/main" id="{F902CC91-DC91-4DE3-9661-980D45D90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292" y="3781425"/>
            <a:ext cx="10668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Biblioteca</a:t>
            </a:r>
          </a:p>
        </p:txBody>
      </p:sp>
      <p:sp>
        <p:nvSpPr>
          <p:cNvPr id="83980" name="Rectangle 12">
            <a:extLst>
              <a:ext uri="{FF2B5EF4-FFF2-40B4-BE49-F238E27FC236}">
                <a16:creationId xmlns:a16="http://schemas.microsoft.com/office/drawing/2014/main" id="{C5F01138-93E0-4D7B-968A-FE4AA7A1B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492" y="4162426"/>
            <a:ext cx="1295400" cy="5492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en-US" sz="2000">
                <a:latin typeface="Times New Roman" panose="02020603050405020304" pitchFamily="18" charset="0"/>
              </a:rPr>
              <a:t>Compilador</a:t>
            </a:r>
          </a:p>
        </p:txBody>
      </p:sp>
      <p:sp>
        <p:nvSpPr>
          <p:cNvPr id="83981" name="Text Box 13">
            <a:extLst>
              <a:ext uri="{FF2B5EF4-FFF2-40B4-BE49-F238E27FC236}">
                <a16:creationId xmlns:a16="http://schemas.microsoft.com/office/drawing/2014/main" id="{3C3C021C-06CD-44E0-BAA5-C3838E0C9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0254" y="5899150"/>
            <a:ext cx="1385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Hardware</a:t>
            </a:r>
          </a:p>
        </p:txBody>
      </p:sp>
      <p:sp>
        <p:nvSpPr>
          <p:cNvPr id="83982" name="Rectangle 14">
            <a:extLst>
              <a:ext uri="{FF2B5EF4-FFF2-40B4-BE49-F238E27FC236}">
                <a16:creationId xmlns:a16="http://schemas.microsoft.com/office/drawing/2014/main" id="{B756A3B3-880E-4C57-9EAF-8DD5CB927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154" y="3019425"/>
            <a:ext cx="14478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en-US" sz="2000">
                <a:latin typeface="Times New Roman" panose="02020603050405020304" pitchFamily="18" charset="0"/>
              </a:rPr>
              <a:t>Interpretador</a:t>
            </a:r>
            <a:br>
              <a:rPr lang="pt-BR" altLang="en-US" sz="2000">
                <a:latin typeface="Times New Roman" panose="02020603050405020304" pitchFamily="18" charset="0"/>
              </a:rPr>
            </a:br>
            <a:r>
              <a:rPr lang="pt-BR" altLang="en-US" sz="2000">
                <a:latin typeface="Times New Roman" panose="02020603050405020304" pitchFamily="18" charset="0"/>
              </a:rPr>
              <a:t>de linha de</a:t>
            </a:r>
            <a:br>
              <a:rPr lang="pt-BR" altLang="en-US" sz="2000">
                <a:latin typeface="Times New Roman" panose="02020603050405020304" pitchFamily="18" charset="0"/>
              </a:rPr>
            </a:br>
            <a:r>
              <a:rPr lang="pt-BR" altLang="en-US" sz="2000">
                <a:latin typeface="Times New Roman" panose="02020603050405020304" pitchFamily="18" charset="0"/>
              </a:rPr>
              <a:t>comando</a:t>
            </a:r>
          </a:p>
        </p:txBody>
      </p:sp>
      <p:sp>
        <p:nvSpPr>
          <p:cNvPr id="83983" name="Rectangle 15">
            <a:extLst>
              <a:ext uri="{FF2B5EF4-FFF2-40B4-BE49-F238E27FC236}">
                <a16:creationId xmlns:a16="http://schemas.microsoft.com/office/drawing/2014/main" id="{E4C157FD-ED05-4626-929B-44465B298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467" y="3933825"/>
            <a:ext cx="10668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Biblioteca</a:t>
            </a:r>
          </a:p>
        </p:txBody>
      </p:sp>
      <p:sp>
        <p:nvSpPr>
          <p:cNvPr id="83984" name="Rectangle 16">
            <a:extLst>
              <a:ext uri="{FF2B5EF4-FFF2-40B4-BE49-F238E27FC236}">
                <a16:creationId xmlns:a16="http://schemas.microsoft.com/office/drawing/2014/main" id="{AA032A19-983C-4224-B0C5-7511AD101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355" y="4086225"/>
            <a:ext cx="1147763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en-US" sz="2000">
                <a:latin typeface="Times New Roman" panose="02020603050405020304" pitchFamily="18" charset="0"/>
              </a:rPr>
              <a:t>Bibliotecas</a:t>
            </a:r>
          </a:p>
        </p:txBody>
      </p:sp>
      <p:pic>
        <p:nvPicPr>
          <p:cNvPr id="39953" name="Picture 17" descr="j0286464">
            <a:extLst>
              <a:ext uri="{FF2B5EF4-FFF2-40B4-BE49-F238E27FC236}">
                <a16:creationId xmlns:a16="http://schemas.microsoft.com/office/drawing/2014/main" id="{41A45CEB-CAB8-431A-81B5-344B69F7C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179" y="1190625"/>
            <a:ext cx="1201738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86" name="Rectangle 18">
            <a:extLst>
              <a:ext uri="{FF2B5EF4-FFF2-40B4-BE49-F238E27FC236}">
                <a16:creationId xmlns:a16="http://schemas.microsoft.com/office/drawing/2014/main" id="{BF204870-DBE4-48B7-8B7F-2BC972F05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617" y="2333625"/>
            <a:ext cx="4495800" cy="4572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Software API</a:t>
            </a:r>
          </a:p>
        </p:txBody>
      </p:sp>
      <p:sp>
        <p:nvSpPr>
          <p:cNvPr id="83974" name="Rectangle 6">
            <a:extLst>
              <a:ext uri="{FF2B5EF4-FFF2-40B4-BE49-F238E27FC236}">
                <a16:creationId xmlns:a16="http://schemas.microsoft.com/office/drawing/2014/main" id="{EDB54F44-394D-4ADE-A966-2D2102A50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6954" y="4635501"/>
            <a:ext cx="1676400" cy="105092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S.O.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7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3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3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3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3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3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3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3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nimBg="1"/>
      <p:bldP spid="83972" grpId="0" animBg="1"/>
      <p:bldP spid="83973" grpId="0" animBg="1"/>
      <p:bldP spid="83975" grpId="0" animBg="1"/>
      <p:bldP spid="83976" grpId="0" animBg="1"/>
      <p:bldP spid="83978" grpId="0"/>
      <p:bldP spid="83979" grpId="0" animBg="1"/>
      <p:bldP spid="83980" grpId="0" animBg="1"/>
      <p:bldP spid="83981" grpId="0"/>
      <p:bldP spid="83982" grpId="0" animBg="1"/>
      <p:bldP spid="83983" grpId="0" animBg="1"/>
      <p:bldP spid="83984" grpId="0" animBg="1"/>
      <p:bldP spid="83986" grpId="0" animBg="1"/>
      <p:bldP spid="8397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Número de Slide 5">
            <a:extLst>
              <a:ext uri="{FF2B5EF4-FFF2-40B4-BE49-F238E27FC236}">
                <a16:creationId xmlns:a16="http://schemas.microsoft.com/office/drawing/2014/main" id="{7F9180D1-1D53-4D7F-855F-D759A8EBF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01A86A-6378-41BE-9A05-08CEFB01CCBD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BD848344-8F75-4482-B7D9-A64508BA82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Núcleo do Sistema Operacional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44EF49F-5E9F-4FAE-BD82-64A8B39A4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398" y="1244184"/>
            <a:ext cx="10987791" cy="469764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1000"/>
              </a:lnSpc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800" dirty="0"/>
              <a:t>O núcleo do sistema operacional contém os módulos necessários para o gerenciamento do sistema computacional:</a:t>
            </a:r>
          </a:p>
          <a:p>
            <a:pPr marL="617220" lvl="1" indent="-3429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400" dirty="0"/>
              <a:t>Alocação de processos</a:t>
            </a:r>
          </a:p>
          <a:p>
            <a:pPr marL="617220" lvl="1" indent="-3429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400" dirty="0"/>
              <a:t>Escalonamento de processos</a:t>
            </a:r>
          </a:p>
          <a:p>
            <a:pPr marL="617220" lvl="1" indent="-3429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400" dirty="0"/>
              <a:t>Particionamento e alocação de memória</a:t>
            </a:r>
          </a:p>
          <a:p>
            <a:pPr marL="617220" lvl="1" indent="-3429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400" dirty="0"/>
              <a:t>Arbitragem de recursos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Número de Slide 5">
            <a:extLst>
              <a:ext uri="{FF2B5EF4-FFF2-40B4-BE49-F238E27FC236}">
                <a16:creationId xmlns:a16="http://schemas.microsoft.com/office/drawing/2014/main" id="{51475C78-7A8C-48B0-9B38-B422C88FB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250F9B-A2EE-4215-899C-8A12A8395F19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58EDF504-667B-40C1-8FF7-DA85DD0F1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9370" y="260350"/>
            <a:ext cx="9457805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dirty="0"/>
              <a:t>Arquiteturas de Sistemas Operacionais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2097BB97-4E20-4EE7-8A8F-06D5AD8D5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9370" y="1230313"/>
            <a:ext cx="10732958" cy="273685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pt-BR" altLang="en-US" sz="2800" dirty="0"/>
              <a:t>Sistemas monolíticos:</a:t>
            </a:r>
          </a:p>
          <a:p>
            <a:pPr marL="617220" lvl="1" indent="-342900" eaLnBrk="1" hangingPunct="1">
              <a:buFont typeface="Wingdings" panose="05000000000000000000" pitchFamily="2" charset="2"/>
              <a:buChar char="ü"/>
            </a:pPr>
            <a:r>
              <a:rPr lang="pt-BR" altLang="en-US" sz="2400" dirty="0"/>
              <a:t>Todos os componentes do núcleo se inter-relacionam conforme suas necessidades e sem restrições de acesso.</a:t>
            </a:r>
          </a:p>
          <a:p>
            <a:pPr marL="617220" lvl="1" indent="-342900" eaLnBrk="1" hangingPunct="1">
              <a:buFont typeface="Wingdings" panose="05000000000000000000" pitchFamily="2" charset="2"/>
              <a:buChar char="ü"/>
            </a:pPr>
            <a:r>
              <a:rPr lang="pt-BR" altLang="en-US" sz="2400" dirty="0"/>
              <a:t>Exemplos: versões do Linux anteriores à 2.0; DOS.</a:t>
            </a:r>
          </a:p>
          <a:p>
            <a:pPr marL="617220" lvl="1" indent="-342900" eaLnBrk="1" hangingPunct="1">
              <a:buFont typeface="Wingdings" panose="05000000000000000000" pitchFamily="2" charset="2"/>
              <a:buChar char="ü"/>
            </a:pPr>
            <a:r>
              <a:rPr lang="pt-BR" altLang="en-US" sz="2400" dirty="0"/>
              <a:t>Vantagem: velocidade</a:t>
            </a:r>
          </a:p>
          <a:p>
            <a:pPr marL="617220" lvl="1" indent="-342900" eaLnBrk="1" hangingPunct="1">
              <a:buFont typeface="Wingdings" panose="05000000000000000000" pitchFamily="2" charset="2"/>
              <a:buChar char="ü"/>
            </a:pPr>
            <a:r>
              <a:rPr lang="pt-BR" altLang="en-US" sz="2400" dirty="0"/>
              <a:t>Desvantagem: baixa robustez.</a:t>
            </a:r>
          </a:p>
        </p:txBody>
      </p:sp>
      <p:sp>
        <p:nvSpPr>
          <p:cNvPr id="87044" name="AutoShape 4">
            <a:extLst>
              <a:ext uri="{FF2B5EF4-FFF2-40B4-BE49-F238E27FC236}">
                <a16:creationId xmlns:a16="http://schemas.microsoft.com/office/drawing/2014/main" id="{B964BE87-F8EF-4FF0-A43D-237F98600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4581525"/>
            <a:ext cx="3816350" cy="1079500"/>
          </a:xfrm>
          <a:prstGeom prst="cube">
            <a:avLst>
              <a:gd name="adj" fmla="val 2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pt-BR"/>
          </a:p>
        </p:txBody>
      </p:sp>
      <p:sp>
        <p:nvSpPr>
          <p:cNvPr id="87045" name="AutoShape 5">
            <a:extLst>
              <a:ext uri="{FF2B5EF4-FFF2-40B4-BE49-F238E27FC236}">
                <a16:creationId xmlns:a16="http://schemas.microsoft.com/office/drawing/2014/main" id="{886067F5-0D3B-43E7-ACE8-F69E86A0D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850" y="5734050"/>
            <a:ext cx="3816350" cy="503238"/>
          </a:xfrm>
          <a:prstGeom prst="cube">
            <a:avLst>
              <a:gd name="adj" fmla="val 25000"/>
            </a:avLst>
          </a:prstGeom>
          <a:gradFill rotWithShape="1">
            <a:gsLst>
              <a:gs pos="0">
                <a:srgbClr val="0033CC"/>
              </a:gs>
              <a:gs pos="100000">
                <a:srgbClr val="00030D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dirty="0">
                <a:solidFill>
                  <a:schemeClr val="bg1"/>
                </a:solidFill>
              </a:rPr>
              <a:t>Hardware</a:t>
            </a:r>
          </a:p>
        </p:txBody>
      </p:sp>
      <p:sp>
        <p:nvSpPr>
          <p:cNvPr id="87046" name="AutoShape 6">
            <a:extLst>
              <a:ext uri="{FF2B5EF4-FFF2-40B4-BE49-F238E27FC236}">
                <a16:creationId xmlns:a16="http://schemas.microsoft.com/office/drawing/2014/main" id="{1347ABDB-4560-455F-8480-8B0247EC8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005264"/>
            <a:ext cx="3744912" cy="503237"/>
          </a:xfrm>
          <a:prstGeom prst="cube">
            <a:avLst>
              <a:gd name="adj" fmla="val 25000"/>
            </a:avLst>
          </a:prstGeom>
          <a:gradFill rotWithShape="1">
            <a:gsLst>
              <a:gs pos="0">
                <a:srgbClr val="0033CC"/>
              </a:gs>
              <a:gs pos="100000">
                <a:srgbClr val="00030D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dirty="0">
                <a:solidFill>
                  <a:schemeClr val="bg1"/>
                </a:solidFill>
              </a:rPr>
              <a:t>Aplicações</a:t>
            </a:r>
          </a:p>
        </p:txBody>
      </p:sp>
      <p:sp>
        <p:nvSpPr>
          <p:cNvPr id="87047" name="Oval 7">
            <a:extLst>
              <a:ext uri="{FF2B5EF4-FFF2-40B4-BE49-F238E27FC236}">
                <a16:creationId xmlns:a16="http://schemas.microsoft.com/office/drawing/2014/main" id="{A81413BF-F5BB-48AF-A713-7BC03D434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3" y="5157788"/>
            <a:ext cx="360362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87048" name="Oval 8">
            <a:extLst>
              <a:ext uri="{FF2B5EF4-FFF2-40B4-BE49-F238E27FC236}">
                <a16:creationId xmlns:a16="http://schemas.microsoft.com/office/drawing/2014/main" id="{D58FD335-5B4E-4755-980B-355454170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1" y="494188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87049" name="Oval 9">
            <a:extLst>
              <a:ext uri="{FF2B5EF4-FFF2-40B4-BE49-F238E27FC236}">
                <a16:creationId xmlns:a16="http://schemas.microsoft.com/office/drawing/2014/main" id="{982E5EBD-EB7E-4C44-AE00-E1E87AA4E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522922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87050" name="Oval 10">
            <a:extLst>
              <a:ext uri="{FF2B5EF4-FFF2-40B4-BE49-F238E27FC236}">
                <a16:creationId xmlns:a16="http://schemas.microsoft.com/office/drawing/2014/main" id="{CD4423AF-D532-40F5-95BE-F33691041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6" y="4941888"/>
            <a:ext cx="360363" cy="3603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cxnSp>
        <p:nvCxnSpPr>
          <p:cNvPr id="87052" name="AutoShape 12">
            <a:extLst>
              <a:ext uri="{FF2B5EF4-FFF2-40B4-BE49-F238E27FC236}">
                <a16:creationId xmlns:a16="http://schemas.microsoft.com/office/drawing/2014/main" id="{02CB572E-2ED7-4686-A552-99F9ED942475}"/>
              </a:ext>
            </a:extLst>
          </p:cNvPr>
          <p:cNvCxnSpPr>
            <a:cxnSpLocks noChangeShapeType="1"/>
            <a:stCxn id="87047" idx="7"/>
            <a:endCxn id="87048" idx="2"/>
          </p:cNvCxnSpPr>
          <p:nvPr/>
        </p:nvCxnSpPr>
        <p:spPr bwMode="auto">
          <a:xfrm rot="16200000">
            <a:off x="4837113" y="4960938"/>
            <a:ext cx="87312" cy="4111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53" name="AutoShape 13">
            <a:extLst>
              <a:ext uri="{FF2B5EF4-FFF2-40B4-BE49-F238E27FC236}">
                <a16:creationId xmlns:a16="http://schemas.microsoft.com/office/drawing/2014/main" id="{2911591C-F149-456C-9257-26AC181DE6A8}"/>
              </a:ext>
            </a:extLst>
          </p:cNvPr>
          <p:cNvCxnSpPr>
            <a:cxnSpLocks noChangeShapeType="1"/>
            <a:stCxn id="87047" idx="5"/>
            <a:endCxn id="87049" idx="2"/>
          </p:cNvCxnSpPr>
          <p:nvPr/>
        </p:nvCxnSpPr>
        <p:spPr bwMode="auto">
          <a:xfrm rot="5400000" flipH="1" flipV="1">
            <a:off x="5177632" y="4907757"/>
            <a:ext cx="55563" cy="1060450"/>
          </a:xfrm>
          <a:prstGeom prst="curvedConnector4">
            <a:avLst>
              <a:gd name="adj1" fmla="val -154287"/>
              <a:gd name="adj2" fmla="val 5239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54" name="AutoShape 14">
            <a:extLst>
              <a:ext uri="{FF2B5EF4-FFF2-40B4-BE49-F238E27FC236}">
                <a16:creationId xmlns:a16="http://schemas.microsoft.com/office/drawing/2014/main" id="{23CFAD06-56EF-4A60-AAE0-419B5CE42BC9}"/>
              </a:ext>
            </a:extLst>
          </p:cNvPr>
          <p:cNvCxnSpPr>
            <a:cxnSpLocks noChangeShapeType="1"/>
            <a:stCxn id="87048" idx="6"/>
            <a:endCxn id="87049" idx="0"/>
          </p:cNvCxnSpPr>
          <p:nvPr/>
        </p:nvCxnSpPr>
        <p:spPr bwMode="auto">
          <a:xfrm>
            <a:off x="5446713" y="5122863"/>
            <a:ext cx="469900" cy="1063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55" name="AutoShape 15">
            <a:extLst>
              <a:ext uri="{FF2B5EF4-FFF2-40B4-BE49-F238E27FC236}">
                <a16:creationId xmlns:a16="http://schemas.microsoft.com/office/drawing/2014/main" id="{CBB60FE5-D5BF-4619-AF27-C8F3E01597D3}"/>
              </a:ext>
            </a:extLst>
          </p:cNvPr>
          <p:cNvCxnSpPr>
            <a:cxnSpLocks noChangeShapeType="1"/>
            <a:stCxn id="87050" idx="4"/>
            <a:endCxn id="87049" idx="6"/>
          </p:cNvCxnSpPr>
          <p:nvPr/>
        </p:nvCxnSpPr>
        <p:spPr bwMode="auto">
          <a:xfrm rot="5400000">
            <a:off x="6311900" y="5086350"/>
            <a:ext cx="107950" cy="5397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56" name="AutoShape 16">
            <a:extLst>
              <a:ext uri="{FF2B5EF4-FFF2-40B4-BE49-F238E27FC236}">
                <a16:creationId xmlns:a16="http://schemas.microsoft.com/office/drawing/2014/main" id="{C2CABB4B-1E0C-425C-8414-1576578B06ED}"/>
              </a:ext>
            </a:extLst>
          </p:cNvPr>
          <p:cNvCxnSpPr>
            <a:cxnSpLocks noChangeShapeType="1"/>
            <a:stCxn id="87049" idx="0"/>
            <a:endCxn id="87050" idx="2"/>
          </p:cNvCxnSpPr>
          <p:nvPr/>
        </p:nvCxnSpPr>
        <p:spPr bwMode="auto">
          <a:xfrm rot="16200000">
            <a:off x="6132513" y="4906963"/>
            <a:ext cx="106362" cy="53816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1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70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70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7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7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uiExpand="1" build="p"/>
      <p:bldP spid="87044" grpId="0" animBg="1"/>
      <p:bldP spid="87045" grpId="0" animBg="1"/>
      <p:bldP spid="87046" grpId="0" animBg="1"/>
      <p:bldP spid="87047" grpId="0" animBg="1"/>
      <p:bldP spid="87048" grpId="0" animBg="1"/>
      <p:bldP spid="87049" grpId="0" animBg="1"/>
      <p:bldP spid="8705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Número de Slide 5">
            <a:extLst>
              <a:ext uri="{FF2B5EF4-FFF2-40B4-BE49-F238E27FC236}">
                <a16:creationId xmlns:a16="http://schemas.microsoft.com/office/drawing/2014/main" id="{A682E2ED-6C3C-4802-9DB7-6A6F7023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3FA0B9A-5DEB-44ED-9BC4-01E27FCC03FC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82B4EB9F-7DB0-4A9E-B057-65DA0187B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60350"/>
            <a:ext cx="9502775" cy="86518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dirty="0"/>
              <a:t>Arquiteturas de Sistemas Operacionais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EA6A9573-6039-4463-B273-5212D8E91D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5840" y="981075"/>
            <a:ext cx="10759469" cy="3384550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800" dirty="0"/>
              <a:t>Sistemas em camadas</a:t>
            </a:r>
          </a:p>
          <a:p>
            <a:pPr marL="731520" lvl="1" indent="-4572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800" dirty="0"/>
              <a:t>A camada inferior realiza a interface com o hardware; as camadas intermediárias proveem níveis de abstração e gerência; a camada superior define a interface do núcleo para as aplicações.</a:t>
            </a:r>
          </a:p>
          <a:p>
            <a:pPr marL="731520" lvl="1" indent="-4572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800" dirty="0"/>
              <a:t>Vantagem: maior abstração do sistema e aumento da robustez.</a:t>
            </a:r>
          </a:p>
          <a:p>
            <a:pPr marL="731520" lvl="1" indent="-4572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800" dirty="0"/>
              <a:t>Desvantagem: redução da velocidade do sistema por causa do despacho do pedido entre as camadas.</a:t>
            </a:r>
          </a:p>
          <a:p>
            <a:pPr marL="731520" lvl="1" indent="-457200">
              <a:buFont typeface="Wingdings" panose="05000000000000000000" pitchFamily="2" charset="2"/>
              <a:buChar char="ü"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pt-BR" altLang="en-US" sz="2800" dirty="0"/>
              <a:t>Exemplos: Windows NT, OS/2.</a:t>
            </a:r>
          </a:p>
        </p:txBody>
      </p:sp>
      <p:sp>
        <p:nvSpPr>
          <p:cNvPr id="88068" name="AutoShape 4">
            <a:extLst>
              <a:ext uri="{FF2B5EF4-FFF2-40B4-BE49-F238E27FC236}">
                <a16:creationId xmlns:a16="http://schemas.microsoft.com/office/drawing/2014/main" id="{252AA3F4-4C91-47FE-A45F-C50C6AAD8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4867275"/>
            <a:ext cx="3816350" cy="1225550"/>
          </a:xfrm>
          <a:prstGeom prst="cube">
            <a:avLst>
              <a:gd name="adj" fmla="val 2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pt-BR"/>
          </a:p>
        </p:txBody>
      </p:sp>
      <p:sp>
        <p:nvSpPr>
          <p:cNvPr id="88069" name="AutoShape 5">
            <a:extLst>
              <a:ext uri="{FF2B5EF4-FFF2-40B4-BE49-F238E27FC236}">
                <a16:creationId xmlns:a16="http://schemas.microsoft.com/office/drawing/2014/main" id="{C1FC5A5B-6824-4ECF-9554-3C5901A80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850" y="6165850"/>
            <a:ext cx="3816350" cy="503238"/>
          </a:xfrm>
          <a:prstGeom prst="cube">
            <a:avLst>
              <a:gd name="adj" fmla="val 25000"/>
            </a:avLst>
          </a:prstGeom>
          <a:gradFill rotWithShape="1">
            <a:gsLst>
              <a:gs pos="0">
                <a:srgbClr val="0033CC"/>
              </a:gs>
              <a:gs pos="100000">
                <a:srgbClr val="00030D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b="1" dirty="0">
                <a:solidFill>
                  <a:schemeClr val="bg1"/>
                </a:solidFill>
              </a:rPr>
              <a:t>Hardware</a:t>
            </a:r>
          </a:p>
        </p:txBody>
      </p:sp>
      <p:sp>
        <p:nvSpPr>
          <p:cNvPr id="88070" name="AutoShape 6">
            <a:extLst>
              <a:ext uri="{FF2B5EF4-FFF2-40B4-BE49-F238E27FC236}">
                <a16:creationId xmlns:a16="http://schemas.microsoft.com/office/drawing/2014/main" id="{398DAA45-19E8-456E-BD31-A4F63FF52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365625"/>
            <a:ext cx="3744912" cy="503238"/>
          </a:xfrm>
          <a:prstGeom prst="cube">
            <a:avLst>
              <a:gd name="adj" fmla="val 25000"/>
            </a:avLst>
          </a:prstGeom>
          <a:gradFill rotWithShape="1">
            <a:gsLst>
              <a:gs pos="0">
                <a:srgbClr val="0033CC"/>
              </a:gs>
              <a:gs pos="100000">
                <a:srgbClr val="00030D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b="1" dirty="0">
                <a:solidFill>
                  <a:schemeClr val="bg1"/>
                </a:solidFill>
              </a:rPr>
              <a:t>Aplicações</a:t>
            </a:r>
          </a:p>
        </p:txBody>
      </p:sp>
      <p:sp>
        <p:nvSpPr>
          <p:cNvPr id="88080" name="Rectangle 16">
            <a:extLst>
              <a:ext uri="{FF2B5EF4-FFF2-40B4-BE49-F238E27FC236}">
                <a16:creationId xmlns:a16="http://schemas.microsoft.com/office/drawing/2014/main" id="{A335E2FF-CE02-4C76-9BAF-B5A413111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9" y="5803901"/>
            <a:ext cx="3095625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b="1" dirty="0">
                <a:solidFill>
                  <a:schemeClr val="bg1"/>
                </a:solidFill>
              </a:rPr>
              <a:t>Camada de Hardware</a:t>
            </a:r>
          </a:p>
        </p:txBody>
      </p:sp>
      <p:sp>
        <p:nvSpPr>
          <p:cNvPr id="88082" name="Rectangle 18">
            <a:extLst>
              <a:ext uri="{FF2B5EF4-FFF2-40B4-BE49-F238E27FC236}">
                <a16:creationId xmlns:a16="http://schemas.microsoft.com/office/drawing/2014/main" id="{4B383758-406D-4665-AF85-6473F101F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9" y="5514976"/>
            <a:ext cx="3095625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b="1" dirty="0">
                <a:solidFill>
                  <a:schemeClr val="bg1"/>
                </a:solidFill>
              </a:rPr>
              <a:t>Camada de Gerência</a:t>
            </a:r>
          </a:p>
        </p:txBody>
      </p:sp>
      <p:sp>
        <p:nvSpPr>
          <p:cNvPr id="88083" name="Rectangle 19">
            <a:extLst>
              <a:ext uri="{FF2B5EF4-FFF2-40B4-BE49-F238E27FC236}">
                <a16:creationId xmlns:a16="http://schemas.microsoft.com/office/drawing/2014/main" id="{FE0A2953-1A0F-4DB5-A0EB-6EBF071FC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9" y="5227639"/>
            <a:ext cx="3095625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b="1" dirty="0">
                <a:solidFill>
                  <a:schemeClr val="bg1"/>
                </a:solidFill>
              </a:rPr>
              <a:t>Camada de Interface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uiExpand="1" build="p"/>
      <p:bldP spid="88068" grpId="0" animBg="1"/>
      <p:bldP spid="88069" grpId="0" animBg="1"/>
      <p:bldP spid="88070" grpId="0" animBg="1"/>
      <p:bldP spid="88080" grpId="0" animBg="1"/>
      <p:bldP spid="88082" grpId="0" animBg="1"/>
      <p:bldP spid="8808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Número de Slide 5">
            <a:extLst>
              <a:ext uri="{FF2B5EF4-FFF2-40B4-BE49-F238E27FC236}">
                <a16:creationId xmlns:a16="http://schemas.microsoft.com/office/drawing/2014/main" id="{D29B894A-ECAE-4ED0-A79E-A1D325C1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D540D7-60AC-44D7-A5F8-075C998B97DF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C30719F3-A7CD-4188-A82A-30ECB51D3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2902" y="260350"/>
            <a:ext cx="9484273" cy="86518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dirty="0"/>
              <a:t>Arquiteturas de Sistemas Operacionais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39A95380-888F-4A15-8652-8EEDE1EE1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4341" y="981075"/>
            <a:ext cx="9484273" cy="338455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pt-BR" altLang="en-US" sz="2800" dirty="0"/>
              <a:t>Micronúcleo</a:t>
            </a:r>
          </a:p>
          <a:p>
            <a:pPr marL="617220" lvl="1" indent="-342900" eaLnBrk="1" hangingPunct="1">
              <a:buFont typeface="Wingdings" panose="05000000000000000000" pitchFamily="2" charset="2"/>
              <a:buChar char="ü"/>
            </a:pPr>
            <a:r>
              <a:rPr lang="pt-BR" altLang="en-US" sz="2400" dirty="0"/>
              <a:t>Apenas o código de baixo nível, para lidar com o hardware, é mantido no núcleo. Os demais módulos são executados como aplicações de usuários.</a:t>
            </a:r>
          </a:p>
          <a:p>
            <a:pPr marL="617220" lvl="1" indent="-342900" eaLnBrk="1" hangingPunct="1">
              <a:buFont typeface="Wingdings" panose="05000000000000000000" pitchFamily="2" charset="2"/>
              <a:buChar char="ü"/>
            </a:pPr>
            <a:r>
              <a:rPr lang="pt-BR" altLang="en-US" sz="2400" dirty="0"/>
              <a:t>Vantagem: robustez e flexibilidade.</a:t>
            </a:r>
          </a:p>
          <a:p>
            <a:pPr marL="617220" lvl="1" indent="-342900" eaLnBrk="1" hangingPunct="1">
              <a:buFont typeface="Wingdings" panose="05000000000000000000" pitchFamily="2" charset="2"/>
              <a:buChar char="ü"/>
            </a:pPr>
            <a:r>
              <a:rPr lang="pt-BR" altLang="en-US" sz="2400" dirty="0"/>
              <a:t>Desvantagem: baixo desempenho, uma vez que o sistema se baseia em troca de mensagens.</a:t>
            </a:r>
          </a:p>
          <a:p>
            <a:pPr marL="617220" lvl="1" indent="-342900" eaLnBrk="1" hangingPunct="1">
              <a:buFont typeface="Wingdings" panose="05000000000000000000" pitchFamily="2" charset="2"/>
              <a:buChar char="ü"/>
            </a:pPr>
            <a:r>
              <a:rPr lang="pt-BR" altLang="en-US" sz="2400" dirty="0"/>
              <a:t>Exemplos: </a:t>
            </a:r>
            <a:r>
              <a:rPr lang="pt-BR" altLang="en-US" sz="2400" dirty="0" err="1"/>
              <a:t>MacOSX</a:t>
            </a:r>
            <a:r>
              <a:rPr lang="pt-BR" altLang="en-US" sz="2400" dirty="0"/>
              <a:t>.</a:t>
            </a:r>
          </a:p>
        </p:txBody>
      </p:sp>
      <p:sp>
        <p:nvSpPr>
          <p:cNvPr id="89093" name="AutoShape 5">
            <a:extLst>
              <a:ext uri="{FF2B5EF4-FFF2-40B4-BE49-F238E27FC236}">
                <a16:creationId xmlns:a16="http://schemas.microsoft.com/office/drawing/2014/main" id="{8BDC9DB0-3255-45BA-9004-30804AC2C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850" y="6165850"/>
            <a:ext cx="3816350" cy="503238"/>
          </a:xfrm>
          <a:prstGeom prst="cube">
            <a:avLst>
              <a:gd name="adj" fmla="val 25000"/>
            </a:avLst>
          </a:prstGeom>
          <a:gradFill rotWithShape="1">
            <a:gsLst>
              <a:gs pos="0">
                <a:srgbClr val="0033CC"/>
              </a:gs>
              <a:gs pos="100000">
                <a:srgbClr val="00030D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b="1" dirty="0">
                <a:solidFill>
                  <a:schemeClr val="bg1"/>
                </a:solidFill>
              </a:rPr>
              <a:t>Hardware</a:t>
            </a:r>
          </a:p>
        </p:txBody>
      </p:sp>
      <p:sp>
        <p:nvSpPr>
          <p:cNvPr id="89094" name="AutoShape 6">
            <a:extLst>
              <a:ext uri="{FF2B5EF4-FFF2-40B4-BE49-F238E27FC236}">
                <a16:creationId xmlns:a16="http://schemas.microsoft.com/office/drawing/2014/main" id="{A5BD96FE-0CE1-4024-A84A-4EFD67F5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365625"/>
            <a:ext cx="3744912" cy="503238"/>
          </a:xfrm>
          <a:prstGeom prst="cube">
            <a:avLst>
              <a:gd name="adj" fmla="val 25000"/>
            </a:avLst>
          </a:prstGeom>
          <a:gradFill rotWithShape="1">
            <a:gsLst>
              <a:gs pos="0">
                <a:srgbClr val="0033CC"/>
              </a:gs>
              <a:gs pos="100000">
                <a:srgbClr val="00030D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b="1" dirty="0">
                <a:solidFill>
                  <a:schemeClr val="bg1"/>
                </a:solidFill>
              </a:rPr>
              <a:t>Aplicações</a:t>
            </a:r>
          </a:p>
        </p:txBody>
      </p:sp>
      <p:sp>
        <p:nvSpPr>
          <p:cNvPr id="89097" name="Rectangle 9">
            <a:extLst>
              <a:ext uri="{FF2B5EF4-FFF2-40B4-BE49-F238E27FC236}">
                <a16:creationId xmlns:a16="http://schemas.microsoft.com/office/drawing/2014/main" id="{419BB590-C34D-48FD-9290-4AF10F148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9" y="5013325"/>
            <a:ext cx="1150937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b="1" dirty="0">
                <a:solidFill>
                  <a:schemeClr val="bg1"/>
                </a:solidFill>
              </a:rPr>
              <a:t>Gerência de </a:t>
            </a:r>
            <a:br>
              <a:rPr lang="pt-BR" altLang="en-US" sz="1800" b="1" dirty="0">
                <a:solidFill>
                  <a:schemeClr val="bg1"/>
                </a:solidFill>
              </a:rPr>
            </a:br>
            <a:r>
              <a:rPr lang="pt-BR" altLang="en-US" sz="1800" b="1" dirty="0">
                <a:solidFill>
                  <a:schemeClr val="bg1"/>
                </a:solidFill>
              </a:rPr>
              <a:t>memória</a:t>
            </a:r>
          </a:p>
        </p:txBody>
      </p:sp>
      <p:sp>
        <p:nvSpPr>
          <p:cNvPr id="89098" name="Rectangle 10">
            <a:extLst>
              <a:ext uri="{FF2B5EF4-FFF2-40B4-BE49-F238E27FC236}">
                <a16:creationId xmlns:a16="http://schemas.microsoft.com/office/drawing/2014/main" id="{9F7DC362-5E2E-4979-813F-BDFD6487A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325" y="5013325"/>
            <a:ext cx="1150938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b="1" dirty="0">
                <a:solidFill>
                  <a:schemeClr val="bg1"/>
                </a:solidFill>
              </a:rPr>
              <a:t>Gerência de </a:t>
            </a:r>
            <a:br>
              <a:rPr lang="pt-BR" altLang="en-US" sz="1800" b="1" dirty="0">
                <a:solidFill>
                  <a:schemeClr val="bg1"/>
                </a:solidFill>
              </a:rPr>
            </a:br>
            <a:r>
              <a:rPr lang="pt-BR" altLang="en-US" sz="1800" b="1" dirty="0">
                <a:solidFill>
                  <a:schemeClr val="bg1"/>
                </a:solidFill>
              </a:rPr>
              <a:t>E/S</a:t>
            </a:r>
          </a:p>
        </p:txBody>
      </p:sp>
      <p:sp>
        <p:nvSpPr>
          <p:cNvPr id="89099" name="Rectangle 11">
            <a:extLst>
              <a:ext uri="{FF2B5EF4-FFF2-40B4-BE49-F238E27FC236}">
                <a16:creationId xmlns:a16="http://schemas.microsoft.com/office/drawing/2014/main" id="{92BA3ECB-4073-453D-A80A-D3A5B0AE6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5013325"/>
            <a:ext cx="1150938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 b="1" dirty="0">
                <a:solidFill>
                  <a:schemeClr val="bg1"/>
                </a:solidFill>
              </a:rPr>
              <a:t>Gerência de </a:t>
            </a:r>
            <a:br>
              <a:rPr lang="pt-BR" altLang="en-US" sz="1800" b="1" dirty="0">
                <a:solidFill>
                  <a:schemeClr val="bg1"/>
                </a:solidFill>
              </a:rPr>
            </a:br>
            <a:r>
              <a:rPr lang="pt-BR" altLang="en-US" sz="1800" b="1" dirty="0">
                <a:solidFill>
                  <a:schemeClr val="bg1"/>
                </a:solidFill>
              </a:rPr>
              <a:t>Arquivos</a:t>
            </a:r>
          </a:p>
        </p:txBody>
      </p:sp>
      <p:sp>
        <p:nvSpPr>
          <p:cNvPr id="89100" name="AutoShape 12">
            <a:extLst>
              <a:ext uri="{FF2B5EF4-FFF2-40B4-BE49-F238E27FC236}">
                <a16:creationId xmlns:a16="http://schemas.microsoft.com/office/drawing/2014/main" id="{D5CDA7D3-379E-47BE-B6CD-20D6F1509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5734051"/>
            <a:ext cx="3816350" cy="358775"/>
          </a:xfrm>
          <a:prstGeom prst="cube">
            <a:avLst>
              <a:gd name="adj" fmla="val 2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pt-BR" b="1" dirty="0">
                <a:solidFill>
                  <a:schemeClr val="bg1"/>
                </a:solidFill>
              </a:rPr>
              <a:t>Micronúcleo</a:t>
            </a:r>
          </a:p>
        </p:txBody>
      </p:sp>
      <p:cxnSp>
        <p:nvCxnSpPr>
          <p:cNvPr id="89101" name="AutoShape 13">
            <a:extLst>
              <a:ext uri="{FF2B5EF4-FFF2-40B4-BE49-F238E27FC236}">
                <a16:creationId xmlns:a16="http://schemas.microsoft.com/office/drawing/2014/main" id="{1CD1B4D4-1E44-4FC5-B102-E6E5792956EB}"/>
              </a:ext>
            </a:extLst>
          </p:cNvPr>
          <p:cNvCxnSpPr>
            <a:cxnSpLocks noChangeShapeType="1"/>
            <a:stCxn id="89097" idx="2"/>
            <a:endCxn id="89098" idx="2"/>
          </p:cNvCxnSpPr>
          <p:nvPr/>
        </p:nvCxnSpPr>
        <p:spPr bwMode="auto">
          <a:xfrm rot="16200000" flipH="1">
            <a:off x="5448301" y="4868863"/>
            <a:ext cx="1587" cy="1296988"/>
          </a:xfrm>
          <a:prstGeom prst="curvedConnector3">
            <a:avLst>
              <a:gd name="adj1" fmla="val 3110000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102" name="AutoShape 14">
            <a:extLst>
              <a:ext uri="{FF2B5EF4-FFF2-40B4-BE49-F238E27FC236}">
                <a16:creationId xmlns:a16="http://schemas.microsoft.com/office/drawing/2014/main" id="{E3033927-8001-4C1E-AA6E-756C004FF988}"/>
              </a:ext>
            </a:extLst>
          </p:cNvPr>
          <p:cNvCxnSpPr>
            <a:cxnSpLocks noChangeShapeType="1"/>
            <a:stCxn id="89099" idx="2"/>
            <a:endCxn id="89097" idx="2"/>
          </p:cNvCxnSpPr>
          <p:nvPr/>
        </p:nvCxnSpPr>
        <p:spPr bwMode="auto">
          <a:xfrm rot="5400000">
            <a:off x="6096001" y="4221163"/>
            <a:ext cx="1587" cy="2592388"/>
          </a:xfrm>
          <a:prstGeom prst="curvedConnector3">
            <a:avLst>
              <a:gd name="adj1" fmla="val 3100000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uiExpand="1" build="p"/>
      <p:bldP spid="89093" grpId="0" animBg="1"/>
      <p:bldP spid="89094" grpId="0" animBg="1"/>
      <p:bldP spid="89097" grpId="0" animBg="1"/>
      <p:bldP spid="89098" grpId="0" animBg="1"/>
      <p:bldP spid="89099" grpId="0" animBg="1"/>
      <p:bldP spid="8910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Número de Slide 5">
            <a:extLst>
              <a:ext uri="{FF2B5EF4-FFF2-40B4-BE49-F238E27FC236}">
                <a16:creationId xmlns:a16="http://schemas.microsoft.com/office/drawing/2014/main" id="{214AE436-5EDA-46B6-88AE-2018D9F3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01711A-3F35-445B-AD1E-694EFE4DCDC8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6DD95F94-C121-456B-87C7-58863C07F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05762"/>
            <a:ext cx="9728616" cy="86518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dirty="0"/>
              <a:t>Arquiteturas de Sistemas Operacionais para dispositivos móveis (IOS)</a:t>
            </a:r>
          </a:p>
        </p:txBody>
      </p:sp>
      <p:pic>
        <p:nvPicPr>
          <p:cNvPr id="68612" name="Picture 4" descr="Layers of iOS">
            <a:extLst>
              <a:ext uri="{FF2B5EF4-FFF2-40B4-BE49-F238E27FC236}">
                <a16:creationId xmlns:a16="http://schemas.microsoft.com/office/drawing/2014/main" id="{7F430500-65BD-4C87-BFC2-60CAC7D57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9" y="1844675"/>
            <a:ext cx="4281487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o explicativo retangular 1">
            <a:extLst>
              <a:ext uri="{FF2B5EF4-FFF2-40B4-BE49-F238E27FC236}">
                <a16:creationId xmlns:a16="http://schemas.microsoft.com/office/drawing/2014/main" id="{13A9AB70-171A-4331-B1A5-7E031467AA6B}"/>
              </a:ext>
            </a:extLst>
          </p:cNvPr>
          <p:cNvSpPr/>
          <p:nvPr/>
        </p:nvSpPr>
        <p:spPr>
          <a:xfrm>
            <a:off x="7824789" y="1588958"/>
            <a:ext cx="2818227" cy="1516194"/>
          </a:xfrm>
          <a:prstGeom prst="wedgeRectCallout">
            <a:avLst>
              <a:gd name="adj1" fmla="val -115013"/>
              <a:gd name="adj2" fmla="val -13313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t-BR" dirty="0">
                <a:solidFill>
                  <a:schemeClr val="tx1"/>
                </a:solidFill>
              </a:rPr>
              <a:t>Provê métodos de alto nível para a especificação do comportamento de aplicações.</a:t>
            </a:r>
          </a:p>
        </p:txBody>
      </p:sp>
      <p:sp>
        <p:nvSpPr>
          <p:cNvPr id="8" name="Texto explicativo retangular 7">
            <a:extLst>
              <a:ext uri="{FF2B5EF4-FFF2-40B4-BE49-F238E27FC236}">
                <a16:creationId xmlns:a16="http://schemas.microsoft.com/office/drawing/2014/main" id="{296C741A-779D-4604-B912-8B26F4797454}"/>
              </a:ext>
            </a:extLst>
          </p:cNvPr>
          <p:cNvSpPr/>
          <p:nvPr/>
        </p:nvSpPr>
        <p:spPr>
          <a:xfrm>
            <a:off x="8241000" y="3243056"/>
            <a:ext cx="3091564" cy="1260475"/>
          </a:xfrm>
          <a:prstGeom prst="wedgeRectCallout">
            <a:avLst>
              <a:gd name="adj1" fmla="val -125049"/>
              <a:gd name="adj2" fmla="val -82627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Provê métodos para tratamento de conteúdo de áudio e vídeo.</a:t>
            </a:r>
          </a:p>
        </p:txBody>
      </p:sp>
      <p:sp>
        <p:nvSpPr>
          <p:cNvPr id="9" name="Texto explicativo retangular 8">
            <a:extLst>
              <a:ext uri="{FF2B5EF4-FFF2-40B4-BE49-F238E27FC236}">
                <a16:creationId xmlns:a16="http://schemas.microsoft.com/office/drawing/2014/main" id="{EFA656BF-FC7E-49E5-BD11-431E03BDC645}"/>
              </a:ext>
            </a:extLst>
          </p:cNvPr>
          <p:cNvSpPr/>
          <p:nvPr/>
        </p:nvSpPr>
        <p:spPr>
          <a:xfrm>
            <a:off x="7719858" y="4777867"/>
            <a:ext cx="3267932" cy="1260475"/>
          </a:xfrm>
          <a:prstGeom prst="wedgeRectCallout">
            <a:avLst>
              <a:gd name="adj1" fmla="val -107679"/>
              <a:gd name="adj2" fmla="val -147073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Provê métodos para tratamento de tarefas específicas de hardware e de sistema.</a:t>
            </a:r>
          </a:p>
        </p:txBody>
      </p:sp>
      <p:sp>
        <p:nvSpPr>
          <p:cNvPr id="10" name="Texto explicativo retangular 9">
            <a:extLst>
              <a:ext uri="{FF2B5EF4-FFF2-40B4-BE49-F238E27FC236}">
                <a16:creationId xmlns:a16="http://schemas.microsoft.com/office/drawing/2014/main" id="{647932F3-983C-4B28-8C51-5AFF7BE8EC47}"/>
              </a:ext>
            </a:extLst>
          </p:cNvPr>
          <p:cNvSpPr/>
          <p:nvPr/>
        </p:nvSpPr>
        <p:spPr>
          <a:xfrm>
            <a:off x="4367213" y="5061576"/>
            <a:ext cx="2952750" cy="1260475"/>
          </a:xfrm>
          <a:prstGeom prst="wedgeRectCallout">
            <a:avLst>
              <a:gd name="adj1" fmla="val -68699"/>
              <a:gd name="adj2" fmla="val -109979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Núcleo do sistema, com as principais funções de gerenciamento do hardware.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Número de Slide 5">
            <a:extLst>
              <a:ext uri="{FF2B5EF4-FFF2-40B4-BE49-F238E27FC236}">
                <a16:creationId xmlns:a16="http://schemas.microsoft.com/office/drawing/2014/main" id="{6D977881-F7A8-4CEF-AA00-976E8C9B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6D5734-A0D9-498B-B013-9B2CDFC52E8B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C74D3205-8B23-4773-9F70-B279EE127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94637"/>
            <a:ext cx="10957810" cy="998824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dirty="0"/>
              <a:t>Arquiteturas de Sistemas Operacionais para dispositivos móveis (</a:t>
            </a:r>
            <a:r>
              <a:rPr lang="pt-BR" dirty="0" err="1"/>
              <a:t>Android</a:t>
            </a:r>
            <a:r>
              <a:rPr lang="pt-BR" dirty="0"/>
              <a:t>)</a:t>
            </a:r>
          </a:p>
        </p:txBody>
      </p:sp>
      <p:pic>
        <p:nvPicPr>
          <p:cNvPr id="46084" name="Picture 2" descr="http://elinux.org/images/c/c2/Android-system-architecture.jpg">
            <a:extLst>
              <a:ext uri="{FF2B5EF4-FFF2-40B4-BE49-F238E27FC236}">
                <a16:creationId xmlns:a16="http://schemas.microsoft.com/office/drawing/2014/main" id="{CFC98BC5-922C-4DB4-8133-24E682408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188" y="1692275"/>
            <a:ext cx="6840537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Número de Slide 5">
            <a:extLst>
              <a:ext uri="{FF2B5EF4-FFF2-40B4-BE49-F238E27FC236}">
                <a16:creationId xmlns:a16="http://schemas.microsoft.com/office/drawing/2014/main" id="{20AD0239-7234-46A5-AA23-12FEF2EF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C89A20-C05D-4706-B305-0CF94BA8F88E}" type="slidenum">
              <a:rPr lang="pt-BR" altLang="en-US" sz="140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pt-BR" altLang="en-US" sz="1400">
              <a:solidFill>
                <a:schemeClr val="folHlink"/>
              </a:solidFill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94A54544-1411-46FC-BCDA-0B63178DF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4381" y="260350"/>
            <a:ext cx="94727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dirty="0"/>
              <a:t>Organização dos processos na memória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C515B221-59A6-4442-A30D-CF206058E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1412876"/>
            <a:ext cx="1871662" cy="4608513"/>
          </a:xfrm>
          <a:prstGeom prst="rect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/>
              <a:t>Memória</a:t>
            </a:r>
          </a:p>
        </p:txBody>
      </p:sp>
      <p:sp>
        <p:nvSpPr>
          <p:cNvPr id="47109" name="Text Box 5">
            <a:extLst>
              <a:ext uri="{FF2B5EF4-FFF2-40B4-BE49-F238E27FC236}">
                <a16:creationId xmlns:a16="http://schemas.microsoft.com/office/drawing/2014/main" id="{F8419E69-BA24-4B9F-8AB7-4D0EDBFE5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6775" y="5734051"/>
            <a:ext cx="287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pt-BR" altLang="en-US" sz="1800"/>
              <a:t>0</a:t>
            </a:r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id="{AF642BA7-8FC9-4085-A78D-8417D4186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5157788"/>
            <a:ext cx="1871662" cy="863600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none" anchor="ctr"/>
          <a:lstStyle/>
          <a:p>
            <a:pPr algn="ctr"/>
            <a:r>
              <a:rPr lang="pt-BR" sz="1600" b="1" dirty="0">
                <a:solidFill>
                  <a:schemeClr val="accent3"/>
                </a:solidFill>
              </a:rPr>
              <a:t>Sistema Operacional</a:t>
            </a:r>
          </a:p>
        </p:txBody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id="{19E084AD-CEE1-49E5-A2CC-DA8C635F3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644900"/>
            <a:ext cx="1871662" cy="863600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none" anchor="ctr"/>
          <a:lstStyle/>
          <a:p>
            <a:pPr algn="ctr"/>
            <a:r>
              <a:rPr lang="pt-BR" b="1" dirty="0">
                <a:solidFill>
                  <a:schemeClr val="accent3"/>
                </a:solidFill>
              </a:rPr>
              <a:t>Processo 1</a:t>
            </a:r>
          </a:p>
        </p:txBody>
      </p:sp>
      <p:sp>
        <p:nvSpPr>
          <p:cNvPr id="91144" name="Rectangle 8">
            <a:extLst>
              <a:ext uri="{FF2B5EF4-FFF2-40B4-BE49-F238E27FC236}">
                <a16:creationId xmlns:a16="http://schemas.microsoft.com/office/drawing/2014/main" id="{7A1743F9-2F58-44F4-A629-5ECEC6597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2349500"/>
            <a:ext cx="1871662" cy="863600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 b="1" dirty="0"/>
              <a:t>Processo 2</a:t>
            </a:r>
          </a:p>
        </p:txBody>
      </p:sp>
      <p:sp>
        <p:nvSpPr>
          <p:cNvPr id="91145" name="Rectangle 9">
            <a:extLst>
              <a:ext uri="{FF2B5EF4-FFF2-40B4-BE49-F238E27FC236}">
                <a16:creationId xmlns:a16="http://schemas.microsoft.com/office/drawing/2014/main" id="{7B1442D2-EED6-4861-A102-4F1230FBD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1916113"/>
            <a:ext cx="1871663" cy="3600450"/>
          </a:xfrm>
          <a:prstGeom prst="rect">
            <a:avLst/>
          </a:prstGeom>
          <a:ln w="28575"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pt-BR" altLang="en-US" sz="1600" dirty="0"/>
              <a:t>Memória do Processo</a:t>
            </a:r>
          </a:p>
        </p:txBody>
      </p:sp>
      <p:sp>
        <p:nvSpPr>
          <p:cNvPr id="91146" name="Line 10">
            <a:extLst>
              <a:ext uri="{FF2B5EF4-FFF2-40B4-BE49-F238E27FC236}">
                <a16:creationId xmlns:a16="http://schemas.microsoft.com/office/drawing/2014/main" id="{93230631-E242-477C-84C7-269C9E7CC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5775" y="3213101"/>
            <a:ext cx="1079500" cy="2303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1147" name="Line 11">
            <a:extLst>
              <a:ext uri="{FF2B5EF4-FFF2-40B4-BE49-F238E27FC236}">
                <a16:creationId xmlns:a16="http://schemas.microsoft.com/office/drawing/2014/main" id="{BDB73A35-D8EF-49EC-8DF5-ED385A22D3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5775" y="1916114"/>
            <a:ext cx="1079500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1148" name="Rectangle 12">
            <a:extLst>
              <a:ext uri="{FF2B5EF4-FFF2-40B4-BE49-F238E27FC236}">
                <a16:creationId xmlns:a16="http://schemas.microsoft.com/office/drawing/2014/main" id="{5CD9CA2C-209A-42AD-88BE-BC97EE4D7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420938"/>
            <a:ext cx="1871663" cy="8636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prstDash val="lg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pt-BR"/>
              <a:t>Área de Código</a:t>
            </a:r>
          </a:p>
        </p:txBody>
      </p:sp>
      <p:sp>
        <p:nvSpPr>
          <p:cNvPr id="91149" name="Rectangle 13">
            <a:extLst>
              <a:ext uri="{FF2B5EF4-FFF2-40B4-BE49-F238E27FC236}">
                <a16:creationId xmlns:a16="http://schemas.microsoft.com/office/drawing/2014/main" id="{1139317B-951F-4172-9D1D-4ABEDEC02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4" y="3357563"/>
            <a:ext cx="1728787" cy="20875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/>
              <a:t>Área de dados</a:t>
            </a:r>
          </a:p>
        </p:txBody>
      </p:sp>
      <p:sp>
        <p:nvSpPr>
          <p:cNvPr id="91152" name="Rectangle 16">
            <a:extLst>
              <a:ext uri="{FF2B5EF4-FFF2-40B4-BE49-F238E27FC236}">
                <a16:creationId xmlns:a16="http://schemas.microsoft.com/office/drawing/2014/main" id="{52F926D1-E314-45F7-8E65-33B684A24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3789363"/>
            <a:ext cx="1727200" cy="647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/>
              <a:t>Heap</a:t>
            </a:r>
          </a:p>
        </p:txBody>
      </p:sp>
      <p:sp>
        <p:nvSpPr>
          <p:cNvPr id="91155" name="Rectangle 19">
            <a:extLst>
              <a:ext uri="{FF2B5EF4-FFF2-40B4-BE49-F238E27FC236}">
                <a16:creationId xmlns:a16="http://schemas.microsoft.com/office/drawing/2014/main" id="{7B1DCACD-82C1-48F3-AA6A-755031EF5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4797425"/>
            <a:ext cx="1727200" cy="647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b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en-US" sz="1800"/>
              <a:t>Pilha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1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1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1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1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1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5" grpId="0" animBg="1"/>
      <p:bldP spid="91149" grpId="0" animBg="1"/>
      <p:bldP spid="91152" grpId="0" animBg="1"/>
      <p:bldP spid="91155" grpId="0" animBg="1"/>
    </p:bldLst>
  </p:timing>
</p:sld>
</file>

<file path=ppt/theme/theme1.xml><?xml version="1.0" encoding="utf-8"?>
<a:theme xmlns:a="http://schemas.openxmlformats.org/drawingml/2006/main" name="DashVTI">
  <a:themeElements>
    <a:clrScheme name="AnalogousFromDarkSeedLeftStep">
      <a:dk1>
        <a:srgbClr val="000000"/>
      </a:dk1>
      <a:lt1>
        <a:srgbClr val="FFFFFF"/>
      </a:lt1>
      <a:dk2>
        <a:srgbClr val="1C2031"/>
      </a:dk2>
      <a:lt2>
        <a:srgbClr val="F0F3F1"/>
      </a:lt2>
      <a:accent1>
        <a:srgbClr val="DD3397"/>
      </a:accent1>
      <a:accent2>
        <a:srgbClr val="CA21CB"/>
      </a:accent2>
      <a:accent3>
        <a:srgbClr val="9533DD"/>
      </a:accent3>
      <a:accent4>
        <a:srgbClr val="4A31CF"/>
      </a:accent4>
      <a:accent5>
        <a:srgbClr val="335FDD"/>
      </a:accent5>
      <a:accent6>
        <a:srgbClr val="2194CB"/>
      </a:accent6>
      <a:hlink>
        <a:srgbClr val="3F4BBF"/>
      </a:hlink>
      <a:folHlink>
        <a:srgbClr val="7F7F7F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42B0E7C6-1071-483F-A575-9AF7EE1B96AC}" vid="{E18014FF-B132-4F63-9D72-5B85E99D641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1315</Words>
  <Application>Microsoft Office PowerPoint</Application>
  <PresentationFormat>Widescreen</PresentationFormat>
  <Paragraphs>245</Paragraphs>
  <Slides>30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7" baseType="lpstr">
      <vt:lpstr>Arial</vt:lpstr>
      <vt:lpstr>Arial Narrow</vt:lpstr>
      <vt:lpstr>Calibri</vt:lpstr>
      <vt:lpstr>Grandview Display</vt:lpstr>
      <vt:lpstr>Times New Roman</vt:lpstr>
      <vt:lpstr>Wingdings</vt:lpstr>
      <vt:lpstr>DashVTI</vt:lpstr>
      <vt:lpstr>Sistemas Operacionais</vt:lpstr>
      <vt:lpstr>Plano de Aula</vt:lpstr>
      <vt:lpstr>Apresentação do Professor</vt:lpstr>
      <vt:lpstr>Apresentação do Professor</vt:lpstr>
      <vt:lpstr>Apresentação da Disciplina</vt:lpstr>
      <vt:lpstr>Apresentação da Disciplina</vt:lpstr>
      <vt:lpstr>Por que estudar sistemas operacionais?</vt:lpstr>
      <vt:lpstr>Revisão de arquitetura de computadores</vt:lpstr>
      <vt:lpstr>Revisão de arquitetura de computadores</vt:lpstr>
      <vt:lpstr>Revisão de arquitetura de computadores</vt:lpstr>
      <vt:lpstr>Conceitos básicos de S.O.</vt:lpstr>
      <vt:lpstr>Áreas de Responsabilidade do SO</vt:lpstr>
      <vt:lpstr>Gerenciamento de Processos</vt:lpstr>
      <vt:lpstr>Serviços Relacionados a Processos</vt:lpstr>
      <vt:lpstr>Gerenciamento de Memória</vt:lpstr>
      <vt:lpstr>Serviços Relacionados a Memória</vt:lpstr>
      <vt:lpstr>Dispositivos de E/S</vt:lpstr>
      <vt:lpstr>Serviços Relacionados ao Dispositivos de E/S</vt:lpstr>
      <vt:lpstr>Gerenciamento de Sistemas de Arquivos</vt:lpstr>
      <vt:lpstr>Serviços Relacionados aos Sistemas de Arquivos</vt:lpstr>
      <vt:lpstr>Segurança</vt:lpstr>
      <vt:lpstr>Redes</vt:lpstr>
      <vt:lpstr>Software de sistema</vt:lpstr>
      <vt:lpstr>Núcleo do Sistema Operacional</vt:lpstr>
      <vt:lpstr>Arquiteturas de Sistemas Operacionais</vt:lpstr>
      <vt:lpstr>Arquiteturas de Sistemas Operacionais</vt:lpstr>
      <vt:lpstr>Arquiteturas de Sistemas Operacionais</vt:lpstr>
      <vt:lpstr>Arquiteturas de Sistemas Operacionais para dispositivos móveis (IOS)</vt:lpstr>
      <vt:lpstr>Arquiteturas de Sistemas Operacionais para dispositivos móveis (Android)</vt:lpstr>
      <vt:lpstr>Organização dos processos na memória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Operacionais</dc:title>
  <dc:creator>Andre Leon Gradvohl</dc:creator>
  <cp:lastModifiedBy>Andre Leon Gradvohl</cp:lastModifiedBy>
  <cp:revision>1</cp:revision>
  <dcterms:created xsi:type="dcterms:W3CDTF">2022-01-18T17:01:41Z</dcterms:created>
  <dcterms:modified xsi:type="dcterms:W3CDTF">2022-01-18T18:34:31Z</dcterms:modified>
</cp:coreProperties>
</file>